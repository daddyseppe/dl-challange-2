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42" r:id="rId5"/>
    <p:sldMasterId id="2147483887" r:id="rId6"/>
  </p:sldMasterIdLst>
  <p:notesMasterIdLst>
    <p:notesMasterId r:id="rId14"/>
  </p:notesMasterIdLst>
  <p:handoutMasterIdLst>
    <p:handoutMasterId r:id="rId15"/>
  </p:handoutMasterIdLst>
  <p:sldIdLst>
    <p:sldId id="256" r:id="rId7"/>
    <p:sldId id="263" r:id="rId8"/>
    <p:sldId id="270" r:id="rId9"/>
    <p:sldId id="267" r:id="rId10"/>
    <p:sldId id="271" r:id="rId11"/>
    <p:sldId id="272" r:id="rId12"/>
    <p:sldId id="269" r:id="rId13"/>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6432"/>
    <a:srgbClr val="000000"/>
    <a:srgbClr val="F04619"/>
    <a:srgbClr val="E8EBEE"/>
    <a:srgbClr val="F2F5F8"/>
    <a:srgbClr val="000A1E"/>
    <a:srgbClr val="00283C"/>
    <a:srgbClr val="DEE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F0082-E1E4-45C9-88B9-476619272394}" v="45" dt="2026-04-02T08:22:12.6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68"/>
    <p:restoredTop sz="91359"/>
  </p:normalViewPr>
  <p:slideViewPr>
    <p:cSldViewPr snapToGrid="0">
      <p:cViewPr varScale="1">
        <p:scale>
          <a:sx n="101" d="100"/>
          <a:sy n="101" d="100"/>
        </p:scale>
        <p:origin x="1374" y="10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11" d="100"/>
          <a:sy n="111" d="100"/>
        </p:scale>
        <p:origin x="3336"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m Heyns" userId="7a623cc0-5b6c-43c7-88a0-ff55db19c79e" providerId="ADAL" clId="{DBE576AF-F76A-4937-8CB3-F74CD1AA1C84}"/>
    <pc:docChg chg="undo custSel addSld delSld modSld">
      <pc:chgData name="Bram Heyns" userId="7a623cc0-5b6c-43c7-88a0-ff55db19c79e" providerId="ADAL" clId="{DBE576AF-F76A-4937-8CB3-F74CD1AA1C84}" dt="2026-04-02T08:22:12.626" v="45"/>
      <pc:docMkLst>
        <pc:docMk/>
      </pc:docMkLst>
      <pc:sldChg chg="del">
        <pc:chgData name="Bram Heyns" userId="7a623cc0-5b6c-43c7-88a0-ff55db19c79e" providerId="ADAL" clId="{DBE576AF-F76A-4937-8CB3-F74CD1AA1C84}" dt="2026-04-02T07:59:22.458" v="27" actId="47"/>
        <pc:sldMkLst>
          <pc:docMk/>
          <pc:sldMk cId="907257322" sldId="265"/>
        </pc:sldMkLst>
      </pc:sldChg>
      <pc:sldChg chg="del">
        <pc:chgData name="Bram Heyns" userId="7a623cc0-5b6c-43c7-88a0-ff55db19c79e" providerId="ADAL" clId="{DBE576AF-F76A-4937-8CB3-F74CD1AA1C84}" dt="2026-04-02T08:21:52.999" v="44" actId="47"/>
        <pc:sldMkLst>
          <pc:docMk/>
          <pc:sldMk cId="2443379861" sldId="268"/>
        </pc:sldMkLst>
      </pc:sldChg>
      <pc:sldChg chg="addSp delSp modSp mod">
        <pc:chgData name="Bram Heyns" userId="7a623cc0-5b6c-43c7-88a0-ff55db19c79e" providerId="ADAL" clId="{DBE576AF-F76A-4937-8CB3-F74CD1AA1C84}" dt="2026-04-02T08:20:55.663" v="42" actId="1076"/>
        <pc:sldMkLst>
          <pc:docMk/>
          <pc:sldMk cId="2193909930" sldId="269"/>
        </pc:sldMkLst>
        <pc:spChg chg="mod">
          <ac:chgData name="Bram Heyns" userId="7a623cc0-5b6c-43c7-88a0-ff55db19c79e" providerId="ADAL" clId="{DBE576AF-F76A-4937-8CB3-F74CD1AA1C84}" dt="2026-04-02T07:59:49.994" v="30" actId="5793"/>
          <ac:spMkLst>
            <pc:docMk/>
            <pc:sldMk cId="2193909930" sldId="269"/>
            <ac:spMk id="4" creationId="{5928F730-57C6-F9F7-D0D7-9A0629410C93}"/>
          </ac:spMkLst>
        </pc:spChg>
        <pc:spChg chg="add del">
          <ac:chgData name="Bram Heyns" userId="7a623cc0-5b6c-43c7-88a0-ff55db19c79e" providerId="ADAL" clId="{DBE576AF-F76A-4937-8CB3-F74CD1AA1C84}" dt="2026-04-02T08:20:28.050" v="36" actId="22"/>
          <ac:spMkLst>
            <pc:docMk/>
            <pc:sldMk cId="2193909930" sldId="269"/>
            <ac:spMk id="9" creationId="{4A9D733F-F518-DD13-DE7D-268821E4813C}"/>
          </ac:spMkLst>
        </pc:spChg>
        <pc:picChg chg="add del mod">
          <ac:chgData name="Bram Heyns" userId="7a623cc0-5b6c-43c7-88a0-ff55db19c79e" providerId="ADAL" clId="{DBE576AF-F76A-4937-8CB3-F74CD1AA1C84}" dt="2026-04-02T08:20:13.311" v="34" actId="478"/>
          <ac:picMkLst>
            <pc:docMk/>
            <pc:sldMk cId="2193909930" sldId="269"/>
            <ac:picMk id="7" creationId="{75D100FC-793F-58DC-C1E0-78555328CD47}"/>
          </ac:picMkLst>
        </pc:picChg>
        <pc:picChg chg="add mod modCrop">
          <ac:chgData name="Bram Heyns" userId="7a623cc0-5b6c-43c7-88a0-ff55db19c79e" providerId="ADAL" clId="{DBE576AF-F76A-4937-8CB3-F74CD1AA1C84}" dt="2026-04-02T08:20:55.663" v="42" actId="1076"/>
          <ac:picMkLst>
            <pc:docMk/>
            <pc:sldMk cId="2193909930" sldId="269"/>
            <ac:picMk id="11" creationId="{A414DDF6-BD02-8CCF-E0FA-A8D546AAE9C7}"/>
          </ac:picMkLst>
        </pc:picChg>
        <pc:picChg chg="del">
          <ac:chgData name="Bram Heyns" userId="7a623cc0-5b6c-43c7-88a0-ff55db19c79e" providerId="ADAL" clId="{DBE576AF-F76A-4937-8CB3-F74CD1AA1C84}" dt="2026-04-02T07:59:53.956" v="31" actId="478"/>
          <ac:picMkLst>
            <pc:docMk/>
            <pc:sldMk cId="2193909930" sldId="269"/>
            <ac:picMk id="1026" creationId="{078388A5-3B29-DAF0-7159-2588A1FD1A9F}"/>
          </ac:picMkLst>
        </pc:picChg>
      </pc:sldChg>
      <pc:sldChg chg="modSp add mod">
        <pc:chgData name="Bram Heyns" userId="7a623cc0-5b6c-43c7-88a0-ff55db19c79e" providerId="ADAL" clId="{DBE576AF-F76A-4937-8CB3-F74CD1AA1C84}" dt="2026-04-02T07:59:09.079" v="26" actId="20577"/>
        <pc:sldMkLst>
          <pc:docMk/>
          <pc:sldMk cId="1692168173" sldId="270"/>
        </pc:sldMkLst>
        <pc:spChg chg="mod">
          <ac:chgData name="Bram Heyns" userId="7a623cc0-5b6c-43c7-88a0-ff55db19c79e" providerId="ADAL" clId="{DBE576AF-F76A-4937-8CB3-F74CD1AA1C84}" dt="2026-04-02T07:59:09.079" v="26" actId="20577"/>
          <ac:spMkLst>
            <pc:docMk/>
            <pc:sldMk cId="1692168173" sldId="270"/>
            <ac:spMk id="2" creationId="{7748727E-2EE6-38C2-CB87-BAC0155E6C3B}"/>
          </ac:spMkLst>
        </pc:spChg>
      </pc:sldChg>
      <pc:sldChg chg="add">
        <pc:chgData name="Bram Heyns" userId="7a623cc0-5b6c-43c7-88a0-ff55db19c79e" providerId="ADAL" clId="{DBE576AF-F76A-4937-8CB3-F74CD1AA1C84}" dt="2026-04-02T08:21:49.426" v="43"/>
        <pc:sldMkLst>
          <pc:docMk/>
          <pc:sldMk cId="3195030926" sldId="271"/>
        </pc:sldMkLst>
      </pc:sldChg>
      <pc:sldChg chg="add">
        <pc:chgData name="Bram Heyns" userId="7a623cc0-5b6c-43c7-88a0-ff55db19c79e" providerId="ADAL" clId="{DBE576AF-F76A-4937-8CB3-F74CD1AA1C84}" dt="2026-04-02T08:22:12.626" v="45"/>
        <pc:sldMkLst>
          <pc:docMk/>
          <pc:sldMk cId="2912323160" sldId="272"/>
        </pc:sldMkLst>
      </pc:sldChg>
    </pc:docChg>
  </pc:docChgLst>
  <pc:docChgLst>
    <pc:chgData name="Bram Heyns" userId="7a623cc0-5b6c-43c7-88a0-ff55db19c79e" providerId="ADAL" clId="{A2E88E1F-5427-4C5E-B13C-0BE40CAE2185}"/>
    <pc:docChg chg="modSld">
      <pc:chgData name="Bram Heyns" userId="7a623cc0-5b6c-43c7-88a0-ff55db19c79e" providerId="ADAL" clId="{A2E88E1F-5427-4C5E-B13C-0BE40CAE2185}" dt="2025-03-31T18:24:24.332" v="17" actId="20577"/>
      <pc:docMkLst>
        <pc:docMk/>
      </pc:docMkLst>
      <pc:sldChg chg="addSp modSp mod">
        <pc:chgData name="Bram Heyns" userId="7a623cc0-5b6c-43c7-88a0-ff55db19c79e" providerId="ADAL" clId="{A2E88E1F-5427-4C5E-B13C-0BE40CAE2185}" dt="2025-03-31T18:24:24.332" v="17" actId="20577"/>
        <pc:sldMkLst>
          <pc:docMk/>
          <pc:sldMk cId="2193909930" sldId="269"/>
        </pc:sldMkLst>
        <pc:spChg chg="mod">
          <ac:chgData name="Bram Heyns" userId="7a623cc0-5b6c-43c7-88a0-ff55db19c79e" providerId="ADAL" clId="{A2E88E1F-5427-4C5E-B13C-0BE40CAE2185}" dt="2025-03-31T18:24:24.332" v="17" actId="20577"/>
          <ac:spMkLst>
            <pc:docMk/>
            <pc:sldMk cId="2193909930" sldId="269"/>
            <ac:spMk id="4" creationId="{5928F730-57C6-F9F7-D0D7-9A0629410C93}"/>
          </ac:spMkLst>
        </pc:spChg>
        <pc:picChg chg="mod modCrop">
          <ac:chgData name="Bram Heyns" userId="7a623cc0-5b6c-43c7-88a0-ff55db19c79e" providerId="ADAL" clId="{A2E88E1F-5427-4C5E-B13C-0BE40CAE2185}" dt="2025-03-31T18:23:53.986" v="0" actId="732"/>
          <ac:picMkLst>
            <pc:docMk/>
            <pc:sldMk cId="2193909930" sldId="269"/>
            <ac:picMk id="6" creationId="{D53FFFBB-7013-A8E1-FADA-E1AD199677F8}"/>
          </ac:picMkLst>
        </pc:picChg>
        <pc:picChg chg="add mod">
          <ac:chgData name="Bram Heyns" userId="7a623cc0-5b6c-43c7-88a0-ff55db19c79e" providerId="ADAL" clId="{A2E88E1F-5427-4C5E-B13C-0BE40CAE2185}" dt="2025-03-31T18:24:14.098" v="7" actId="1076"/>
          <ac:picMkLst>
            <pc:docMk/>
            <pc:sldMk cId="2193909930" sldId="269"/>
            <ac:picMk id="1026" creationId="{078388A5-3B29-DAF0-7159-2588A1FD1A9F}"/>
          </ac:picMkLst>
        </pc:picChg>
      </pc:sldChg>
    </pc:docChg>
  </pc:docChgLst>
  <pc:docChgLst>
    <pc:chgData name="Stef Van Wolputte" userId="53954008-e772-4081-b24d-77d1e8f1f00e" providerId="ADAL" clId="{FAFB8873-2732-458A-AB3C-0B26D3FDFC06}"/>
    <pc:docChg chg="custSel delSld modSld sldOrd">
      <pc:chgData name="Stef Van Wolputte" userId="53954008-e772-4081-b24d-77d1e8f1f00e" providerId="ADAL" clId="{FAFB8873-2732-458A-AB3C-0B26D3FDFC06}" dt="2025-01-28T14:26:17.207" v="12" actId="20577"/>
      <pc:docMkLst>
        <pc:docMk/>
      </pc:docMkLst>
      <pc:sldChg chg="modSp mod">
        <pc:chgData name="Stef Van Wolputte" userId="53954008-e772-4081-b24d-77d1e8f1f00e" providerId="ADAL" clId="{FAFB8873-2732-458A-AB3C-0B26D3FDFC06}" dt="2025-01-28T14:26:17.207" v="12" actId="20577"/>
        <pc:sldMkLst>
          <pc:docMk/>
          <pc:sldMk cId="3616312771" sldId="256"/>
        </pc:sldMkLst>
        <pc:spChg chg="mod">
          <ac:chgData name="Stef Van Wolputte" userId="53954008-e772-4081-b24d-77d1e8f1f00e" providerId="ADAL" clId="{FAFB8873-2732-458A-AB3C-0B26D3FDFC06}" dt="2025-01-28T14:26:17.207" v="12" actId="20577"/>
          <ac:spMkLst>
            <pc:docMk/>
            <pc:sldMk cId="3616312771" sldId="256"/>
            <ac:spMk id="4" creationId="{7055EF63-96B8-BBC7-F6C7-AD1D0CA244C3}"/>
          </ac:spMkLst>
        </pc:spChg>
      </pc:sldChg>
      <pc:sldChg chg="del">
        <pc:chgData name="Stef Van Wolputte" userId="53954008-e772-4081-b24d-77d1e8f1f00e" providerId="ADAL" clId="{FAFB8873-2732-458A-AB3C-0B26D3FDFC06}" dt="2025-01-28T14:24:42.609" v="0" actId="2696"/>
        <pc:sldMkLst>
          <pc:docMk/>
          <pc:sldMk cId="129590994" sldId="264"/>
        </pc:sldMkLst>
      </pc:sldChg>
      <pc:sldChg chg="ord">
        <pc:chgData name="Stef Van Wolputte" userId="53954008-e772-4081-b24d-77d1e8f1f00e" providerId="ADAL" clId="{FAFB8873-2732-458A-AB3C-0B26D3FDFC06}" dt="2025-01-28T14:24:52.839" v="2"/>
        <pc:sldMkLst>
          <pc:docMk/>
          <pc:sldMk cId="907257322" sldId="265"/>
        </pc:sldMkLst>
      </pc:sldChg>
      <pc:sldChg chg="del">
        <pc:chgData name="Stef Van Wolputte" userId="53954008-e772-4081-b24d-77d1e8f1f00e" providerId="ADAL" clId="{FAFB8873-2732-458A-AB3C-0B26D3FDFC06}" dt="2025-01-28T14:25:20.576" v="4" actId="47"/>
        <pc:sldMkLst>
          <pc:docMk/>
          <pc:sldMk cId="3137021158" sldId="266"/>
        </pc:sldMkLst>
      </pc:sldChg>
      <pc:sldChg chg="delSp mod">
        <pc:chgData name="Stef Van Wolputte" userId="53954008-e772-4081-b24d-77d1e8f1f00e" providerId="ADAL" clId="{FAFB8873-2732-458A-AB3C-0B26D3FDFC06}" dt="2025-01-28T14:25:18.411" v="3" actId="478"/>
        <pc:sldMkLst>
          <pc:docMk/>
          <pc:sldMk cId="3890025851" sldId="267"/>
        </pc:sldMkLst>
      </pc:sldChg>
      <pc:sldChg chg="modSp mod ord">
        <pc:chgData name="Stef Van Wolputte" userId="53954008-e772-4081-b24d-77d1e8f1f00e" providerId="ADAL" clId="{FAFB8873-2732-458A-AB3C-0B26D3FDFC06}" dt="2025-01-28T14:25:58.987" v="11" actId="5793"/>
        <pc:sldMkLst>
          <pc:docMk/>
          <pc:sldMk cId="2193909930" sldId="269"/>
        </pc:sldMkLst>
        <pc:spChg chg="mod">
          <ac:chgData name="Stef Van Wolputte" userId="53954008-e772-4081-b24d-77d1e8f1f00e" providerId="ADAL" clId="{FAFB8873-2732-458A-AB3C-0B26D3FDFC06}" dt="2025-01-28T14:25:58.987" v="11" actId="5793"/>
          <ac:spMkLst>
            <pc:docMk/>
            <pc:sldMk cId="2193909930" sldId="269"/>
            <ac:spMk id="4" creationId="{5928F730-57C6-F9F7-D0D7-9A0629410C9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A48A47-6F86-D356-ACBD-0D844FD912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a:extLst>
              <a:ext uri="{FF2B5EF4-FFF2-40B4-BE49-F238E27FC236}">
                <a16:creationId xmlns:a16="http://schemas.microsoft.com/office/drawing/2014/main" id="{59428466-DAF5-54C0-BFF8-A25664BB3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B964AC-A196-9C4B-919C-AE1BA74BA2FA}" type="datetimeFigureOut">
              <a:rPr lang="en-BE" smtClean="0"/>
              <a:t>04/02/2026</a:t>
            </a:fld>
            <a:endParaRPr lang="en-BE"/>
          </a:p>
        </p:txBody>
      </p:sp>
      <p:sp>
        <p:nvSpPr>
          <p:cNvPr id="4" name="Footer Placeholder 3">
            <a:extLst>
              <a:ext uri="{FF2B5EF4-FFF2-40B4-BE49-F238E27FC236}">
                <a16:creationId xmlns:a16="http://schemas.microsoft.com/office/drawing/2014/main" id="{0388CF3F-EC6F-E90E-AD7C-33D0FB6905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5" name="Slide Number Placeholder 4">
            <a:extLst>
              <a:ext uri="{FF2B5EF4-FFF2-40B4-BE49-F238E27FC236}">
                <a16:creationId xmlns:a16="http://schemas.microsoft.com/office/drawing/2014/main" id="{E896A4AB-6A5E-CA7E-FEEA-3AAD53032F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85AF-D26E-7D48-A14F-8297A1F24B98}" type="slidenum">
              <a:rPr lang="en-BE" smtClean="0"/>
              <a:t>‹#›</a:t>
            </a:fld>
            <a:endParaRPr lang="en-BE"/>
          </a:p>
        </p:txBody>
      </p:sp>
    </p:spTree>
    <p:extLst>
      <p:ext uri="{BB962C8B-B14F-4D97-AF65-F5344CB8AC3E}">
        <p14:creationId xmlns:p14="http://schemas.microsoft.com/office/powerpoint/2010/main" val="373324476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4FA4B-84DA-7E48-8B60-FE26A9A71E4A}" type="datetimeFigureOut">
              <a:rPr lang="en-BE" smtClean="0"/>
              <a:t>04/02/2026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BED02-5B17-F240-BA3D-A18F101907BD}" type="slidenum">
              <a:rPr lang="en-BE" smtClean="0"/>
              <a:t>‹#›</a:t>
            </a:fld>
            <a:endParaRPr lang="en-BE"/>
          </a:p>
        </p:txBody>
      </p:sp>
    </p:spTree>
    <p:extLst>
      <p:ext uri="{BB962C8B-B14F-4D97-AF65-F5344CB8AC3E}">
        <p14:creationId xmlns:p14="http://schemas.microsoft.com/office/powerpoint/2010/main" val="371347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B1BED02-5B17-F240-BA3D-A18F101907BD}" type="slidenum">
              <a:rPr lang="en-BE" smtClean="0"/>
              <a:t>3</a:t>
            </a:fld>
            <a:endParaRPr lang="en-BE"/>
          </a:p>
        </p:txBody>
      </p:sp>
    </p:spTree>
    <p:extLst>
      <p:ext uri="{BB962C8B-B14F-4D97-AF65-F5344CB8AC3E}">
        <p14:creationId xmlns:p14="http://schemas.microsoft.com/office/powerpoint/2010/main" val="329617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GenAI policy</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using GenAI for report writing, it is important to remember that these tools are designed to provide an answer for every section you request—even if those details aren't truly relevant to your specific project. Because GenAI works by predicting the "most likely" next word, its default output is often "flavorless" and "grey"—a blend of common patterns that lacks the unique spark of your own insight. To avoid a bland, generic report, you must treat GenAI as an input tool for inspiration and brainstorming, never as the final output tool. You are the author; it is your responsibility to take ownership by selecting only the relevant pieces, "coloring them in" with your specific project data, and making the active choices that give your work its flavor. This process isn't a one-click solution; it requires rigorous iteration. You must stay in the driver's seat by using follow-up prompts to refine ideas, deleting the "fluff," and constantly steering the tool until the final result is something you can confidently stand behind.</a:t>
            </a:r>
          </a:p>
          <a:p>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6</a:t>
            </a:fld>
            <a:endParaRPr lang="en-BE"/>
          </a:p>
        </p:txBody>
      </p:sp>
    </p:spTree>
    <p:extLst>
      <p:ext uri="{BB962C8B-B14F-4D97-AF65-F5344CB8AC3E}">
        <p14:creationId xmlns:p14="http://schemas.microsoft.com/office/powerpoint/2010/main" val="26357324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28.svg"/><Relationship Id="rId4" Type="http://schemas.openxmlformats.org/officeDocument/2006/relationships/image" Target="../media/image2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12.svg"/><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32.svg"/><Relationship Id="rId4" Type="http://schemas.openxmlformats.org/officeDocument/2006/relationships/image" Target="../media/image3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image" Target="../media/image54.png"/><Relationship Id="rId1" Type="http://schemas.openxmlformats.org/officeDocument/2006/relationships/slideMaster" Target="../slideMasters/slideMaster2.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Master" Target="../slideMasters/slideMaster2.xml"/><Relationship Id="rId5" Type="http://schemas.openxmlformats.org/officeDocument/2006/relationships/image" Target="../media/image65.svg"/><Relationship Id="rId4" Type="http://schemas.openxmlformats.org/officeDocument/2006/relationships/image" Target="../media/image6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7.svg"/><Relationship Id="rId7" Type="http://schemas.openxmlformats.org/officeDocument/2006/relationships/image" Target="../media/image69.svg"/><Relationship Id="rId2" Type="http://schemas.openxmlformats.org/officeDocument/2006/relationships/image" Target="../media/image66.png"/><Relationship Id="rId1" Type="http://schemas.openxmlformats.org/officeDocument/2006/relationships/slideMaster" Target="../slideMasters/slideMaster2.xml"/><Relationship Id="rId6" Type="http://schemas.openxmlformats.org/officeDocument/2006/relationships/image" Target="../media/image58.png"/><Relationship Id="rId5" Type="http://schemas.openxmlformats.org/officeDocument/2006/relationships/image" Target="../media/image68.svg"/><Relationship Id="rId4" Type="http://schemas.openxmlformats.org/officeDocument/2006/relationships/image" Target="../media/image5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Master" Target="../slideMasters/slideMaster3.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image" Target="../media/image94.png"/><Relationship Id="rId1" Type="http://schemas.openxmlformats.org/officeDocument/2006/relationships/slideMaster" Target="../slideMasters/slideMaster3.xml"/><Relationship Id="rId5" Type="http://schemas.openxmlformats.org/officeDocument/2006/relationships/image" Target="../media/image97.svg"/><Relationship Id="rId4" Type="http://schemas.openxmlformats.org/officeDocument/2006/relationships/image" Target="../media/image9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9.svg"/><Relationship Id="rId7" Type="http://schemas.openxmlformats.org/officeDocument/2006/relationships/image" Target="../media/image103.svg"/><Relationship Id="rId2" Type="http://schemas.openxmlformats.org/officeDocument/2006/relationships/image" Target="../media/image98.png"/><Relationship Id="rId1" Type="http://schemas.openxmlformats.org/officeDocument/2006/relationships/slideMaster" Target="../slideMasters/slideMaster3.xml"/><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image" Target="../media/image8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6.svg"/><Relationship Id="rId2" Type="http://schemas.openxmlformats.org/officeDocument/2006/relationships/image" Target="../media/image10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8.svg"/><Relationship Id="rId2" Type="http://schemas.openxmlformats.org/officeDocument/2006/relationships/image" Target="../media/image107.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700038E0-F866-4A69-B012-FC3E7C7DBCA8}" type="datetime4">
              <a:rPr lang="en-US" smtClean="0"/>
              <a:t>April 2,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grpSp>
        <p:nvGrpSpPr>
          <p:cNvPr id="13" name="Graphic 10">
            <a:extLst>
              <a:ext uri="{FF2B5EF4-FFF2-40B4-BE49-F238E27FC236}">
                <a16:creationId xmlns:a16="http://schemas.microsoft.com/office/drawing/2014/main" id="{51DE751A-7A3F-D6AE-25C3-644EB1427392}"/>
              </a:ext>
            </a:extLst>
          </p:cNvPr>
          <p:cNvGrpSpPr/>
          <p:nvPr userDrawn="1"/>
        </p:nvGrpSpPr>
        <p:grpSpPr>
          <a:xfrm>
            <a:off x="515936" y="512763"/>
            <a:ext cx="2144749" cy="508682"/>
            <a:chOff x="419100" y="2082800"/>
            <a:chExt cx="7770288" cy="1842923"/>
          </a:xfrm>
          <a:solidFill>
            <a:schemeClr val="bg2"/>
          </a:solidFill>
        </p:grpSpPr>
        <p:sp>
          <p:nvSpPr>
            <p:cNvPr id="14" name="Freeform 13">
              <a:extLst>
                <a:ext uri="{FF2B5EF4-FFF2-40B4-BE49-F238E27FC236}">
                  <a16:creationId xmlns:a16="http://schemas.microsoft.com/office/drawing/2014/main" id="{F276C2D8-1CCA-9313-263C-BE7BA6F030B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5" name="Freeform 14">
              <a:extLst>
                <a:ext uri="{FF2B5EF4-FFF2-40B4-BE49-F238E27FC236}">
                  <a16:creationId xmlns:a16="http://schemas.microsoft.com/office/drawing/2014/main" id="{1400BD0D-DF42-6125-4F75-BB6A1C417CD6}"/>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6" name="Freeform 15">
              <a:extLst>
                <a:ext uri="{FF2B5EF4-FFF2-40B4-BE49-F238E27FC236}">
                  <a16:creationId xmlns:a16="http://schemas.microsoft.com/office/drawing/2014/main" id="{0A7A548C-8071-4F5D-70A2-09A363BF8933}"/>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232621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EA93CC7-CB38-F753-0C0A-4EAB7D04B055}"/>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678" r="4678"/>
          <a:stretch/>
        </p:blipFill>
        <p:spPr>
          <a:xfrm rot="16200000">
            <a:off x="1831619" y="1988678"/>
            <a:ext cx="6858001" cy="2880641"/>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57347535-7C29-4646-AB4B-AD7ADFA1EC5F}" type="datetime4">
              <a:rPr lang="en-US" smtClean="0"/>
              <a:t>April 2,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10" name="Title 8">
            <a:extLst>
              <a:ext uri="{FF2B5EF4-FFF2-40B4-BE49-F238E27FC236}">
                <a16:creationId xmlns:a16="http://schemas.microsoft.com/office/drawing/2014/main" id="{62E49E7A-EE26-A574-2BA6-A1CF5C72D4C3}"/>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1" name="Text Placeholder 3">
            <a:extLst>
              <a:ext uri="{FF2B5EF4-FFF2-40B4-BE49-F238E27FC236}">
                <a16:creationId xmlns:a16="http://schemas.microsoft.com/office/drawing/2014/main" id="{0795738C-D898-0393-BB68-B238B648716F}"/>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grpSp>
        <p:nvGrpSpPr>
          <p:cNvPr id="2" name="Graphic 10">
            <a:extLst>
              <a:ext uri="{FF2B5EF4-FFF2-40B4-BE49-F238E27FC236}">
                <a16:creationId xmlns:a16="http://schemas.microsoft.com/office/drawing/2014/main" id="{74C591E6-C00F-C1F8-15EB-0920318EC326}"/>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588009DB-9DEC-C761-9F63-AC972B2A09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2" name="Freeform 11">
              <a:extLst>
                <a:ext uri="{FF2B5EF4-FFF2-40B4-BE49-F238E27FC236}">
                  <a16:creationId xmlns:a16="http://schemas.microsoft.com/office/drawing/2014/main" id="{6810AE74-A69E-D715-56F3-5934FF11CC3B}"/>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01692126-DA4E-887C-E99A-721D7737DEEE}"/>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6985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5A89896-58EE-8464-A751-8F33290BB5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3728389A-8E1A-4609-B4BC-942E1F741D2F}" type="datetime4">
              <a:rPr lang="en-US" smtClean="0"/>
              <a:t>April 2,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B047733E-2976-B52B-F6B8-AF7CF9BAD3B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67A952F8-66D0-2ED7-AEF5-991CDEC4A832}"/>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grpSp>
        <p:nvGrpSpPr>
          <p:cNvPr id="6" name="Graphic 10">
            <a:extLst>
              <a:ext uri="{FF2B5EF4-FFF2-40B4-BE49-F238E27FC236}">
                <a16:creationId xmlns:a16="http://schemas.microsoft.com/office/drawing/2014/main" id="{A6CE125F-0F09-D531-5906-DEE0024F18E4}"/>
              </a:ext>
            </a:extLst>
          </p:cNvPr>
          <p:cNvGrpSpPr/>
          <p:nvPr userDrawn="1"/>
        </p:nvGrpSpPr>
        <p:grpSpPr>
          <a:xfrm>
            <a:off x="515936" y="512763"/>
            <a:ext cx="2144749" cy="508682"/>
            <a:chOff x="419100" y="2082800"/>
            <a:chExt cx="7770288" cy="1842923"/>
          </a:xfrm>
          <a:solidFill>
            <a:schemeClr val="bg2"/>
          </a:solidFill>
        </p:grpSpPr>
        <p:sp>
          <p:nvSpPr>
            <p:cNvPr id="7" name="Freeform 6">
              <a:extLst>
                <a:ext uri="{FF2B5EF4-FFF2-40B4-BE49-F238E27FC236}">
                  <a16:creationId xmlns:a16="http://schemas.microsoft.com/office/drawing/2014/main" id="{DE78C081-D567-7110-4A41-1A106EB861C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AE94E96B-BC8A-D329-00CE-7254A5A50072}"/>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10B32232-9825-CD76-B211-D98D150D7235}"/>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79469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60C0742-7C35-27FD-F7B8-B99B49F84C3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419343" y="1589213"/>
            <a:ext cx="5849106" cy="3696206"/>
          </a:xfrm>
          <a:prstGeom prst="rect">
            <a:avLst/>
          </a:prstGeom>
        </p:spPr>
      </p:pic>
      <p:pic>
        <p:nvPicPr>
          <p:cNvPr id="8" name="Graphic 7">
            <a:extLst>
              <a:ext uri="{FF2B5EF4-FFF2-40B4-BE49-F238E27FC236}">
                <a16:creationId xmlns:a16="http://schemas.microsoft.com/office/drawing/2014/main" id="{CA4F9D45-4BC8-F585-6E92-6C3F5C54374B}"/>
              </a:ext>
            </a:extLst>
          </p:cNvPr>
          <p:cNvPicPr>
            <a:picLocks noChangeAspect="1"/>
          </p:cNvPicPr>
          <p:nvPr userDrawn="1"/>
        </p:nvPicPr>
        <p:blipFill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t="-3999" b="-3999"/>
          <a:stretch/>
        </p:blipFill>
        <p:spPr>
          <a:xfrm rot="16200000">
            <a:off x="4369743" y="2280680"/>
            <a:ext cx="5635107" cy="2324587"/>
          </a:xfrm>
          <a:prstGeom prst="rect">
            <a:avLst/>
          </a:prstGeom>
        </p:spPr>
      </p:pic>
      <p:pic>
        <p:nvPicPr>
          <p:cNvPr id="3" name="Graphic 2">
            <a:extLst>
              <a:ext uri="{FF2B5EF4-FFF2-40B4-BE49-F238E27FC236}">
                <a16:creationId xmlns:a16="http://schemas.microsoft.com/office/drawing/2014/main" id="{7C1CF9E8-50DB-4488-EFA2-5FA20DBAE5B6}"/>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729600" y="614106"/>
            <a:ext cx="2149200" cy="5646421"/>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5916"/>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9F563783-9E54-4A64-80E3-C85DCD4FA97B}" type="datetime4">
              <a:rPr lang="en-US" smtClean="0"/>
              <a:t>April 2,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90687BDE-65F0-63E5-1105-A00136C5312D}"/>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5" name="Text Placeholder 3">
            <a:extLst>
              <a:ext uri="{FF2B5EF4-FFF2-40B4-BE49-F238E27FC236}">
                <a16:creationId xmlns:a16="http://schemas.microsoft.com/office/drawing/2014/main" id="{E94D70C5-D4C5-2489-9430-B8D8DF7B1E4B}"/>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grpSp>
        <p:nvGrpSpPr>
          <p:cNvPr id="6" name="Graphic 10">
            <a:extLst>
              <a:ext uri="{FF2B5EF4-FFF2-40B4-BE49-F238E27FC236}">
                <a16:creationId xmlns:a16="http://schemas.microsoft.com/office/drawing/2014/main" id="{7C667DC1-8C62-66BF-8EEA-889500EEA890}"/>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1DD7C630-260D-36FF-BAE9-C1F1BB9E2B49}"/>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0" name="Freeform 9">
              <a:extLst>
                <a:ext uri="{FF2B5EF4-FFF2-40B4-BE49-F238E27FC236}">
                  <a16:creationId xmlns:a16="http://schemas.microsoft.com/office/drawing/2014/main" id="{8BF7592A-9691-35B4-4CD1-0397D220854F}"/>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07E52044-89B3-E563-3C67-AE2A7B60C1C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98869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1DAEDD1-911A-2B51-32FA-649207F2BB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A08EFC0-135F-2AF7-5FCD-DA748AFBC5E3}"/>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Picture Placeholder 22">
            <a:extLst>
              <a:ext uri="{FF2B5EF4-FFF2-40B4-BE49-F238E27FC236}">
                <a16:creationId xmlns:a16="http://schemas.microsoft.com/office/drawing/2014/main" id="{DC542420-B007-8E8A-7AEF-F8F9BB58BDE5}"/>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5" name="Title 20">
            <a:extLst>
              <a:ext uri="{FF2B5EF4-FFF2-40B4-BE49-F238E27FC236}">
                <a16:creationId xmlns:a16="http://schemas.microsoft.com/office/drawing/2014/main" id="{B152DDB2-B7AF-F076-4764-CFB5ED0B264D}"/>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dirty="0"/>
              <a:t>Korte </a:t>
            </a:r>
            <a:r>
              <a:rPr lang="en-GB" dirty="0" err="1"/>
              <a:t>titel</a:t>
            </a:r>
            <a:endParaRPr lang="en-BE" dirty="0"/>
          </a:p>
        </p:txBody>
      </p:sp>
      <p:sp>
        <p:nvSpPr>
          <p:cNvPr id="7" name="Text Placeholder 3">
            <a:extLst>
              <a:ext uri="{FF2B5EF4-FFF2-40B4-BE49-F238E27FC236}">
                <a16:creationId xmlns:a16="http://schemas.microsoft.com/office/drawing/2014/main" id="{905D50E6-C455-3BD2-FB90-1941D47E4AE4}"/>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EADEB0BF-4650-4617-A2D9-19BC8C46AAF1}" type="datetime4">
              <a:rPr lang="en-US" smtClean="0"/>
              <a:t>April 2,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Tree>
    <p:extLst>
      <p:ext uri="{BB962C8B-B14F-4D97-AF65-F5344CB8AC3E}">
        <p14:creationId xmlns:p14="http://schemas.microsoft.com/office/powerpoint/2010/main" val="306170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oudstafel 1">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344E15D9-B904-6C23-DB9B-FE9668214907}"/>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r="5738"/>
          <a:stretch>
            <a:fillRect/>
          </a:stretch>
        </p:blipFill>
        <p:spPr>
          <a:xfrm rot="10800000">
            <a:off x="0" y="0"/>
            <a:ext cx="4708559" cy="3150972"/>
          </a:xfrm>
          <a:custGeom>
            <a:avLst/>
            <a:gdLst>
              <a:gd name="connsiteX0" fmla="*/ 4708559 w 4708559"/>
              <a:gd name="connsiteY0" fmla="*/ 3150972 h 3150972"/>
              <a:gd name="connsiteX1" fmla="*/ 0 w 4708559"/>
              <a:gd name="connsiteY1" fmla="*/ 3150972 h 3150972"/>
              <a:gd name="connsiteX2" fmla="*/ 0 w 4708559"/>
              <a:gd name="connsiteY2" fmla="*/ 0 h 3150972"/>
              <a:gd name="connsiteX3" fmla="*/ 4708559 w 4708559"/>
              <a:gd name="connsiteY3" fmla="*/ 0 h 3150972"/>
            </a:gdLst>
            <a:ahLst/>
            <a:cxnLst>
              <a:cxn ang="0">
                <a:pos x="connsiteX0" y="connsiteY0"/>
              </a:cxn>
              <a:cxn ang="0">
                <a:pos x="connsiteX1" y="connsiteY1"/>
              </a:cxn>
              <a:cxn ang="0">
                <a:pos x="connsiteX2" y="connsiteY2"/>
              </a:cxn>
              <a:cxn ang="0">
                <a:pos x="connsiteX3" y="connsiteY3"/>
              </a:cxn>
            </a:cxnLst>
            <a:rect l="l" t="t" r="r" b="b"/>
            <a:pathLst>
              <a:path w="4708559" h="3150972">
                <a:moveTo>
                  <a:pt x="4708559" y="3150972"/>
                </a:moveTo>
                <a:lnTo>
                  <a:pt x="0" y="3150972"/>
                </a:lnTo>
                <a:lnTo>
                  <a:pt x="0" y="0"/>
                </a:lnTo>
                <a:lnTo>
                  <a:pt x="4708559" y="0"/>
                </a:lnTo>
                <a:close/>
              </a:path>
            </a:pathLst>
          </a:custGeom>
        </p:spPr>
      </p:pic>
      <p:sp>
        <p:nvSpPr>
          <p:cNvPr id="6" name="Title 6">
            <a:extLst>
              <a:ext uri="{FF2B5EF4-FFF2-40B4-BE49-F238E27FC236}">
                <a16:creationId xmlns:a16="http://schemas.microsoft.com/office/drawing/2014/main" id="{2B2C1027-25E9-7F63-E632-F7240E70D26B}"/>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
        <p:nvSpPr>
          <p:cNvPr id="2" name="Date Placeholder 1">
            <a:extLst>
              <a:ext uri="{FF2B5EF4-FFF2-40B4-BE49-F238E27FC236}">
                <a16:creationId xmlns:a16="http://schemas.microsoft.com/office/drawing/2014/main" id="{A9DA4B26-B733-D3D1-F3E0-F9A9051B8E70}"/>
              </a:ext>
            </a:extLst>
          </p:cNvPr>
          <p:cNvSpPr>
            <a:spLocks noGrp="1"/>
          </p:cNvSpPr>
          <p:nvPr>
            <p:ph type="dt" sz="half" idx="28"/>
          </p:nvPr>
        </p:nvSpPr>
        <p:spPr/>
        <p:txBody>
          <a:bodyPr/>
          <a:lstStyle/>
          <a:p>
            <a:fld id="{9777EEE4-3753-4D64-AE46-551F2790F8A1}" type="datetime4">
              <a:rPr lang="en-US" smtClean="0"/>
              <a:t>April 2, 2026</a:t>
            </a:fld>
            <a:endParaRPr lang="en-BE" dirty="0"/>
          </a:p>
        </p:txBody>
      </p:sp>
      <p:sp>
        <p:nvSpPr>
          <p:cNvPr id="4" name="Footer Placeholder 3">
            <a:extLst>
              <a:ext uri="{FF2B5EF4-FFF2-40B4-BE49-F238E27FC236}">
                <a16:creationId xmlns:a16="http://schemas.microsoft.com/office/drawing/2014/main" id="{62E434D6-F1FA-3A98-1E04-92D18AADB17E}"/>
              </a:ext>
            </a:extLst>
          </p:cNvPr>
          <p:cNvSpPr>
            <a:spLocks noGrp="1"/>
          </p:cNvSpPr>
          <p:nvPr>
            <p:ph type="ftr" sz="quarter" idx="29"/>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1B83E560-C1B8-1228-8ADD-FA44100F7B20}"/>
              </a:ext>
            </a:extLst>
          </p:cNvPr>
          <p:cNvSpPr>
            <a:spLocks noGrp="1"/>
          </p:cNvSpPr>
          <p:nvPr>
            <p:ph type="sldNum" sz="quarter" idx="30"/>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89672578-7A7F-6CAD-0B24-4E277903A79F}"/>
              </a:ext>
            </a:extLst>
          </p:cNvPr>
          <p:cNvSpPr>
            <a:spLocks noGrp="1"/>
          </p:cNvSpPr>
          <p:nvPr>
            <p:ph type="body" sz="quarter" idx="31"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5007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stafel 2">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E48BC169-BE0A-CD52-B729-7A8321F2E63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r="5754"/>
          <a:stretch>
            <a:fillRect/>
          </a:stretch>
        </p:blipFill>
        <p:spPr>
          <a:xfrm rot="10800000">
            <a:off x="-1" y="3348810"/>
            <a:ext cx="4694740" cy="3135330"/>
          </a:xfrm>
          <a:custGeom>
            <a:avLst/>
            <a:gdLst>
              <a:gd name="connsiteX0" fmla="*/ 4694740 w 4694740"/>
              <a:gd name="connsiteY0" fmla="*/ 3135330 h 3135330"/>
              <a:gd name="connsiteX1" fmla="*/ 0 w 4694740"/>
              <a:gd name="connsiteY1" fmla="*/ 3135330 h 3135330"/>
              <a:gd name="connsiteX2" fmla="*/ 0 w 4694740"/>
              <a:gd name="connsiteY2" fmla="*/ 0 h 3135330"/>
              <a:gd name="connsiteX3" fmla="*/ 4694740 w 4694740"/>
              <a:gd name="connsiteY3" fmla="*/ 0 h 3135330"/>
            </a:gdLst>
            <a:ahLst/>
            <a:cxnLst>
              <a:cxn ang="0">
                <a:pos x="connsiteX0" y="connsiteY0"/>
              </a:cxn>
              <a:cxn ang="0">
                <a:pos x="connsiteX1" y="connsiteY1"/>
              </a:cxn>
              <a:cxn ang="0">
                <a:pos x="connsiteX2" y="connsiteY2"/>
              </a:cxn>
              <a:cxn ang="0">
                <a:pos x="connsiteX3" y="connsiteY3"/>
              </a:cxn>
            </a:cxnLst>
            <a:rect l="l" t="t" r="r" b="b"/>
            <a:pathLst>
              <a:path w="4694740" h="3135330">
                <a:moveTo>
                  <a:pt x="4694740" y="3135330"/>
                </a:moveTo>
                <a:lnTo>
                  <a:pt x="0" y="3135330"/>
                </a:lnTo>
                <a:lnTo>
                  <a:pt x="0" y="0"/>
                </a:lnTo>
                <a:lnTo>
                  <a:pt x="4694740" y="0"/>
                </a:lnTo>
                <a:close/>
              </a:path>
            </a:pathLst>
          </a:custGeom>
        </p:spPr>
      </p:pic>
      <p:sp>
        <p:nvSpPr>
          <p:cNvPr id="17" name="Picture Placeholder 16">
            <a:extLst>
              <a:ext uri="{FF2B5EF4-FFF2-40B4-BE49-F238E27FC236}">
                <a16:creationId xmlns:a16="http://schemas.microsoft.com/office/drawing/2014/main" id="{C386D47D-9BD0-FBED-100B-F2F2BC4967D7}"/>
              </a:ext>
            </a:extLst>
          </p:cNvPr>
          <p:cNvSpPr>
            <a:spLocks noGrp="1"/>
          </p:cNvSpPr>
          <p:nvPr>
            <p:ph type="pic" sz="quarter" idx="24" hasCustomPrompt="1"/>
          </p:nvPr>
        </p:nvSpPr>
        <p:spPr>
          <a:xfrm>
            <a:off x="0" y="3326401"/>
            <a:ext cx="4708560" cy="3142274"/>
          </a:xfrm>
          <a:custGeom>
            <a:avLst/>
            <a:gdLst>
              <a:gd name="connsiteX0" fmla="*/ 0 w 4708560"/>
              <a:gd name="connsiteY0" fmla="*/ 0 h 3142274"/>
              <a:gd name="connsiteX1" fmla="*/ 4621478 w 4708560"/>
              <a:gd name="connsiteY1" fmla="*/ 0 h 3142274"/>
              <a:gd name="connsiteX2" fmla="*/ 4657818 w 4708560"/>
              <a:gd name="connsiteY2" fmla="*/ 141330 h 3142274"/>
              <a:gd name="connsiteX3" fmla="*/ 4708560 w 4708560"/>
              <a:gd name="connsiteY3" fmla="*/ 644682 h 3142274"/>
              <a:gd name="connsiteX4" fmla="*/ 2210967 w 4708560"/>
              <a:gd name="connsiteY4" fmla="*/ 3142274 h 3142274"/>
              <a:gd name="connsiteX5" fmla="*/ 14820 w 4708560"/>
              <a:gd name="connsiteY5" fmla="*/ 1835183 h 3142274"/>
              <a:gd name="connsiteX6" fmla="*/ 0 w 4708560"/>
              <a:gd name="connsiteY6" fmla="*/ 1804418 h 314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8560" h="3142274">
                <a:moveTo>
                  <a:pt x="0" y="0"/>
                </a:moveTo>
                <a:lnTo>
                  <a:pt x="4621478" y="0"/>
                </a:lnTo>
                <a:lnTo>
                  <a:pt x="4657818" y="141330"/>
                </a:lnTo>
                <a:cubicBezTo>
                  <a:pt x="4691088" y="303917"/>
                  <a:pt x="4708560" y="472259"/>
                  <a:pt x="4708560" y="644682"/>
                </a:cubicBezTo>
                <a:cubicBezTo>
                  <a:pt x="4708560" y="2024064"/>
                  <a:pt x="3590350" y="3142274"/>
                  <a:pt x="2210967" y="3142274"/>
                </a:cubicBezTo>
                <a:cubicBezTo>
                  <a:pt x="1262642" y="3142274"/>
                  <a:pt x="437761" y="2613745"/>
                  <a:pt x="14820" y="1835183"/>
                </a:cubicBezTo>
                <a:lnTo>
                  <a:pt x="0" y="1804418"/>
                </a:ln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9" name="Date Placeholder 8">
            <a:extLst>
              <a:ext uri="{FF2B5EF4-FFF2-40B4-BE49-F238E27FC236}">
                <a16:creationId xmlns:a16="http://schemas.microsoft.com/office/drawing/2014/main" id="{4E43CB1D-E6B5-D611-F75F-206B1D05B4DC}"/>
              </a:ext>
            </a:extLst>
          </p:cNvPr>
          <p:cNvSpPr>
            <a:spLocks noGrp="1"/>
          </p:cNvSpPr>
          <p:nvPr>
            <p:ph type="dt" sz="half" idx="29"/>
          </p:nvPr>
        </p:nvSpPr>
        <p:spPr/>
        <p:txBody>
          <a:bodyPr/>
          <a:lstStyle/>
          <a:p>
            <a:fld id="{B2F6AC21-BFC3-4525-8B41-8B5913F62ABC}" type="datetime4">
              <a:rPr lang="en-US" smtClean="0"/>
              <a:t>April 2, 2026</a:t>
            </a:fld>
            <a:endParaRPr lang="en-BE" dirty="0"/>
          </a:p>
        </p:txBody>
      </p:sp>
      <p:sp>
        <p:nvSpPr>
          <p:cNvPr id="11" name="Footer Placeholder 10">
            <a:extLst>
              <a:ext uri="{FF2B5EF4-FFF2-40B4-BE49-F238E27FC236}">
                <a16:creationId xmlns:a16="http://schemas.microsoft.com/office/drawing/2014/main" id="{446A547A-2B78-37DB-74F0-EE0495887A4D}"/>
              </a:ext>
            </a:extLst>
          </p:cNvPr>
          <p:cNvSpPr>
            <a:spLocks noGrp="1"/>
          </p:cNvSpPr>
          <p:nvPr>
            <p:ph type="ftr" sz="quarter" idx="30"/>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7E38182D-5335-28BB-0BA8-DC73BAA3A6FA}"/>
              </a:ext>
            </a:extLst>
          </p:cNvPr>
          <p:cNvSpPr>
            <a:spLocks noGrp="1"/>
          </p:cNvSpPr>
          <p:nvPr>
            <p:ph type="sldNum" sz="quarter" idx="31"/>
          </p:nvPr>
        </p:nvSpPr>
        <p:spPr/>
        <p:txBody>
          <a:bodyPr/>
          <a:lstStyle/>
          <a:p>
            <a:fld id="{8B70248A-FD0F-534C-919E-E8EB9B0FC062}" type="slidenum">
              <a:rPr lang="en-BE" smtClean="0"/>
              <a:pPr/>
              <a:t>‹#›</a:t>
            </a:fld>
            <a:endParaRPr lang="en-BE"/>
          </a:p>
        </p:txBody>
      </p:sp>
      <p:pic>
        <p:nvPicPr>
          <p:cNvPr id="8" name="Graphic 7">
            <a:extLst>
              <a:ext uri="{FF2B5EF4-FFF2-40B4-BE49-F238E27FC236}">
                <a16:creationId xmlns:a16="http://schemas.microsoft.com/office/drawing/2014/main" id="{01A2FF52-2606-D47E-1C09-77E2018FAD2D}"/>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r="5738"/>
          <a:stretch>
            <a:fillRect/>
          </a:stretch>
        </p:blipFill>
        <p:spPr>
          <a:xfrm rot="10800000">
            <a:off x="0" y="0"/>
            <a:ext cx="4708559" cy="3150972"/>
          </a:xfrm>
          <a:custGeom>
            <a:avLst/>
            <a:gdLst>
              <a:gd name="connsiteX0" fmla="*/ 4708559 w 4708559"/>
              <a:gd name="connsiteY0" fmla="*/ 3150972 h 3150972"/>
              <a:gd name="connsiteX1" fmla="*/ 0 w 4708559"/>
              <a:gd name="connsiteY1" fmla="*/ 3150972 h 3150972"/>
              <a:gd name="connsiteX2" fmla="*/ 0 w 4708559"/>
              <a:gd name="connsiteY2" fmla="*/ 0 h 3150972"/>
              <a:gd name="connsiteX3" fmla="*/ 4708559 w 4708559"/>
              <a:gd name="connsiteY3" fmla="*/ 0 h 3150972"/>
            </a:gdLst>
            <a:ahLst/>
            <a:cxnLst>
              <a:cxn ang="0">
                <a:pos x="connsiteX0" y="connsiteY0"/>
              </a:cxn>
              <a:cxn ang="0">
                <a:pos x="connsiteX1" y="connsiteY1"/>
              </a:cxn>
              <a:cxn ang="0">
                <a:pos x="connsiteX2" y="connsiteY2"/>
              </a:cxn>
              <a:cxn ang="0">
                <a:pos x="connsiteX3" y="connsiteY3"/>
              </a:cxn>
            </a:cxnLst>
            <a:rect l="l" t="t" r="r" b="b"/>
            <a:pathLst>
              <a:path w="4708559" h="3150972">
                <a:moveTo>
                  <a:pt x="4708559" y="3150972"/>
                </a:moveTo>
                <a:lnTo>
                  <a:pt x="0" y="3150972"/>
                </a:lnTo>
                <a:lnTo>
                  <a:pt x="0" y="0"/>
                </a:lnTo>
                <a:lnTo>
                  <a:pt x="4708559" y="0"/>
                </a:lnTo>
                <a:close/>
              </a:path>
            </a:pathLst>
          </a:custGeom>
        </p:spPr>
      </p:pic>
      <p:sp>
        <p:nvSpPr>
          <p:cNvPr id="18" name="Title 6">
            <a:extLst>
              <a:ext uri="{FF2B5EF4-FFF2-40B4-BE49-F238E27FC236}">
                <a16:creationId xmlns:a16="http://schemas.microsoft.com/office/drawing/2014/main" id="{2CC2B56C-04C9-0097-B992-D4AAEE6D7B37}"/>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
        <p:nvSpPr>
          <p:cNvPr id="2" name="Text Placeholder 9">
            <a:extLst>
              <a:ext uri="{FF2B5EF4-FFF2-40B4-BE49-F238E27FC236}">
                <a16:creationId xmlns:a16="http://schemas.microsoft.com/office/drawing/2014/main" id="{DE6BCAC9-8293-1EC8-1C6A-1B363C2F2B21}"/>
              </a:ext>
            </a:extLst>
          </p:cNvPr>
          <p:cNvSpPr>
            <a:spLocks noGrp="1"/>
          </p:cNvSpPr>
          <p:nvPr>
            <p:ph type="body" sz="quarter" idx="32"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970114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stafel 3">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91063B6-E4BA-5CD4-29E1-3AA1B5D63796}"/>
              </a:ext>
            </a:extLst>
          </p:cNvPr>
          <p:cNvGrpSpPr/>
          <p:nvPr userDrawn="1"/>
        </p:nvGrpSpPr>
        <p:grpSpPr>
          <a:xfrm>
            <a:off x="6969945" y="625641"/>
            <a:ext cx="4491488" cy="5606717"/>
            <a:chOff x="6663337" y="0"/>
            <a:chExt cx="5010150" cy="6254161"/>
          </a:xfrm>
          <a:solidFill>
            <a:srgbClr val="E8EBEE"/>
          </a:solidFill>
        </p:grpSpPr>
        <p:pic>
          <p:nvPicPr>
            <p:cNvPr id="15" name="Graphic 14">
              <a:extLst>
                <a:ext uri="{FF2B5EF4-FFF2-40B4-BE49-F238E27FC236}">
                  <a16:creationId xmlns:a16="http://schemas.microsoft.com/office/drawing/2014/main" id="{AD1644A2-6606-40CB-7F1B-E76D588DA8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663338" y="2113005"/>
              <a:ext cx="5010148" cy="1907584"/>
            </a:xfrm>
            <a:prstGeom prst="rect">
              <a:avLst/>
            </a:prstGeom>
          </p:spPr>
        </p:pic>
        <p:pic>
          <p:nvPicPr>
            <p:cNvPr id="16" name="Graphic 15">
              <a:extLst>
                <a:ext uri="{FF2B5EF4-FFF2-40B4-BE49-F238E27FC236}">
                  <a16:creationId xmlns:a16="http://schemas.microsoft.com/office/drawing/2014/main" id="{F1C2669B-5EAB-3BD5-6A25-2E074B17370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6663338" y="0"/>
              <a:ext cx="5010148" cy="1907584"/>
            </a:xfrm>
            <a:prstGeom prst="rect">
              <a:avLst/>
            </a:prstGeom>
          </p:spPr>
        </p:pic>
        <p:pic>
          <p:nvPicPr>
            <p:cNvPr id="17" name="Graphic 16">
              <a:extLst>
                <a:ext uri="{FF2B5EF4-FFF2-40B4-BE49-F238E27FC236}">
                  <a16:creationId xmlns:a16="http://schemas.microsoft.com/office/drawing/2014/main" id="{B60B2BAA-FF76-016A-AE82-B1E108A1239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663337" y="4346577"/>
              <a:ext cx="5010150" cy="1907584"/>
            </a:xfrm>
            <a:prstGeom prst="rect">
              <a:avLst/>
            </a:prstGeom>
          </p:spPr>
        </p:pic>
      </p:grpSp>
      <p:sp>
        <p:nvSpPr>
          <p:cNvPr id="2" name="Title 1">
            <a:extLst>
              <a:ext uri="{FF2B5EF4-FFF2-40B4-BE49-F238E27FC236}">
                <a16:creationId xmlns:a16="http://schemas.microsoft.com/office/drawing/2014/main" id="{C25D2273-F78E-9DB3-2A6F-BDDBC50814BE}"/>
              </a:ext>
            </a:extLst>
          </p:cNvPr>
          <p:cNvSpPr>
            <a:spLocks noGrp="1"/>
          </p:cNvSpPr>
          <p:nvPr>
            <p:ph type="title" hasCustomPrompt="1"/>
          </p:nvPr>
        </p:nvSpPr>
        <p:spPr/>
        <p:txBody>
          <a:bodyPr/>
          <a:lstStyle>
            <a:lvl1pPr>
              <a:defRPr/>
            </a:lvl1pPr>
          </a:lstStyle>
          <a:p>
            <a:r>
              <a:rPr lang="nl-BE" dirty="0"/>
              <a:t>Inhoud</a:t>
            </a:r>
            <a:endParaRPr lang="en-BE" dirty="0"/>
          </a:p>
        </p:txBody>
      </p:sp>
      <p:sp>
        <p:nvSpPr>
          <p:cNvPr id="5" name="Date Placeholder 4">
            <a:extLst>
              <a:ext uri="{FF2B5EF4-FFF2-40B4-BE49-F238E27FC236}">
                <a16:creationId xmlns:a16="http://schemas.microsoft.com/office/drawing/2014/main" id="{20ACE6B1-CB1E-FD86-3DF8-A5E3CF56BEC4}"/>
              </a:ext>
            </a:extLst>
          </p:cNvPr>
          <p:cNvSpPr>
            <a:spLocks noGrp="1"/>
          </p:cNvSpPr>
          <p:nvPr>
            <p:ph type="dt" sz="half" idx="23"/>
          </p:nvPr>
        </p:nvSpPr>
        <p:spPr/>
        <p:txBody>
          <a:bodyPr/>
          <a:lstStyle/>
          <a:p>
            <a:fld id="{C6D865C2-7BB3-49EE-851A-EE1F81E0825E}" type="datetime4">
              <a:rPr lang="en-US" smtClean="0"/>
              <a:t>April 2, 2026</a:t>
            </a:fld>
            <a:endParaRPr lang="en-BE" dirty="0"/>
          </a:p>
        </p:txBody>
      </p:sp>
      <p:sp>
        <p:nvSpPr>
          <p:cNvPr id="7" name="Footer Placeholder 6">
            <a:extLst>
              <a:ext uri="{FF2B5EF4-FFF2-40B4-BE49-F238E27FC236}">
                <a16:creationId xmlns:a16="http://schemas.microsoft.com/office/drawing/2014/main" id="{E06E0A32-6236-FD89-54F3-32DAF68AAF66}"/>
              </a:ext>
            </a:extLst>
          </p:cNvPr>
          <p:cNvSpPr>
            <a:spLocks noGrp="1"/>
          </p:cNvSpPr>
          <p:nvPr>
            <p:ph type="ftr" sz="quarter" idx="24"/>
          </p:nvPr>
        </p:nvSpPr>
        <p:spPr/>
        <p:txBody>
          <a:bodyPr/>
          <a:lstStyle/>
          <a:p>
            <a:r>
              <a:rPr lang="en-GB" dirty="0" err="1"/>
              <a:t>Voettekst</a:t>
            </a:r>
            <a:endParaRPr lang="en-BE" dirty="0"/>
          </a:p>
        </p:txBody>
      </p:sp>
      <p:sp>
        <p:nvSpPr>
          <p:cNvPr id="8" name="Slide Number Placeholder 7">
            <a:extLst>
              <a:ext uri="{FF2B5EF4-FFF2-40B4-BE49-F238E27FC236}">
                <a16:creationId xmlns:a16="http://schemas.microsoft.com/office/drawing/2014/main" id="{165FE8F9-875D-C106-3FC1-50AED466CC36}"/>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3" name="Text Placeholder 9">
            <a:extLst>
              <a:ext uri="{FF2B5EF4-FFF2-40B4-BE49-F238E27FC236}">
                <a16:creationId xmlns:a16="http://schemas.microsoft.com/office/drawing/2014/main" id="{A0A78055-FE2C-B041-C51B-52FDF9A6F16D}"/>
              </a:ext>
            </a:extLst>
          </p:cNvPr>
          <p:cNvSpPr>
            <a:spLocks noGrp="1"/>
          </p:cNvSpPr>
          <p:nvPr>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72008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2AF3EB5-ACD0-6B09-1FF2-DEA60249A70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5400000">
            <a:off x="4238293" y="2126818"/>
            <a:ext cx="6903349" cy="2609803"/>
          </a:xfrm>
          <a:prstGeom prst="rect">
            <a:avLst/>
          </a:prstGeom>
        </p:spPr>
      </p:pic>
      <p:pic>
        <p:nvPicPr>
          <p:cNvPr id="10" name="Graphic 9">
            <a:extLst>
              <a:ext uri="{FF2B5EF4-FFF2-40B4-BE49-F238E27FC236}">
                <a16:creationId xmlns:a16="http://schemas.microsoft.com/office/drawing/2014/main" id="{7E949FA5-2A21-A3D7-3120-30E1A0CBA1BA}"/>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89" r="5189"/>
          <a:stretch/>
        </p:blipFill>
        <p:spPr>
          <a:xfrm rot="5400000">
            <a:off x="7316570" y="1982572"/>
            <a:ext cx="6858002" cy="2892857"/>
          </a:xfrm>
          <a:prstGeom prst="rect">
            <a:avLst/>
          </a:prstGeom>
        </p:spPr>
      </p:pic>
      <p:sp>
        <p:nvSpPr>
          <p:cNvPr id="2" name="Text Placeholder 3">
            <a:extLst>
              <a:ext uri="{FF2B5EF4-FFF2-40B4-BE49-F238E27FC236}">
                <a16:creationId xmlns:a16="http://schemas.microsoft.com/office/drawing/2014/main" id="{EA593D01-B366-1C7A-016D-3A952A425B09}"/>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89B727AB-7970-6A95-AC91-00F2644113B6}"/>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2"/>
                </a:solidFill>
              </a:defRPr>
            </a:lvl1pPr>
          </a:lstStyle>
          <a:p>
            <a:r>
              <a:rPr lang="en-GB" dirty="0" err="1"/>
              <a:t>Hoofdstuk</a:t>
            </a:r>
            <a:r>
              <a:rPr lang="en-GB" dirty="0"/>
              <a:t> - </a:t>
            </a:r>
            <a:r>
              <a:rPr lang="en-GB" dirty="0" err="1"/>
              <a:t>Titel</a:t>
            </a:r>
            <a:endParaRPr lang="en-BE" dirty="0"/>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5DE3B9E7-321A-4E6C-8E9F-AD1E1D839DFB}" type="datetime4">
              <a:rPr lang="en-US" smtClean="0"/>
              <a:t>April 2,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grpSp>
        <p:nvGrpSpPr>
          <p:cNvPr id="3" name="Graphic 10">
            <a:extLst>
              <a:ext uri="{FF2B5EF4-FFF2-40B4-BE49-F238E27FC236}">
                <a16:creationId xmlns:a16="http://schemas.microsoft.com/office/drawing/2014/main" id="{E6D829A7-C904-8A9A-23A5-FCBB631672D1}"/>
              </a:ext>
            </a:extLst>
          </p:cNvPr>
          <p:cNvGrpSpPr/>
          <p:nvPr userDrawn="1"/>
        </p:nvGrpSpPr>
        <p:grpSpPr>
          <a:xfrm>
            <a:off x="515936" y="512763"/>
            <a:ext cx="2144749" cy="508682"/>
            <a:chOff x="419100" y="2082800"/>
            <a:chExt cx="7770288" cy="1842923"/>
          </a:xfrm>
          <a:solidFill>
            <a:schemeClr val="bg2"/>
          </a:solidFill>
        </p:grpSpPr>
        <p:sp>
          <p:nvSpPr>
            <p:cNvPr id="4" name="Freeform 3">
              <a:extLst>
                <a:ext uri="{FF2B5EF4-FFF2-40B4-BE49-F238E27FC236}">
                  <a16:creationId xmlns:a16="http://schemas.microsoft.com/office/drawing/2014/main" id="{C4155CDF-5BB2-0B73-B13E-F402F1F0D01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8" name="Freeform 7">
              <a:extLst>
                <a:ext uri="{FF2B5EF4-FFF2-40B4-BE49-F238E27FC236}">
                  <a16:creationId xmlns:a16="http://schemas.microsoft.com/office/drawing/2014/main" id="{024181C2-5222-6331-32FB-3046650FADA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5852D811-CBE1-B69B-7B4E-CF783C29DE54}"/>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346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C7DC0E9-206B-3EC5-5A9A-91594C0EE8A4}"/>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t="20447"/>
          <a:stretch/>
        </p:blipFill>
        <p:spPr>
          <a:xfrm rot="10800000">
            <a:off x="6675543" y="5426034"/>
            <a:ext cx="4761335" cy="1431966"/>
          </a:xfrm>
          <a:prstGeom prst="rect">
            <a:avLst/>
          </a:prstGeom>
        </p:spPr>
      </p:pic>
      <p:pic>
        <p:nvPicPr>
          <p:cNvPr id="9" name="Graphic 8">
            <a:extLst>
              <a:ext uri="{FF2B5EF4-FFF2-40B4-BE49-F238E27FC236}">
                <a16:creationId xmlns:a16="http://schemas.microsoft.com/office/drawing/2014/main" id="{0E0157AD-A891-A1AC-9563-C7000319F27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21892" y="1787400"/>
            <a:ext cx="5204805" cy="3283200"/>
          </a:xfrm>
          <a:prstGeom prst="rect">
            <a:avLst/>
          </a:prstGeom>
        </p:spPr>
      </p:pic>
      <p:pic>
        <p:nvPicPr>
          <p:cNvPr id="7" name="Graphic 6">
            <a:extLst>
              <a:ext uri="{FF2B5EF4-FFF2-40B4-BE49-F238E27FC236}">
                <a16:creationId xmlns:a16="http://schemas.microsoft.com/office/drawing/2014/main" id="{53BC9DF6-267F-1569-9F12-E1CB06A9EEF0}"/>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322AABF0-1A3A-478C-9148-A8AF51AC8D47}" type="datetime4">
              <a:rPr lang="en-US" smtClean="0"/>
              <a:t>April 2,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A15E89CA-1E5F-6B52-C912-30D9822E4863}"/>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B82E70A7-2C48-50B1-8E87-713A1B946F2C}"/>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2"/>
                </a:solidFill>
              </a:defRPr>
            </a:lvl1pPr>
          </a:lstStyle>
          <a:p>
            <a:r>
              <a:rPr lang="en-GB" dirty="0" err="1"/>
              <a:t>Hoofdstuk</a:t>
            </a:r>
            <a:r>
              <a:rPr lang="en-GB" dirty="0"/>
              <a:t> - </a:t>
            </a:r>
            <a:r>
              <a:rPr lang="en-GB" dirty="0" err="1"/>
              <a:t>Titel</a:t>
            </a:r>
            <a:endParaRPr lang="en-BE" dirty="0"/>
          </a:p>
        </p:txBody>
      </p:sp>
      <p:grpSp>
        <p:nvGrpSpPr>
          <p:cNvPr id="10" name="Graphic 10">
            <a:extLst>
              <a:ext uri="{FF2B5EF4-FFF2-40B4-BE49-F238E27FC236}">
                <a16:creationId xmlns:a16="http://schemas.microsoft.com/office/drawing/2014/main" id="{0F6ABC66-C52D-493A-4A02-B555F6CEE446}"/>
              </a:ext>
            </a:extLst>
          </p:cNvPr>
          <p:cNvGrpSpPr/>
          <p:nvPr userDrawn="1"/>
        </p:nvGrpSpPr>
        <p:grpSpPr>
          <a:xfrm>
            <a:off x="515936" y="512763"/>
            <a:ext cx="2144749" cy="508682"/>
            <a:chOff x="419100" y="2082800"/>
            <a:chExt cx="7770288" cy="1842923"/>
          </a:xfrm>
          <a:solidFill>
            <a:schemeClr val="bg2"/>
          </a:solidFill>
        </p:grpSpPr>
        <p:sp>
          <p:nvSpPr>
            <p:cNvPr id="11" name="Freeform 10">
              <a:extLst>
                <a:ext uri="{FF2B5EF4-FFF2-40B4-BE49-F238E27FC236}">
                  <a16:creationId xmlns:a16="http://schemas.microsoft.com/office/drawing/2014/main" id="{45B06E84-D286-23DC-F2C9-D7FBA527FF0D}"/>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2" name="Freeform 11">
              <a:extLst>
                <a:ext uri="{FF2B5EF4-FFF2-40B4-BE49-F238E27FC236}">
                  <a16:creationId xmlns:a16="http://schemas.microsoft.com/office/drawing/2014/main" id="{840F0368-348F-B91F-4B87-D7C0EE032C43}"/>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679A3EDF-2B81-916C-4B07-44D213CFBB32}"/>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5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D73269-B985-8940-6471-60C19BED7F0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16474CFE-E0F7-3140-4108-44D7495C6722}"/>
              </a:ext>
            </a:extLst>
          </p:cNvPr>
          <p:cNvSpPr>
            <a:spLocks noGrp="1"/>
          </p:cNvSpPr>
          <p:nvPr>
            <p:ph type="dt" sz="half" idx="23"/>
          </p:nvPr>
        </p:nvSpPr>
        <p:spPr/>
        <p:txBody>
          <a:bodyPr/>
          <a:lstStyle/>
          <a:p>
            <a:fld id="{042AD5C7-A0B4-4BAF-A407-55E27D09B4B0}" type="datetime4">
              <a:rPr lang="en-US" smtClean="0"/>
              <a:t>April 2, 2026</a:t>
            </a:fld>
            <a:endParaRPr lang="en-BE" dirty="0"/>
          </a:p>
        </p:txBody>
      </p:sp>
      <p:sp>
        <p:nvSpPr>
          <p:cNvPr id="6" name="Footer Placeholder 5">
            <a:extLst>
              <a:ext uri="{FF2B5EF4-FFF2-40B4-BE49-F238E27FC236}">
                <a16:creationId xmlns:a16="http://schemas.microsoft.com/office/drawing/2014/main" id="{35498DE0-78F2-FC62-93AF-60F7A96796C0}"/>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AFB9ABD-C563-61B1-6D71-EAABD486CCD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4" name="Text Placeholder 9">
            <a:extLst>
              <a:ext uri="{FF2B5EF4-FFF2-40B4-BE49-F238E27FC236}">
                <a16:creationId xmlns:a16="http://schemas.microsoft.com/office/drawing/2014/main" id="{5DE3520F-B464-0DD1-1FF4-A471D8364B52}"/>
              </a:ext>
            </a:extLst>
          </p:cNvPr>
          <p:cNvSpPr>
            <a:spLocks noGrp="1"/>
          </p:cNvSpPr>
          <p:nvPr>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620584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 2 kolomm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BDC6-B3B3-7F4B-F721-D9F06CCC7B0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DEC0DA0-A551-D6B3-2BCE-99146FAE1BC7}"/>
              </a:ext>
            </a:extLst>
          </p:cNvPr>
          <p:cNvSpPr>
            <a:spLocks noGrp="1"/>
          </p:cNvSpPr>
          <p:nvPr>
            <p:ph type="dt" sz="half" idx="24"/>
          </p:nvPr>
        </p:nvSpPr>
        <p:spPr/>
        <p:txBody>
          <a:bodyPr/>
          <a:lstStyle/>
          <a:p>
            <a:fld id="{C60CC606-236A-479D-919A-C0CBFEDA0D3A}" type="datetime4">
              <a:rPr lang="en-US" smtClean="0"/>
              <a:t>April 2, 2026</a:t>
            </a:fld>
            <a:endParaRPr lang="en-BE" dirty="0"/>
          </a:p>
        </p:txBody>
      </p:sp>
      <p:sp>
        <p:nvSpPr>
          <p:cNvPr id="4" name="Footer Placeholder 3">
            <a:extLst>
              <a:ext uri="{FF2B5EF4-FFF2-40B4-BE49-F238E27FC236}">
                <a16:creationId xmlns:a16="http://schemas.microsoft.com/office/drawing/2014/main" id="{494CA4E9-E664-2785-835C-512889A84F88}"/>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D3CBE5E-9122-E02A-7CED-9015567A9752}"/>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9557DAA5-F5EB-EF95-7A4F-4EEE88EA78E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ext Placeholder 9">
            <a:extLst>
              <a:ext uri="{FF2B5EF4-FFF2-40B4-BE49-F238E27FC236}">
                <a16:creationId xmlns:a16="http://schemas.microsoft.com/office/drawing/2014/main" id="{B77DBA36-DDE5-92A6-3086-F6603E8376D9}"/>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22972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itels + 2 kolomme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FBB3D9-5491-08FB-7248-0C56498D3FDE}"/>
              </a:ext>
            </a:extLst>
          </p:cNvPr>
          <p:cNvSpPr>
            <a:spLocks noGrp="1"/>
          </p:cNvSpPr>
          <p:nvPr>
            <p:ph type="title" hasCustomPrompt="1"/>
          </p:nvPr>
        </p:nvSpPr>
        <p:spPr>
          <a:xfrm>
            <a:off x="515938" y="304419"/>
            <a:ext cx="5322090" cy="1116012"/>
          </a:xfrm>
        </p:spPr>
        <p:txBody>
          <a:bodyPr lIns="90000"/>
          <a:lstStyle/>
          <a:p>
            <a:r>
              <a:rPr lang="en-GB" dirty="0"/>
              <a:t>Korte of </a:t>
            </a:r>
            <a:r>
              <a:rPr lang="en-GB" dirty="0" err="1"/>
              <a:t>lange</a:t>
            </a:r>
            <a:r>
              <a:rPr lang="en-GB" dirty="0"/>
              <a:t> </a:t>
            </a:r>
            <a:r>
              <a:rPr lang="en-GB" dirty="0" err="1"/>
              <a:t>titel</a:t>
            </a:r>
            <a:endParaRPr lang="en-BE" dirty="0"/>
          </a:p>
        </p:txBody>
      </p:sp>
      <p:sp>
        <p:nvSpPr>
          <p:cNvPr id="11" name="Text Placeholder 10">
            <a:extLst>
              <a:ext uri="{FF2B5EF4-FFF2-40B4-BE49-F238E27FC236}">
                <a16:creationId xmlns:a16="http://schemas.microsoft.com/office/drawing/2014/main" id="{BADCD618-5862-1ACC-FB63-D9EAC21F85D1}"/>
              </a:ext>
            </a:extLst>
          </p:cNvPr>
          <p:cNvSpPr>
            <a:spLocks noGrp="1"/>
          </p:cNvSpPr>
          <p:nvPr>
            <p:ph type="body" sz="quarter" idx="24" hasCustomPrompt="1"/>
          </p:nvPr>
        </p:nvSpPr>
        <p:spPr>
          <a:xfrm>
            <a:off x="6353973" y="304419"/>
            <a:ext cx="5322090" cy="1116013"/>
          </a:xfrm>
          <a:prstGeom prst="rect">
            <a:avLst/>
          </a:prstGeom>
        </p:spPr>
        <p:txBody>
          <a:bodyPr lIns="90000" tIns="46800" rIns="90000" bIns="46800" anchor="ctr">
            <a:noAutofit/>
          </a:bodyPr>
          <a:lstStyle>
            <a:lvl1pPr>
              <a:lnSpc>
                <a:spcPct val="85000"/>
              </a:lnSpc>
              <a:defRPr sz="4400" b="1" i="0">
                <a:solidFill>
                  <a:schemeClr val="bg2"/>
                </a:solidFill>
                <a:latin typeface="Century Gothic" panose="020B0502020202020204" pitchFamily="34" charset="0"/>
              </a:defRPr>
            </a:lvl1pPr>
          </a:lstStyle>
          <a:p>
            <a:pPr lvl="0"/>
            <a:r>
              <a:rPr lang="en-GB" dirty="0"/>
              <a:t>Korte of </a:t>
            </a:r>
            <a:r>
              <a:rPr lang="en-GB" dirty="0" err="1"/>
              <a:t>lange</a:t>
            </a:r>
            <a:r>
              <a:rPr lang="en-GB" dirty="0"/>
              <a:t> </a:t>
            </a:r>
            <a:r>
              <a:rPr lang="en-GB" dirty="0" err="1"/>
              <a:t>titel</a:t>
            </a:r>
            <a:endParaRPr lang="en-BE" dirty="0"/>
          </a:p>
        </p:txBody>
      </p:sp>
      <p:sp>
        <p:nvSpPr>
          <p:cNvPr id="2" name="Date Placeholder 1">
            <a:extLst>
              <a:ext uri="{FF2B5EF4-FFF2-40B4-BE49-F238E27FC236}">
                <a16:creationId xmlns:a16="http://schemas.microsoft.com/office/drawing/2014/main" id="{2F55D77F-BF38-F71B-C592-8AC4ECC4BA06}"/>
              </a:ext>
            </a:extLst>
          </p:cNvPr>
          <p:cNvSpPr>
            <a:spLocks noGrp="1"/>
          </p:cNvSpPr>
          <p:nvPr>
            <p:ph type="dt" sz="half" idx="25"/>
          </p:nvPr>
        </p:nvSpPr>
        <p:spPr/>
        <p:txBody>
          <a:bodyPr/>
          <a:lstStyle/>
          <a:p>
            <a:fld id="{3532D8BA-A475-4F28-85A3-F5D83E86EB88}" type="datetime4">
              <a:rPr lang="en-US" smtClean="0"/>
              <a:t>April 2, 2026</a:t>
            </a:fld>
            <a:endParaRPr lang="en-BE" dirty="0"/>
          </a:p>
        </p:txBody>
      </p:sp>
      <p:sp>
        <p:nvSpPr>
          <p:cNvPr id="3" name="Footer Placeholder 2">
            <a:extLst>
              <a:ext uri="{FF2B5EF4-FFF2-40B4-BE49-F238E27FC236}">
                <a16:creationId xmlns:a16="http://schemas.microsoft.com/office/drawing/2014/main" id="{30B3CFAE-7ED8-6D96-89E0-496BA1768003}"/>
              </a:ext>
            </a:extLst>
          </p:cNvPr>
          <p:cNvSpPr>
            <a:spLocks noGrp="1"/>
          </p:cNvSpPr>
          <p:nvPr>
            <p:ph type="ftr" sz="quarter" idx="26"/>
          </p:nvPr>
        </p:nvSpPr>
        <p:spPr/>
        <p:txBody>
          <a:bodyPr/>
          <a:lstStyle/>
          <a:p>
            <a:r>
              <a:rPr lang="en-GB"/>
              <a:t>Voettekst</a:t>
            </a:r>
            <a:endParaRPr lang="en-BE" dirty="0"/>
          </a:p>
        </p:txBody>
      </p:sp>
      <p:sp>
        <p:nvSpPr>
          <p:cNvPr id="4" name="Slide Number Placeholder 3">
            <a:extLst>
              <a:ext uri="{FF2B5EF4-FFF2-40B4-BE49-F238E27FC236}">
                <a16:creationId xmlns:a16="http://schemas.microsoft.com/office/drawing/2014/main" id="{C645FA79-34B6-D880-2E66-87A45ED101A0}"/>
              </a:ext>
            </a:extLst>
          </p:cNvPr>
          <p:cNvSpPr>
            <a:spLocks noGrp="1"/>
          </p:cNvSpPr>
          <p:nvPr>
            <p:ph type="sldNum" sz="quarter" idx="27"/>
          </p:nvPr>
        </p:nvSpPr>
        <p:spPr/>
        <p:txBody>
          <a:bodyPr/>
          <a:lstStyle/>
          <a:p>
            <a:fld id="{8B70248A-FD0F-534C-919E-E8EB9B0FC062}" type="slidenum">
              <a:rPr lang="en-BE" smtClean="0"/>
              <a:pPr/>
              <a:t>‹#›</a:t>
            </a:fld>
            <a:endParaRPr lang="en-BE"/>
          </a:p>
        </p:txBody>
      </p:sp>
      <p:sp>
        <p:nvSpPr>
          <p:cNvPr id="5" name="Text Placeholder 9">
            <a:extLst>
              <a:ext uri="{FF2B5EF4-FFF2-40B4-BE49-F238E27FC236}">
                <a16:creationId xmlns:a16="http://schemas.microsoft.com/office/drawing/2014/main" id="{E192B4F4-000C-5D76-23FB-846B97E2EF0D}"/>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7" name="Text Placeholder 9">
            <a:extLst>
              <a:ext uri="{FF2B5EF4-FFF2-40B4-BE49-F238E27FC236}">
                <a16:creationId xmlns:a16="http://schemas.microsoft.com/office/drawing/2014/main" id="{1AA25077-A7CF-1DB7-8E91-80AF2D9A1E63}"/>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60932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 inhoud + foto (links) /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8CEA147-0025-0F98-97B2-E6125D9F8042}"/>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0"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a:xfrm>
            <a:off x="6096000" y="304419"/>
            <a:ext cx="5580062"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857E6AF9-7610-4073-BBBC-EBBA40F1E011}" type="datetime4">
              <a:rPr lang="en-US" smtClean="0"/>
              <a:t>April 2,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58E50CE9-799E-DC5E-2372-42532E9151FE}"/>
              </a:ext>
            </a:extLst>
          </p:cNvPr>
          <p:cNvSpPr>
            <a:spLocks noGrp="1"/>
          </p:cNvSpPr>
          <p:nvPr>
            <p:ph type="body" sz="quarter" idx="32" hasCustomPrompt="1"/>
          </p:nvPr>
        </p:nvSpPr>
        <p:spPr>
          <a:xfrm>
            <a:off x="6096001"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142611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 inhoud + foto (links) /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515938"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8FC55A0A-43BD-4A06-8CB7-A44A9C987641}" type="datetime4">
              <a:rPr lang="en-US" smtClean="0"/>
              <a:t>April 2,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1" name="Text Placeholder 9">
            <a:extLst>
              <a:ext uri="{FF2B5EF4-FFF2-40B4-BE49-F238E27FC236}">
                <a16:creationId xmlns:a16="http://schemas.microsoft.com/office/drawing/2014/main" id="{7582BC15-252B-9CF6-D98C-10F5575F8CBB}"/>
              </a:ext>
            </a:extLst>
          </p:cNvPr>
          <p:cNvSpPr>
            <a:spLocks noGrp="1"/>
          </p:cNvSpPr>
          <p:nvPr>
            <p:ph type="body" sz="quarter" idx="32" hasCustomPrompt="1"/>
          </p:nvPr>
        </p:nvSpPr>
        <p:spPr>
          <a:xfrm>
            <a:off x="6353971" y="1628775"/>
            <a:ext cx="5322093" cy="4716463"/>
          </a:xfrm>
        </p:spPr>
        <p:txBody>
          <a:bodyPr lIns="0"/>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258741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 inhoud + foto (rechts) /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8CEA147-0025-0F98-97B2-E6125D9F8042}"/>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6353969"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7F1E4942-FFF0-41CC-8BCB-8FDC564FF7DE}" type="datetime4">
              <a:rPr lang="en-US" smtClean="0"/>
              <a:t>April 2,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F06F01A4-C9D2-BE35-0426-9AB950A3501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itle 9">
            <a:extLst>
              <a:ext uri="{FF2B5EF4-FFF2-40B4-BE49-F238E27FC236}">
                <a16:creationId xmlns:a16="http://schemas.microsoft.com/office/drawing/2014/main" id="{22D81DE2-D391-8E7C-7E33-2BF8ADA6F102}"/>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8432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 inhoud + foto (rechts) / 2">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itle 5">
            <a:extLst>
              <a:ext uri="{FF2B5EF4-FFF2-40B4-BE49-F238E27FC236}">
                <a16:creationId xmlns:a16="http://schemas.microsoft.com/office/drawing/2014/main" id="{43ED01CD-4DE7-B556-5103-FD866A30B801}"/>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F1915603-956E-DDD7-689A-D288A5269A8C}"/>
              </a:ext>
            </a:extLst>
          </p:cNvPr>
          <p:cNvSpPr>
            <a:spLocks noGrp="1"/>
          </p:cNvSpPr>
          <p:nvPr>
            <p:ph type="dt" sz="half" idx="23"/>
          </p:nvPr>
        </p:nvSpPr>
        <p:spPr/>
        <p:txBody>
          <a:bodyPr/>
          <a:lstStyle/>
          <a:p>
            <a:fld id="{06E68734-2502-4DC5-8E12-4C3074920550}" type="datetime4">
              <a:rPr lang="en-US" smtClean="0"/>
              <a:t>April 2, 2026</a:t>
            </a:fld>
            <a:endParaRPr lang="en-BE" dirty="0"/>
          </a:p>
        </p:txBody>
      </p:sp>
      <p:sp>
        <p:nvSpPr>
          <p:cNvPr id="4" name="Footer Placeholder 3">
            <a:extLst>
              <a:ext uri="{FF2B5EF4-FFF2-40B4-BE49-F238E27FC236}">
                <a16:creationId xmlns:a16="http://schemas.microsoft.com/office/drawing/2014/main" id="{7ED7CAD8-B3AF-8B8A-DE4C-E234E149D8AA}"/>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E139D71-6913-528F-3156-3E1F26F9EFBD}"/>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ext Placeholder 9">
            <a:extLst>
              <a:ext uri="{FF2B5EF4-FFF2-40B4-BE49-F238E27FC236}">
                <a16:creationId xmlns:a16="http://schemas.microsoft.com/office/drawing/2014/main" id="{CF5A95B0-3690-6E2E-1250-2C7C9654CFB5}"/>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97507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 inhoud + patroon/foto 1">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32ADBBFE-8B79-4B13-5185-1AA5D799BF0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6200000">
            <a:off x="5760375" y="941218"/>
            <a:ext cx="7887684" cy="4975564"/>
          </a:xfrm>
          <a:custGeom>
            <a:avLst/>
            <a:gdLst>
              <a:gd name="connsiteX0" fmla="*/ 7887684 w 7887684"/>
              <a:gd name="connsiteY0" fmla="*/ 0 h 4975564"/>
              <a:gd name="connsiteX1" fmla="*/ 7887684 w 7887684"/>
              <a:gd name="connsiteY1" fmla="*/ 1171661 h 4975564"/>
              <a:gd name="connsiteX2" fmla="*/ 7372842 w 7887684"/>
              <a:gd name="connsiteY2" fmla="*/ 1171661 h 4975564"/>
              <a:gd name="connsiteX3" fmla="*/ 7372842 w 7887684"/>
              <a:gd name="connsiteY3" fmla="*/ 4975564 h 4975564"/>
              <a:gd name="connsiteX4" fmla="*/ 503731 w 7887684"/>
              <a:gd name="connsiteY4" fmla="*/ 4975564 h 4975564"/>
              <a:gd name="connsiteX5" fmla="*/ 503731 w 7887684"/>
              <a:gd name="connsiteY5" fmla="*/ 1171661 h 4975564"/>
              <a:gd name="connsiteX6" fmla="*/ 0 w 7887684"/>
              <a:gd name="connsiteY6" fmla="*/ 1171661 h 4975564"/>
              <a:gd name="connsiteX7" fmla="*/ 0 w 7887684"/>
              <a:gd name="connsiteY7" fmla="*/ 0 h 49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684" h="4975564">
                <a:moveTo>
                  <a:pt x="7887684" y="0"/>
                </a:moveTo>
                <a:lnTo>
                  <a:pt x="7887684" y="1171661"/>
                </a:lnTo>
                <a:lnTo>
                  <a:pt x="7372842" y="1171661"/>
                </a:lnTo>
                <a:lnTo>
                  <a:pt x="7372842" y="4975564"/>
                </a:lnTo>
                <a:lnTo>
                  <a:pt x="503731" y="4975564"/>
                </a:lnTo>
                <a:lnTo>
                  <a:pt x="503731" y="1171661"/>
                </a:lnTo>
                <a:lnTo>
                  <a:pt x="0" y="1171661"/>
                </a:lnTo>
                <a:lnTo>
                  <a:pt x="0"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0C3897D9-0CFC-46F1-83A0-B86449D007C5}" type="datetime4">
              <a:rPr lang="en-US" smtClean="0"/>
              <a:t>April 2,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557F868-D01C-34B4-3D4B-16A8F5575F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96258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inhoud + patroon/foto 2">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03BA3DC6-D65A-81E9-A20F-81CD2B1DCFEC}"/>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8754" r="8887" b="5227"/>
          <a:stretch>
            <a:fillRect/>
          </a:stretch>
        </p:blipFill>
        <p:spPr>
          <a:xfrm rot="16200000">
            <a:off x="6269881" y="946992"/>
            <a:ext cx="6869112" cy="4975126"/>
          </a:xfrm>
          <a:custGeom>
            <a:avLst/>
            <a:gdLst>
              <a:gd name="connsiteX0" fmla="*/ 6869112 w 6869112"/>
              <a:gd name="connsiteY0" fmla="*/ 0 h 4975126"/>
              <a:gd name="connsiteX1" fmla="*/ 6869112 w 6869112"/>
              <a:gd name="connsiteY1" fmla="*/ 4975126 h 4975126"/>
              <a:gd name="connsiteX2" fmla="*/ 0 w 6869112"/>
              <a:gd name="connsiteY2" fmla="*/ 4975126 h 4975126"/>
              <a:gd name="connsiteX3" fmla="*/ 1 w 6869112"/>
              <a:gd name="connsiteY3" fmla="*/ 0 h 4975126"/>
            </a:gdLst>
            <a:ahLst/>
            <a:cxnLst>
              <a:cxn ang="0">
                <a:pos x="connsiteX0" y="connsiteY0"/>
              </a:cxn>
              <a:cxn ang="0">
                <a:pos x="connsiteX1" y="connsiteY1"/>
              </a:cxn>
              <a:cxn ang="0">
                <a:pos x="connsiteX2" y="connsiteY2"/>
              </a:cxn>
              <a:cxn ang="0">
                <a:pos x="connsiteX3" y="connsiteY3"/>
              </a:cxn>
            </a:cxnLst>
            <a:rect l="l" t="t" r="r" b="b"/>
            <a:pathLst>
              <a:path w="6869112" h="4975126">
                <a:moveTo>
                  <a:pt x="6869112" y="0"/>
                </a:moveTo>
                <a:lnTo>
                  <a:pt x="6869112" y="4975126"/>
                </a:lnTo>
                <a:lnTo>
                  <a:pt x="0" y="4975126"/>
                </a:lnTo>
                <a:lnTo>
                  <a:pt x="1"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F983E18A-8356-4C05-AA86-59628396F09C}" type="datetime4">
              <a:rPr lang="en-US" smtClean="0"/>
              <a:t>April 2,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3F89E07-CD75-49F7-0E54-E116911C9A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00716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 inhoud + patroon/foto 3">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B2848F40-D88C-A8ED-DFA0-683C7CFBF64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6200000">
            <a:off x="5760941" y="941436"/>
            <a:ext cx="7886991" cy="4975127"/>
          </a:xfrm>
          <a:custGeom>
            <a:avLst/>
            <a:gdLst>
              <a:gd name="connsiteX0" fmla="*/ 7886991 w 7886991"/>
              <a:gd name="connsiteY0" fmla="*/ 0 h 4975127"/>
              <a:gd name="connsiteX1" fmla="*/ 7886991 w 7886991"/>
              <a:gd name="connsiteY1" fmla="*/ 439703 h 4975127"/>
              <a:gd name="connsiteX2" fmla="*/ 7372495 w 7886991"/>
              <a:gd name="connsiteY2" fmla="*/ 439703 h 4975127"/>
              <a:gd name="connsiteX3" fmla="*/ 7372495 w 7886991"/>
              <a:gd name="connsiteY3" fmla="*/ 4975127 h 4975127"/>
              <a:gd name="connsiteX4" fmla="*/ 514495 w 7886991"/>
              <a:gd name="connsiteY4" fmla="*/ 4975127 h 4975127"/>
              <a:gd name="connsiteX5" fmla="*/ 514495 w 7886991"/>
              <a:gd name="connsiteY5" fmla="*/ 159287 h 4975127"/>
              <a:gd name="connsiteX6" fmla="*/ 0 w 7886991"/>
              <a:gd name="connsiteY6" fmla="*/ 159287 h 4975127"/>
              <a:gd name="connsiteX7" fmla="*/ 0 w 7886991"/>
              <a:gd name="connsiteY7" fmla="*/ 0 h 497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6991" h="4975127">
                <a:moveTo>
                  <a:pt x="7886991" y="0"/>
                </a:moveTo>
                <a:lnTo>
                  <a:pt x="7886991" y="439703"/>
                </a:lnTo>
                <a:lnTo>
                  <a:pt x="7372495" y="439703"/>
                </a:lnTo>
                <a:lnTo>
                  <a:pt x="7372495" y="4975127"/>
                </a:lnTo>
                <a:lnTo>
                  <a:pt x="514495" y="4975127"/>
                </a:lnTo>
                <a:lnTo>
                  <a:pt x="514495" y="159287"/>
                </a:lnTo>
                <a:lnTo>
                  <a:pt x="0" y="159287"/>
                </a:lnTo>
                <a:lnTo>
                  <a:pt x="0"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65812BC2-1117-44DF-BEC4-DA3763B9AE3E}" type="datetime4">
              <a:rPr lang="en-US" smtClean="0"/>
              <a:t>April 2,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A954ACF-6B35-A610-D684-45E079309484}"/>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467264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 inhoud + patroon/foto 4">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D5C514-92E9-E06E-E650-E399D8A7C477}"/>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808800" y="0"/>
            <a:ext cx="2895600" cy="6857999"/>
          </a:xfrm>
          <a:prstGeom prst="rect">
            <a:avLst/>
          </a:prstGeom>
        </p:spPr>
      </p:pic>
      <p:sp>
        <p:nvSpPr>
          <p:cNvPr id="8" name="Picture Placeholder 16">
            <a:extLst>
              <a:ext uri="{FF2B5EF4-FFF2-40B4-BE49-F238E27FC236}">
                <a16:creationId xmlns:a16="http://schemas.microsoft.com/office/drawing/2014/main" id="{4B895A2D-841E-656E-0A48-2304BE39785D}"/>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dirty="0"/>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6C284C3B-27D8-42B0-927F-55218B35D330}" type="datetime4">
              <a:rPr lang="en-US" smtClean="0"/>
              <a:t>April 2,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9E499908-07C6-7818-C96C-B7C3E4186430}"/>
              </a:ext>
            </a:extLst>
          </p:cNvPr>
          <p:cNvSpPr>
            <a:spLocks noGrp="1"/>
          </p:cNvSpPr>
          <p:nvPr>
            <p:ph type="body" sz="quarter" idx="31" hasCustomPrompt="1"/>
          </p:nvPr>
        </p:nvSpPr>
        <p:spPr>
          <a:xfrm>
            <a:off x="515936"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6886087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 foto">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515938" y="1628775"/>
            <a:ext cx="11160127"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CFD72429-0723-40A5-3170-4D17676F34B6}"/>
              </a:ext>
            </a:extLst>
          </p:cNvPr>
          <p:cNvSpPr>
            <a:spLocks noGrp="1"/>
          </p:cNvSpPr>
          <p:nvPr>
            <p:ph type="dt" sz="half" idx="13"/>
          </p:nvPr>
        </p:nvSpPr>
        <p:spPr/>
        <p:txBody>
          <a:bodyPr/>
          <a:lstStyle/>
          <a:p>
            <a:fld id="{B89809BE-53FE-4ABE-97EF-0FEC1F1E990D}" type="datetime4">
              <a:rPr lang="en-US" smtClean="0"/>
              <a:t>April 2, 2026</a:t>
            </a:fld>
            <a:endParaRPr lang="en-BE" dirty="0"/>
          </a:p>
        </p:txBody>
      </p:sp>
      <p:sp>
        <p:nvSpPr>
          <p:cNvPr id="4" name="Footer Placeholder 3">
            <a:extLst>
              <a:ext uri="{FF2B5EF4-FFF2-40B4-BE49-F238E27FC236}">
                <a16:creationId xmlns:a16="http://schemas.microsoft.com/office/drawing/2014/main" id="{10261C57-D71C-CAB2-7ED7-A8063BE4BA56}"/>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0069233-49DA-4816-53E9-F47C1D1E7619}"/>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C844E5DC-026F-CDF7-781F-11FDFF7DB6DD}"/>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800329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 2 foto's">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5" name="Date Placeholder 4">
            <a:extLst>
              <a:ext uri="{FF2B5EF4-FFF2-40B4-BE49-F238E27FC236}">
                <a16:creationId xmlns:a16="http://schemas.microsoft.com/office/drawing/2014/main" id="{D0A6244F-806F-5491-7115-FB10619AC55E}"/>
              </a:ext>
            </a:extLst>
          </p:cNvPr>
          <p:cNvSpPr>
            <a:spLocks noGrp="1"/>
          </p:cNvSpPr>
          <p:nvPr>
            <p:ph type="dt" sz="half" idx="23"/>
          </p:nvPr>
        </p:nvSpPr>
        <p:spPr/>
        <p:txBody>
          <a:bodyPr/>
          <a:lstStyle/>
          <a:p>
            <a:fld id="{C26E3B6F-42EA-4209-A4D0-23ADBA701ED9}" type="datetime4">
              <a:rPr lang="en-US" smtClean="0"/>
              <a:t>April 2, 2026</a:t>
            </a:fld>
            <a:endParaRPr lang="en-BE" dirty="0"/>
          </a:p>
        </p:txBody>
      </p:sp>
      <p:sp>
        <p:nvSpPr>
          <p:cNvPr id="6" name="Footer Placeholder 5">
            <a:extLst>
              <a:ext uri="{FF2B5EF4-FFF2-40B4-BE49-F238E27FC236}">
                <a16:creationId xmlns:a16="http://schemas.microsoft.com/office/drawing/2014/main" id="{1F29F7A2-A74D-7423-942C-E2F49D36D29B}"/>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82925B8C-1065-E0A6-9195-CF00D19C145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BD8FEF1C-7197-4C87-163A-AAB28347EFE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945708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 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ext Placeholder 5">
            <a:extLst>
              <a:ext uri="{FF2B5EF4-FFF2-40B4-BE49-F238E27FC236}">
                <a16:creationId xmlns:a16="http://schemas.microsoft.com/office/drawing/2014/main" id="{69623CF8-69A2-EA1C-7007-2B384F0374DA}"/>
              </a:ext>
            </a:extLst>
          </p:cNvPr>
          <p:cNvSpPr>
            <a:spLocks noGrp="1"/>
          </p:cNvSpPr>
          <p:nvPr>
            <p:ph type="body" sz="quarter" idx="27" hasCustomPrompt="1"/>
          </p:nvPr>
        </p:nvSpPr>
        <p:spPr>
          <a:xfrm>
            <a:off x="6353973"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7" name="Text Placeholder 5">
            <a:extLst>
              <a:ext uri="{FF2B5EF4-FFF2-40B4-BE49-F238E27FC236}">
                <a16:creationId xmlns:a16="http://schemas.microsoft.com/office/drawing/2014/main" id="{22FAF860-9A85-8B4B-9BAD-7AA4ED879E1A}"/>
              </a:ext>
            </a:extLst>
          </p:cNvPr>
          <p:cNvSpPr>
            <a:spLocks noGrp="1"/>
          </p:cNvSpPr>
          <p:nvPr>
            <p:ph type="body" sz="quarter" idx="28" hasCustomPrompt="1"/>
          </p:nvPr>
        </p:nvSpPr>
        <p:spPr>
          <a:xfrm>
            <a:off x="515938"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5" name="Date Placeholder 4">
            <a:extLst>
              <a:ext uri="{FF2B5EF4-FFF2-40B4-BE49-F238E27FC236}">
                <a16:creationId xmlns:a16="http://schemas.microsoft.com/office/drawing/2014/main" id="{AD7A9DE9-EFB2-7D16-47CA-52EECA882CC9}"/>
              </a:ext>
            </a:extLst>
          </p:cNvPr>
          <p:cNvSpPr>
            <a:spLocks noGrp="1"/>
          </p:cNvSpPr>
          <p:nvPr>
            <p:ph type="dt" sz="half" idx="29"/>
          </p:nvPr>
        </p:nvSpPr>
        <p:spPr/>
        <p:txBody>
          <a:bodyPr/>
          <a:lstStyle/>
          <a:p>
            <a:fld id="{1F48614C-D2F1-4A5F-9AEC-1A66E833860F}" type="datetime4">
              <a:rPr lang="en-US" smtClean="0"/>
              <a:t>April 2, 2026</a:t>
            </a:fld>
            <a:endParaRPr lang="en-BE" dirty="0"/>
          </a:p>
        </p:txBody>
      </p:sp>
      <p:sp>
        <p:nvSpPr>
          <p:cNvPr id="8" name="Footer Placeholder 7">
            <a:extLst>
              <a:ext uri="{FF2B5EF4-FFF2-40B4-BE49-F238E27FC236}">
                <a16:creationId xmlns:a16="http://schemas.microsoft.com/office/drawing/2014/main" id="{1373C4FE-C55D-7D64-F809-C4F2E7C34076}"/>
              </a:ext>
            </a:extLst>
          </p:cNvPr>
          <p:cNvSpPr>
            <a:spLocks noGrp="1"/>
          </p:cNvSpPr>
          <p:nvPr>
            <p:ph type="ftr" sz="quarter" idx="30"/>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2AAFCC75-91E8-718E-2D1C-D250A6FDCF29}"/>
              </a:ext>
            </a:extLst>
          </p:cNvPr>
          <p:cNvSpPr>
            <a:spLocks noGrp="1"/>
          </p:cNvSpPr>
          <p:nvPr>
            <p:ph type="sldNum" sz="quarter" idx="31"/>
          </p:nvPr>
        </p:nvSpPr>
        <p:spPr/>
        <p:txBody>
          <a:bodyPr/>
          <a:lstStyle/>
          <a:p>
            <a:fld id="{8B70248A-FD0F-534C-919E-E8EB9B0FC062}" type="slidenum">
              <a:rPr lang="en-BE" smtClean="0"/>
              <a:pPr/>
              <a:t>‹#›</a:t>
            </a:fld>
            <a:endParaRPr lang="en-BE"/>
          </a:p>
        </p:txBody>
      </p:sp>
      <p:sp>
        <p:nvSpPr>
          <p:cNvPr id="10" name="Title 9">
            <a:extLst>
              <a:ext uri="{FF2B5EF4-FFF2-40B4-BE49-F238E27FC236}">
                <a16:creationId xmlns:a16="http://schemas.microsoft.com/office/drawing/2014/main" id="{864E0F21-B9EA-9C0C-3962-EA1D720A4AA4}"/>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228110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 name="Text Placeholder 5">
            <a:extLst>
              <a:ext uri="{FF2B5EF4-FFF2-40B4-BE49-F238E27FC236}">
                <a16:creationId xmlns:a16="http://schemas.microsoft.com/office/drawing/2014/main" id="{69CF9B73-52C0-6E92-3AE3-A118A967F17E}"/>
              </a:ext>
            </a:extLst>
          </p:cNvPr>
          <p:cNvSpPr>
            <a:spLocks noGrp="1"/>
          </p:cNvSpPr>
          <p:nvPr>
            <p:ph type="body" sz="quarter" idx="28" hasCustomPrompt="1"/>
          </p:nvPr>
        </p:nvSpPr>
        <p:spPr>
          <a:xfrm>
            <a:off x="515938"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5" name="Text Placeholder 5">
            <a:extLst>
              <a:ext uri="{FF2B5EF4-FFF2-40B4-BE49-F238E27FC236}">
                <a16:creationId xmlns:a16="http://schemas.microsoft.com/office/drawing/2014/main" id="{68F50887-F98A-DF81-BC95-3B9A71975BF3}"/>
              </a:ext>
            </a:extLst>
          </p:cNvPr>
          <p:cNvSpPr>
            <a:spLocks noGrp="1"/>
          </p:cNvSpPr>
          <p:nvPr>
            <p:ph type="body" sz="quarter" idx="29" hasCustomPrompt="1"/>
          </p:nvPr>
        </p:nvSpPr>
        <p:spPr>
          <a:xfrm>
            <a:off x="6353973"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6" name="Date Placeholder 5">
            <a:extLst>
              <a:ext uri="{FF2B5EF4-FFF2-40B4-BE49-F238E27FC236}">
                <a16:creationId xmlns:a16="http://schemas.microsoft.com/office/drawing/2014/main" id="{ABEF5975-8321-45D4-07EB-9E74F376AEEA}"/>
              </a:ext>
            </a:extLst>
          </p:cNvPr>
          <p:cNvSpPr>
            <a:spLocks noGrp="1"/>
          </p:cNvSpPr>
          <p:nvPr>
            <p:ph type="dt" sz="half" idx="30"/>
          </p:nvPr>
        </p:nvSpPr>
        <p:spPr/>
        <p:txBody>
          <a:bodyPr/>
          <a:lstStyle/>
          <a:p>
            <a:fld id="{41180CC7-99F5-41E8-A207-AC7562EA2F60}" type="datetime4">
              <a:rPr lang="en-US" smtClean="0"/>
              <a:t>April 2, 2026</a:t>
            </a:fld>
            <a:endParaRPr lang="en-BE" dirty="0"/>
          </a:p>
        </p:txBody>
      </p:sp>
      <p:sp>
        <p:nvSpPr>
          <p:cNvPr id="7" name="Footer Placeholder 6">
            <a:extLst>
              <a:ext uri="{FF2B5EF4-FFF2-40B4-BE49-F238E27FC236}">
                <a16:creationId xmlns:a16="http://schemas.microsoft.com/office/drawing/2014/main" id="{6924D501-7CD2-9F39-B321-DC8B3E977227}"/>
              </a:ext>
            </a:extLst>
          </p:cNvPr>
          <p:cNvSpPr>
            <a:spLocks noGrp="1"/>
          </p:cNvSpPr>
          <p:nvPr>
            <p:ph type="ftr" sz="quarter" idx="31"/>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238388B1-BD89-FAD6-4602-314863A04746}"/>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698948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 3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F7D9D2E6-A91D-4812-424C-BC8C7F17FE8C}"/>
              </a:ext>
            </a:extLst>
          </p:cNvPr>
          <p:cNvSpPr>
            <a:spLocks noGrp="1"/>
          </p:cNvSpPr>
          <p:nvPr>
            <p:ph type="pic" sz="quarter" idx="23"/>
          </p:nvPr>
        </p:nvSpPr>
        <p:spPr>
          <a:xfrm>
            <a:off x="8436064"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1" name="Picture Placeholder 6">
            <a:extLst>
              <a:ext uri="{FF2B5EF4-FFF2-40B4-BE49-F238E27FC236}">
                <a16:creationId xmlns:a16="http://schemas.microsoft.com/office/drawing/2014/main" id="{019247B9-13DD-C7F3-D414-BE067BAF8B86}"/>
              </a:ext>
            </a:extLst>
          </p:cNvPr>
          <p:cNvSpPr>
            <a:spLocks noGrp="1"/>
          </p:cNvSpPr>
          <p:nvPr>
            <p:ph type="pic" sz="quarter" idx="24"/>
          </p:nvPr>
        </p:nvSpPr>
        <p:spPr>
          <a:xfrm>
            <a:off x="4476000"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ext Placeholder 5">
            <a:extLst>
              <a:ext uri="{FF2B5EF4-FFF2-40B4-BE49-F238E27FC236}">
                <a16:creationId xmlns:a16="http://schemas.microsoft.com/office/drawing/2014/main" id="{C4F7EF4C-452C-8E28-7E21-BED4F04BD18C}"/>
              </a:ext>
            </a:extLst>
          </p:cNvPr>
          <p:cNvSpPr>
            <a:spLocks noGrp="1"/>
          </p:cNvSpPr>
          <p:nvPr>
            <p:ph type="body" sz="quarter" idx="28" hasCustomPrompt="1"/>
          </p:nvPr>
        </p:nvSpPr>
        <p:spPr>
          <a:xfrm>
            <a:off x="51593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4" name="Text Placeholder 5">
            <a:extLst>
              <a:ext uri="{FF2B5EF4-FFF2-40B4-BE49-F238E27FC236}">
                <a16:creationId xmlns:a16="http://schemas.microsoft.com/office/drawing/2014/main" id="{752449EB-F04E-DE0D-66E1-10B82F53D5DB}"/>
              </a:ext>
            </a:extLst>
          </p:cNvPr>
          <p:cNvSpPr>
            <a:spLocks noGrp="1"/>
          </p:cNvSpPr>
          <p:nvPr>
            <p:ph type="body" sz="quarter" idx="29" hasCustomPrompt="1"/>
          </p:nvPr>
        </p:nvSpPr>
        <p:spPr>
          <a:xfrm>
            <a:off x="447599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6" name="Text Placeholder 5">
            <a:extLst>
              <a:ext uri="{FF2B5EF4-FFF2-40B4-BE49-F238E27FC236}">
                <a16:creationId xmlns:a16="http://schemas.microsoft.com/office/drawing/2014/main" id="{7C744BF5-7026-442A-A492-B1A15116DA64}"/>
              </a:ext>
            </a:extLst>
          </p:cNvPr>
          <p:cNvSpPr>
            <a:spLocks noGrp="1"/>
          </p:cNvSpPr>
          <p:nvPr>
            <p:ph type="body" sz="quarter" idx="30" hasCustomPrompt="1"/>
          </p:nvPr>
        </p:nvSpPr>
        <p:spPr>
          <a:xfrm>
            <a:off x="843605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7" name="Date Placeholder 6">
            <a:extLst>
              <a:ext uri="{FF2B5EF4-FFF2-40B4-BE49-F238E27FC236}">
                <a16:creationId xmlns:a16="http://schemas.microsoft.com/office/drawing/2014/main" id="{DFFBB62A-2ECF-D1B9-4A91-8CBD38543740}"/>
              </a:ext>
            </a:extLst>
          </p:cNvPr>
          <p:cNvSpPr>
            <a:spLocks noGrp="1"/>
          </p:cNvSpPr>
          <p:nvPr>
            <p:ph type="dt" sz="half" idx="31"/>
          </p:nvPr>
        </p:nvSpPr>
        <p:spPr/>
        <p:txBody>
          <a:bodyPr/>
          <a:lstStyle/>
          <a:p>
            <a:fld id="{3399EBEA-97FF-4CBF-8BED-FAEDA705AD88}" type="datetime4">
              <a:rPr lang="en-US" smtClean="0"/>
              <a:t>April 2, 2026</a:t>
            </a:fld>
            <a:endParaRPr lang="en-BE" dirty="0"/>
          </a:p>
        </p:txBody>
      </p:sp>
      <p:sp>
        <p:nvSpPr>
          <p:cNvPr id="8" name="Footer Placeholder 7">
            <a:extLst>
              <a:ext uri="{FF2B5EF4-FFF2-40B4-BE49-F238E27FC236}">
                <a16:creationId xmlns:a16="http://schemas.microsoft.com/office/drawing/2014/main" id="{82F7B873-55F7-E68B-22E2-78986BB51949}"/>
              </a:ext>
            </a:extLst>
          </p:cNvPr>
          <p:cNvSpPr>
            <a:spLocks noGrp="1"/>
          </p:cNvSpPr>
          <p:nvPr>
            <p:ph type="ftr" sz="quarter" idx="32"/>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31ACFFAB-ED95-6FD7-4DED-30BF7EC903BD}"/>
              </a:ext>
            </a:extLst>
          </p:cNvPr>
          <p:cNvSpPr>
            <a:spLocks noGrp="1"/>
          </p:cNvSpPr>
          <p:nvPr>
            <p:ph type="sldNum" sz="quarter" idx="33"/>
          </p:nvPr>
        </p:nvSpPr>
        <p:spPr/>
        <p:txBody>
          <a:bodyPr/>
          <a:lstStyle/>
          <a:p>
            <a:fld id="{8B70248A-FD0F-534C-919E-E8EB9B0FC062}" type="slidenum">
              <a:rPr lang="en-BE" smtClean="0"/>
              <a:pPr/>
              <a:t>‹#›</a:t>
            </a:fld>
            <a:endParaRPr lang="en-BE"/>
          </a:p>
        </p:txBody>
      </p:sp>
      <p:sp>
        <p:nvSpPr>
          <p:cNvPr id="12" name="Title 11">
            <a:extLst>
              <a:ext uri="{FF2B5EF4-FFF2-40B4-BE49-F238E27FC236}">
                <a16:creationId xmlns:a16="http://schemas.microsoft.com/office/drawing/2014/main" id="{7A04E92B-E31D-4895-4A04-C8200173891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40235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 4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 name="Picture Placeholder 6">
            <a:extLst>
              <a:ext uri="{FF2B5EF4-FFF2-40B4-BE49-F238E27FC236}">
                <a16:creationId xmlns:a16="http://schemas.microsoft.com/office/drawing/2014/main" id="{02A4B165-1D40-EBFD-187F-3BE031A7B8A1}"/>
              </a:ext>
            </a:extLst>
          </p:cNvPr>
          <p:cNvSpPr>
            <a:spLocks noGrp="1"/>
          </p:cNvSpPr>
          <p:nvPr>
            <p:ph type="pic" sz="quarter" idx="23"/>
          </p:nvPr>
        </p:nvSpPr>
        <p:spPr>
          <a:xfrm>
            <a:off x="3395062"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4" name="Picture Placeholder 6">
            <a:extLst>
              <a:ext uri="{FF2B5EF4-FFF2-40B4-BE49-F238E27FC236}">
                <a16:creationId xmlns:a16="http://schemas.microsoft.com/office/drawing/2014/main" id="{5D59FEF4-C42C-4B1B-0CF0-DBCDC173C4A3}"/>
              </a:ext>
            </a:extLst>
          </p:cNvPr>
          <p:cNvSpPr>
            <a:spLocks noGrp="1"/>
          </p:cNvSpPr>
          <p:nvPr>
            <p:ph type="pic" sz="quarter" idx="25"/>
          </p:nvPr>
        </p:nvSpPr>
        <p:spPr>
          <a:xfrm>
            <a:off x="6274185"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7" name="Picture Placeholder 6">
            <a:extLst>
              <a:ext uri="{FF2B5EF4-FFF2-40B4-BE49-F238E27FC236}">
                <a16:creationId xmlns:a16="http://schemas.microsoft.com/office/drawing/2014/main" id="{D33C1550-6F0B-26D1-1835-80C89C44BC6B}"/>
              </a:ext>
            </a:extLst>
          </p:cNvPr>
          <p:cNvSpPr>
            <a:spLocks noGrp="1"/>
          </p:cNvSpPr>
          <p:nvPr>
            <p:ph type="pic" sz="quarter" idx="27"/>
          </p:nvPr>
        </p:nvSpPr>
        <p:spPr>
          <a:xfrm>
            <a:off x="9153307"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2" name="Text Placeholder 5">
            <a:extLst>
              <a:ext uri="{FF2B5EF4-FFF2-40B4-BE49-F238E27FC236}">
                <a16:creationId xmlns:a16="http://schemas.microsoft.com/office/drawing/2014/main" id="{F5E7CAD3-C36D-B26A-C4BA-E7D492F244DB}"/>
              </a:ext>
            </a:extLst>
          </p:cNvPr>
          <p:cNvSpPr>
            <a:spLocks noGrp="1"/>
          </p:cNvSpPr>
          <p:nvPr>
            <p:ph type="body" sz="quarter" idx="26" hasCustomPrompt="1"/>
          </p:nvPr>
        </p:nvSpPr>
        <p:spPr>
          <a:xfrm>
            <a:off x="515938" y="4755500"/>
            <a:ext cx="2523601" cy="1243417"/>
          </a:xfrm>
          <a:prstGeom prst="rect">
            <a:avLst/>
          </a:prstGeom>
        </p:spPr>
        <p:txBody>
          <a:bodyPr>
            <a:normAutofit/>
          </a:bodyPr>
          <a:lstStyle/>
          <a:p>
            <a:pPr lvl="0"/>
            <a:r>
              <a:rPr lang="nl-BE" dirty="0"/>
              <a:t>Klik om tekst toe te voegen. </a:t>
            </a:r>
          </a:p>
        </p:txBody>
      </p:sp>
      <p:sp>
        <p:nvSpPr>
          <p:cNvPr id="23" name="Text Placeholder 5">
            <a:extLst>
              <a:ext uri="{FF2B5EF4-FFF2-40B4-BE49-F238E27FC236}">
                <a16:creationId xmlns:a16="http://schemas.microsoft.com/office/drawing/2014/main" id="{0FFCF4A2-50EA-B802-5057-70EBA453F3A2}"/>
              </a:ext>
            </a:extLst>
          </p:cNvPr>
          <p:cNvSpPr>
            <a:spLocks noGrp="1"/>
          </p:cNvSpPr>
          <p:nvPr>
            <p:ph type="body" sz="quarter" idx="35" hasCustomPrompt="1"/>
          </p:nvPr>
        </p:nvSpPr>
        <p:spPr>
          <a:xfrm>
            <a:off x="3386589" y="4755500"/>
            <a:ext cx="2523601" cy="1243417"/>
          </a:xfrm>
          <a:prstGeom prst="rect">
            <a:avLst/>
          </a:prstGeom>
        </p:spPr>
        <p:txBody>
          <a:bodyPr>
            <a:normAutofit/>
          </a:bodyPr>
          <a:lstStyle/>
          <a:p>
            <a:pPr lvl="0"/>
            <a:r>
              <a:rPr lang="nl-BE" dirty="0"/>
              <a:t>Klik om tekst toe te voegen. </a:t>
            </a:r>
          </a:p>
        </p:txBody>
      </p:sp>
      <p:sp>
        <p:nvSpPr>
          <p:cNvPr id="24" name="Text Placeholder 5">
            <a:extLst>
              <a:ext uri="{FF2B5EF4-FFF2-40B4-BE49-F238E27FC236}">
                <a16:creationId xmlns:a16="http://schemas.microsoft.com/office/drawing/2014/main" id="{301D5121-35A0-F1BD-C9DC-6A29D2F765DF}"/>
              </a:ext>
            </a:extLst>
          </p:cNvPr>
          <p:cNvSpPr>
            <a:spLocks noGrp="1"/>
          </p:cNvSpPr>
          <p:nvPr>
            <p:ph type="body" sz="quarter" idx="36" hasCustomPrompt="1"/>
          </p:nvPr>
        </p:nvSpPr>
        <p:spPr>
          <a:xfrm>
            <a:off x="6269947" y="4755500"/>
            <a:ext cx="2523601" cy="1243417"/>
          </a:xfrm>
          <a:prstGeom prst="rect">
            <a:avLst/>
          </a:prstGeom>
        </p:spPr>
        <p:txBody>
          <a:bodyPr>
            <a:normAutofit/>
          </a:bodyPr>
          <a:lstStyle/>
          <a:p>
            <a:pPr lvl="0"/>
            <a:r>
              <a:rPr lang="nl-BE" dirty="0"/>
              <a:t>Klik om tekst toe te voegen. </a:t>
            </a:r>
          </a:p>
        </p:txBody>
      </p:sp>
      <p:sp>
        <p:nvSpPr>
          <p:cNvPr id="25" name="Text Placeholder 5">
            <a:extLst>
              <a:ext uri="{FF2B5EF4-FFF2-40B4-BE49-F238E27FC236}">
                <a16:creationId xmlns:a16="http://schemas.microsoft.com/office/drawing/2014/main" id="{6921CDFB-6A3F-48EA-AF9D-7BB9C210BC95}"/>
              </a:ext>
            </a:extLst>
          </p:cNvPr>
          <p:cNvSpPr>
            <a:spLocks noGrp="1"/>
          </p:cNvSpPr>
          <p:nvPr>
            <p:ph type="body" sz="quarter" idx="37" hasCustomPrompt="1"/>
          </p:nvPr>
        </p:nvSpPr>
        <p:spPr>
          <a:xfrm>
            <a:off x="9152461" y="4755500"/>
            <a:ext cx="2523601" cy="1243417"/>
          </a:xfrm>
          <a:prstGeom prst="rect">
            <a:avLst/>
          </a:prstGeom>
        </p:spPr>
        <p:txBody>
          <a:bodyPr>
            <a:normAutofit/>
          </a:bodyPr>
          <a:lstStyle/>
          <a:p>
            <a:pPr lvl="0"/>
            <a:r>
              <a:rPr lang="nl-BE" dirty="0"/>
              <a:t>Klik om tekst toe te voegen. </a:t>
            </a:r>
          </a:p>
        </p:txBody>
      </p:sp>
      <p:sp>
        <p:nvSpPr>
          <p:cNvPr id="3" name="Date Placeholder 2">
            <a:extLst>
              <a:ext uri="{FF2B5EF4-FFF2-40B4-BE49-F238E27FC236}">
                <a16:creationId xmlns:a16="http://schemas.microsoft.com/office/drawing/2014/main" id="{37919298-2971-3124-30A7-C87B7895BA28}"/>
              </a:ext>
            </a:extLst>
          </p:cNvPr>
          <p:cNvSpPr>
            <a:spLocks noGrp="1"/>
          </p:cNvSpPr>
          <p:nvPr>
            <p:ph type="dt" sz="half" idx="38"/>
          </p:nvPr>
        </p:nvSpPr>
        <p:spPr/>
        <p:txBody>
          <a:bodyPr/>
          <a:lstStyle/>
          <a:p>
            <a:fld id="{23F100BE-2251-4668-AC91-55E2814C2609}" type="datetime4">
              <a:rPr lang="en-US" smtClean="0"/>
              <a:t>April 2, 2026</a:t>
            </a:fld>
            <a:endParaRPr lang="en-BE" dirty="0"/>
          </a:p>
        </p:txBody>
      </p:sp>
      <p:sp>
        <p:nvSpPr>
          <p:cNvPr id="6" name="Footer Placeholder 5">
            <a:extLst>
              <a:ext uri="{FF2B5EF4-FFF2-40B4-BE49-F238E27FC236}">
                <a16:creationId xmlns:a16="http://schemas.microsoft.com/office/drawing/2014/main" id="{64381259-6EE3-3C86-22DC-FFED6C664AA6}"/>
              </a:ext>
            </a:extLst>
          </p:cNvPr>
          <p:cNvSpPr>
            <a:spLocks noGrp="1"/>
          </p:cNvSpPr>
          <p:nvPr>
            <p:ph type="ftr" sz="quarter" idx="39"/>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172D2C61-1689-E04F-F768-86756695534D}"/>
              </a:ext>
            </a:extLst>
          </p:cNvPr>
          <p:cNvSpPr>
            <a:spLocks noGrp="1"/>
          </p:cNvSpPr>
          <p:nvPr>
            <p:ph type="sldNum" sz="quarter" idx="40"/>
          </p:nvPr>
        </p:nvSpPr>
        <p:spPr/>
        <p:txBody>
          <a:bodyPr/>
          <a:lstStyle/>
          <a:p>
            <a:fld id="{8B70248A-FD0F-534C-919E-E8EB9B0FC062}" type="slidenum">
              <a:rPr lang="en-BE" smtClean="0"/>
              <a:pPr/>
              <a:t>‹#›</a:t>
            </a:fld>
            <a:endParaRPr lang="en-BE"/>
          </a:p>
        </p:txBody>
      </p:sp>
      <p:sp>
        <p:nvSpPr>
          <p:cNvPr id="9" name="Title 8">
            <a:extLst>
              <a:ext uri="{FF2B5EF4-FFF2-40B4-BE49-F238E27FC236}">
                <a16:creationId xmlns:a16="http://schemas.microsoft.com/office/drawing/2014/main" id="{45D990DD-CF50-2982-516E-06B660028195}"/>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567355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foto (slidevullend)">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0" y="0"/>
            <a:ext cx="12191999"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lvl1pPr>
              <a:defRPr>
                <a:solidFill>
                  <a:schemeClr val="bg1"/>
                </a:solidFill>
              </a:defRPr>
            </a:lvl1pPr>
          </a:lstStyle>
          <a:p>
            <a:fld id="{7874AE3C-6CE6-407A-A1B1-8B2AAA1BD1FE}" type="datetime4">
              <a:rPr lang="en-US" smtClean="0"/>
              <a:t>April 2, 2026</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10" name="Text Placeholder 3">
            <a:extLst>
              <a:ext uri="{FF2B5EF4-FFF2-40B4-BE49-F238E27FC236}">
                <a16:creationId xmlns:a16="http://schemas.microsoft.com/office/drawing/2014/main" id="{DA60DDD1-A129-FB65-631E-8FAE19BAD638}"/>
              </a:ext>
            </a:extLst>
          </p:cNvPr>
          <p:cNvSpPr>
            <a:spLocks noGrp="1"/>
          </p:cNvSpPr>
          <p:nvPr>
            <p:ph type="body" sz="quarter" idx="16" hasCustomPrompt="1"/>
          </p:nvPr>
        </p:nvSpPr>
        <p:spPr>
          <a:xfrm>
            <a:off x="515938" y="1241240"/>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1" name="Text Placeholder 3">
            <a:extLst>
              <a:ext uri="{FF2B5EF4-FFF2-40B4-BE49-F238E27FC236}">
                <a16:creationId xmlns:a16="http://schemas.microsoft.com/office/drawing/2014/main" id="{086ADB14-E0C0-C419-F9C4-CA1D25DFA28C}"/>
              </a:ext>
            </a:extLst>
          </p:cNvPr>
          <p:cNvSpPr>
            <a:spLocks noGrp="1"/>
          </p:cNvSpPr>
          <p:nvPr>
            <p:ph type="body" sz="quarter" idx="17" hasCustomPrompt="1"/>
          </p:nvPr>
        </p:nvSpPr>
        <p:spPr>
          <a:xfrm>
            <a:off x="515938" y="512763"/>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188009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foto">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9" y="512763"/>
            <a:ext cx="11160124"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p>
            <a:fld id="{73322914-609B-4E08-98E9-3CEDB8C46811}" type="datetime4">
              <a:rPr lang="en-US" smtClean="0"/>
              <a:t>April 2, 2026</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99A6D194-1D8E-8267-F452-80F0446FD165}"/>
              </a:ext>
            </a:extLst>
          </p:cNvPr>
          <p:cNvSpPr>
            <a:spLocks noGrp="1"/>
          </p:cNvSpPr>
          <p:nvPr>
            <p:ph type="body" sz="quarter" idx="16" hasCustomPrompt="1"/>
          </p:nvPr>
        </p:nvSpPr>
        <p:spPr>
          <a:xfrm>
            <a:off x="1031872" y="1667344"/>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DC9E6424-B33D-0042-F533-47ECD4BA7857}"/>
              </a:ext>
            </a:extLst>
          </p:cNvPr>
          <p:cNvSpPr>
            <a:spLocks noGrp="1"/>
          </p:cNvSpPr>
          <p:nvPr>
            <p:ph type="body" sz="quarter" idx="17" hasCustomPrompt="1"/>
          </p:nvPr>
        </p:nvSpPr>
        <p:spPr>
          <a:xfrm>
            <a:off x="1031872" y="1028697"/>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837344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AE69C0EC-AF22-A673-4E04-444F2D9EBB8E}"/>
              </a:ext>
            </a:extLst>
          </p:cNvPr>
          <p:cNvSpPr>
            <a:spLocks noGrp="1"/>
          </p:cNvSpPr>
          <p:nvPr>
            <p:ph type="pic" sz="quarter" idx="22"/>
          </p:nvPr>
        </p:nvSpPr>
        <p:spPr>
          <a:xfrm>
            <a:off x="621569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5EEBBBEE-B2CB-CC7C-B9AD-D022CD16D9E1}"/>
              </a:ext>
            </a:extLst>
          </p:cNvPr>
          <p:cNvSpPr>
            <a:spLocks noGrp="1"/>
          </p:cNvSpPr>
          <p:nvPr>
            <p:ph type="dt" sz="half" idx="23"/>
          </p:nvPr>
        </p:nvSpPr>
        <p:spPr/>
        <p:txBody>
          <a:bodyPr/>
          <a:lstStyle/>
          <a:p>
            <a:fld id="{94A19648-DD44-44C8-B683-0311A2AEBA75}" type="datetime4">
              <a:rPr lang="en-US" smtClean="0"/>
              <a:t>April 2, 2026</a:t>
            </a:fld>
            <a:endParaRPr lang="en-BE" dirty="0"/>
          </a:p>
        </p:txBody>
      </p:sp>
      <p:sp>
        <p:nvSpPr>
          <p:cNvPr id="3" name="Footer Placeholder 2">
            <a:extLst>
              <a:ext uri="{FF2B5EF4-FFF2-40B4-BE49-F238E27FC236}">
                <a16:creationId xmlns:a16="http://schemas.microsoft.com/office/drawing/2014/main" id="{42A75450-3D30-3677-0385-7D0BDD7BE34D}"/>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C7FB3C0-D603-8E2F-02D0-BAE368E36FC1}"/>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EBDFADB8-37BB-C535-B9A9-E9590C2EB3CA}"/>
              </a:ext>
            </a:extLst>
          </p:cNvPr>
          <p:cNvSpPr>
            <a:spLocks noGrp="1"/>
          </p:cNvSpPr>
          <p:nvPr>
            <p:ph type="body" sz="quarter" idx="16" hasCustomPrompt="1"/>
          </p:nvPr>
        </p:nvSpPr>
        <p:spPr>
          <a:xfrm>
            <a:off x="1031872" y="1499673"/>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46F5B570-3D42-73B4-5E07-424E0F7BA64B}"/>
              </a:ext>
            </a:extLst>
          </p:cNvPr>
          <p:cNvSpPr>
            <a:spLocks noGrp="1"/>
          </p:cNvSpPr>
          <p:nvPr>
            <p:ph type="body" sz="quarter" idx="17" hasCustomPrompt="1"/>
          </p:nvPr>
        </p:nvSpPr>
        <p:spPr>
          <a:xfrm>
            <a:off x="1031872" y="997706"/>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
        <p:nvSpPr>
          <p:cNvPr id="15" name="Text Placeholder 3">
            <a:extLst>
              <a:ext uri="{FF2B5EF4-FFF2-40B4-BE49-F238E27FC236}">
                <a16:creationId xmlns:a16="http://schemas.microsoft.com/office/drawing/2014/main" id="{4D9906FA-D162-FA5B-71C6-E7F5B5BF276B}"/>
              </a:ext>
            </a:extLst>
          </p:cNvPr>
          <p:cNvSpPr>
            <a:spLocks noGrp="1"/>
          </p:cNvSpPr>
          <p:nvPr>
            <p:ph type="body" sz="quarter" idx="26" hasCustomPrompt="1"/>
          </p:nvPr>
        </p:nvSpPr>
        <p:spPr>
          <a:xfrm>
            <a:off x="6738939" y="1499672"/>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6" name="Text Placeholder 3">
            <a:extLst>
              <a:ext uri="{FF2B5EF4-FFF2-40B4-BE49-F238E27FC236}">
                <a16:creationId xmlns:a16="http://schemas.microsoft.com/office/drawing/2014/main" id="{E4C5B4D6-37D5-11CC-DA4F-4759045D275C}"/>
              </a:ext>
            </a:extLst>
          </p:cNvPr>
          <p:cNvSpPr>
            <a:spLocks noGrp="1"/>
          </p:cNvSpPr>
          <p:nvPr>
            <p:ph type="body" sz="quarter" idx="27" hasCustomPrompt="1"/>
          </p:nvPr>
        </p:nvSpPr>
        <p:spPr>
          <a:xfrm>
            <a:off x="6738939" y="997705"/>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6992399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2999" y="512763"/>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21C07DAE-83D3-991D-C05A-68A324845F53}"/>
              </a:ext>
            </a:extLst>
          </p:cNvPr>
          <p:cNvSpPr>
            <a:spLocks noGrp="1"/>
          </p:cNvSpPr>
          <p:nvPr>
            <p:ph type="pic" sz="quarter" idx="23"/>
          </p:nvPr>
        </p:nvSpPr>
        <p:spPr>
          <a:xfrm>
            <a:off x="6222999" y="3557587"/>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07C1806C-0AAB-48BF-89E6-257EFB5B8C43}"/>
              </a:ext>
            </a:extLst>
          </p:cNvPr>
          <p:cNvSpPr>
            <a:spLocks noGrp="1"/>
          </p:cNvSpPr>
          <p:nvPr>
            <p:ph type="dt" sz="half" idx="24"/>
          </p:nvPr>
        </p:nvSpPr>
        <p:spPr/>
        <p:txBody>
          <a:bodyPr/>
          <a:lstStyle/>
          <a:p>
            <a:fld id="{C1E21EB2-53A1-47EF-A35A-9E8839398673}" type="datetime4">
              <a:rPr lang="en-US" smtClean="0"/>
              <a:t>April 2, 2026</a:t>
            </a:fld>
            <a:endParaRPr lang="en-BE" dirty="0"/>
          </a:p>
        </p:txBody>
      </p:sp>
      <p:sp>
        <p:nvSpPr>
          <p:cNvPr id="5" name="Footer Placeholder 4">
            <a:extLst>
              <a:ext uri="{FF2B5EF4-FFF2-40B4-BE49-F238E27FC236}">
                <a16:creationId xmlns:a16="http://schemas.microsoft.com/office/drawing/2014/main" id="{BB9B9717-E33B-A934-3871-635EB9B7B331}"/>
              </a:ext>
            </a:extLst>
          </p:cNvPr>
          <p:cNvSpPr>
            <a:spLocks noGrp="1"/>
          </p:cNvSpPr>
          <p:nvPr>
            <p:ph type="ftr" sz="quarter" idx="25"/>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FECC2FAC-46CF-CF2A-AC48-31C3B9BD490D}"/>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80952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foto'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6242166"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515939"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8" name="Picture Placeholder 6">
            <a:extLst>
              <a:ext uri="{FF2B5EF4-FFF2-40B4-BE49-F238E27FC236}">
                <a16:creationId xmlns:a16="http://schemas.microsoft.com/office/drawing/2014/main" id="{24D30AFE-4552-30D0-38E2-7CC1CBB03076}"/>
              </a:ext>
            </a:extLst>
          </p:cNvPr>
          <p:cNvSpPr>
            <a:spLocks noGrp="1"/>
          </p:cNvSpPr>
          <p:nvPr>
            <p:ph type="pic" sz="quarter" idx="26"/>
          </p:nvPr>
        </p:nvSpPr>
        <p:spPr>
          <a:xfrm>
            <a:off x="515939" y="3557587"/>
            <a:ext cx="5433896"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3359887"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07BE8E46-F289-0365-4159-9626BE37E412}"/>
              </a:ext>
            </a:extLst>
          </p:cNvPr>
          <p:cNvSpPr>
            <a:spLocks noGrp="1"/>
          </p:cNvSpPr>
          <p:nvPr>
            <p:ph type="dt" sz="half" idx="28"/>
          </p:nvPr>
        </p:nvSpPr>
        <p:spPr/>
        <p:txBody>
          <a:bodyPr/>
          <a:lstStyle/>
          <a:p>
            <a:fld id="{461CEEE9-F3F8-417B-9499-1EBD5B76741E}" type="datetime4">
              <a:rPr lang="en-US" smtClean="0"/>
              <a:t>April 2, 2026</a:t>
            </a:fld>
            <a:endParaRPr lang="en-BE" dirty="0"/>
          </a:p>
        </p:txBody>
      </p:sp>
      <p:sp>
        <p:nvSpPr>
          <p:cNvPr id="5" name="Footer Placeholder 4">
            <a:extLst>
              <a:ext uri="{FF2B5EF4-FFF2-40B4-BE49-F238E27FC236}">
                <a16:creationId xmlns:a16="http://schemas.microsoft.com/office/drawing/2014/main" id="{7DC38347-35B7-C3F1-6EA7-D6AD7D870989}"/>
              </a:ext>
            </a:extLst>
          </p:cNvPr>
          <p:cNvSpPr>
            <a:spLocks noGrp="1"/>
          </p:cNvSpPr>
          <p:nvPr>
            <p:ph type="ftr" sz="quarter" idx="29"/>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D7E25520-C2FB-1AAB-4326-931CCE81D998}"/>
              </a:ext>
            </a:extLst>
          </p:cNvPr>
          <p:cNvSpPr>
            <a:spLocks noGrp="1"/>
          </p:cNvSpPr>
          <p:nvPr>
            <p:ph type="sldNum" sz="quarter" idx="30"/>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088717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f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3000"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535102"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9066947" y="512763"/>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F26BC34F-D3AA-0B2A-26EC-080C156B7BBD}"/>
              </a:ext>
            </a:extLst>
          </p:cNvPr>
          <p:cNvSpPr>
            <a:spLocks noGrp="1"/>
          </p:cNvSpPr>
          <p:nvPr>
            <p:ph type="pic" sz="quarter" idx="28"/>
          </p:nvPr>
        </p:nvSpPr>
        <p:spPr>
          <a:xfrm>
            <a:off x="6223000" y="3557587"/>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5" name="Picture Placeholder 6">
            <a:extLst>
              <a:ext uri="{FF2B5EF4-FFF2-40B4-BE49-F238E27FC236}">
                <a16:creationId xmlns:a16="http://schemas.microsoft.com/office/drawing/2014/main" id="{27F7823D-C314-05C9-1C5B-12CA04F92224}"/>
              </a:ext>
            </a:extLst>
          </p:cNvPr>
          <p:cNvSpPr>
            <a:spLocks noGrp="1"/>
          </p:cNvSpPr>
          <p:nvPr>
            <p:ph type="pic" sz="quarter" idx="29"/>
          </p:nvPr>
        </p:nvSpPr>
        <p:spPr>
          <a:xfrm>
            <a:off x="9066947" y="3557587"/>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Date Placeholder 5">
            <a:extLst>
              <a:ext uri="{FF2B5EF4-FFF2-40B4-BE49-F238E27FC236}">
                <a16:creationId xmlns:a16="http://schemas.microsoft.com/office/drawing/2014/main" id="{6A85FE5F-1EC9-DCC4-FD0A-AD87FBBC16F7}"/>
              </a:ext>
            </a:extLst>
          </p:cNvPr>
          <p:cNvSpPr>
            <a:spLocks noGrp="1"/>
          </p:cNvSpPr>
          <p:nvPr>
            <p:ph type="dt" sz="half" idx="30"/>
          </p:nvPr>
        </p:nvSpPr>
        <p:spPr/>
        <p:txBody>
          <a:bodyPr/>
          <a:lstStyle/>
          <a:p>
            <a:fld id="{80D8AAFC-0838-4933-9251-26B1B5F950AD}" type="datetime4">
              <a:rPr lang="en-US" smtClean="0"/>
              <a:t>April 2, 2026</a:t>
            </a:fld>
            <a:endParaRPr lang="en-BE" dirty="0"/>
          </a:p>
        </p:txBody>
      </p:sp>
      <p:sp>
        <p:nvSpPr>
          <p:cNvPr id="8" name="Footer Placeholder 7">
            <a:extLst>
              <a:ext uri="{FF2B5EF4-FFF2-40B4-BE49-F238E27FC236}">
                <a16:creationId xmlns:a16="http://schemas.microsoft.com/office/drawing/2014/main" id="{3C17913F-A06E-E7E3-B1C5-DB02145835F8}"/>
              </a:ext>
            </a:extLst>
          </p:cNvPr>
          <p:cNvSpPr>
            <a:spLocks noGrp="1"/>
          </p:cNvSpPr>
          <p:nvPr>
            <p:ph type="ftr" sz="quarter" idx="31"/>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74DB972D-BC24-2423-9642-92BE673289B1}"/>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3752087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107C3A5A-7B43-D5FB-AA03-CB1B24C419A7}"/>
              </a:ext>
            </a:extLst>
          </p:cNvPr>
          <p:cNvSpPr>
            <a:spLocks noGrp="1"/>
          </p:cNvSpPr>
          <p:nvPr>
            <p:ph type="dt" sz="half" idx="23"/>
          </p:nvPr>
        </p:nvSpPr>
        <p:spPr/>
        <p:txBody>
          <a:bodyPr/>
          <a:lstStyle/>
          <a:p>
            <a:fld id="{B772BA24-2CA0-4952-9840-BBD8BB1EF432}" type="datetime4">
              <a:rPr lang="en-US" smtClean="0"/>
              <a:t>April 2, 2026</a:t>
            </a:fld>
            <a:endParaRPr lang="en-BE" dirty="0"/>
          </a:p>
        </p:txBody>
      </p:sp>
      <p:sp>
        <p:nvSpPr>
          <p:cNvPr id="4" name="Footer Placeholder 3">
            <a:extLst>
              <a:ext uri="{FF2B5EF4-FFF2-40B4-BE49-F238E27FC236}">
                <a16:creationId xmlns:a16="http://schemas.microsoft.com/office/drawing/2014/main" id="{1ACB4FF9-9D06-081F-91F6-3E01293B2B10}"/>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031BE2D-3DE7-6EDB-08DD-73387AE7700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EB880520-9553-3AD3-98DC-048EBE5DB71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4957918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fiek + inhoud">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6353972" y="1628775"/>
            <a:ext cx="5322090"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0771E7A4-A9B4-D22B-A92D-0957DF6A35B5}"/>
              </a:ext>
            </a:extLst>
          </p:cNvPr>
          <p:cNvSpPr>
            <a:spLocks noGrp="1"/>
          </p:cNvSpPr>
          <p:nvPr>
            <p:ph type="dt" sz="half" idx="24"/>
          </p:nvPr>
        </p:nvSpPr>
        <p:spPr/>
        <p:txBody>
          <a:bodyPr/>
          <a:lstStyle/>
          <a:p>
            <a:fld id="{058E465A-A100-42BF-94F3-5FCEF86D0DBC}" type="datetime4">
              <a:rPr lang="en-US" smtClean="0"/>
              <a:t>April 2, 2026</a:t>
            </a:fld>
            <a:endParaRPr lang="en-BE" dirty="0"/>
          </a:p>
        </p:txBody>
      </p:sp>
      <p:sp>
        <p:nvSpPr>
          <p:cNvPr id="4" name="Footer Placeholder 3">
            <a:extLst>
              <a:ext uri="{FF2B5EF4-FFF2-40B4-BE49-F238E27FC236}">
                <a16:creationId xmlns:a16="http://schemas.microsoft.com/office/drawing/2014/main" id="{22AB6306-008E-C05E-E6E7-433B240B98AE}"/>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0F7004B-74D0-6F93-F03D-36B6F99D0900}"/>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8FA0CF93-8D63-4FD6-119F-5103B90CA48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2" name="Text Placeholder 9">
            <a:extLst>
              <a:ext uri="{FF2B5EF4-FFF2-40B4-BE49-F238E27FC236}">
                <a16:creationId xmlns:a16="http://schemas.microsoft.com/office/drawing/2014/main" id="{769202CB-A2AA-940C-7E43-ABA11EE1A278}"/>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4465717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2AC07F32-C191-403F-7407-8C662FD22BF6}"/>
              </a:ext>
            </a:extLst>
          </p:cNvPr>
          <p:cNvSpPr>
            <a:spLocks noGrp="1"/>
          </p:cNvSpPr>
          <p:nvPr>
            <p:ph type="tbl"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4" name="Date Placeholder 3">
            <a:extLst>
              <a:ext uri="{FF2B5EF4-FFF2-40B4-BE49-F238E27FC236}">
                <a16:creationId xmlns:a16="http://schemas.microsoft.com/office/drawing/2014/main" id="{DCD7EE5F-A76D-A996-6EBE-DD51DBAB769F}"/>
              </a:ext>
            </a:extLst>
          </p:cNvPr>
          <p:cNvSpPr>
            <a:spLocks noGrp="1"/>
          </p:cNvSpPr>
          <p:nvPr>
            <p:ph type="dt" sz="half" idx="23"/>
          </p:nvPr>
        </p:nvSpPr>
        <p:spPr/>
        <p:txBody>
          <a:bodyPr/>
          <a:lstStyle/>
          <a:p>
            <a:fld id="{7DB67526-3CA8-45E5-A773-C9C3F683BB94}" type="datetime4">
              <a:rPr lang="en-US" smtClean="0"/>
              <a:t>April 2, 2026</a:t>
            </a:fld>
            <a:endParaRPr lang="en-BE" dirty="0"/>
          </a:p>
        </p:txBody>
      </p:sp>
      <p:sp>
        <p:nvSpPr>
          <p:cNvPr id="5" name="Footer Placeholder 4">
            <a:extLst>
              <a:ext uri="{FF2B5EF4-FFF2-40B4-BE49-F238E27FC236}">
                <a16:creationId xmlns:a16="http://schemas.microsoft.com/office/drawing/2014/main" id="{06D2E9D4-272A-AA6F-E413-B9E9382FD371}"/>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A209A98A-6113-D242-33E2-C0EDDC8FDD4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73BB25C5-3A3B-D7BD-652B-7B6C94301EF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13411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bel + inhoud">
    <p:spTree>
      <p:nvGrpSpPr>
        <p:cNvPr id="1" name=""/>
        <p:cNvGrpSpPr/>
        <p:nvPr/>
      </p:nvGrpSpPr>
      <p:grpSpPr>
        <a:xfrm>
          <a:off x="0" y="0"/>
          <a:ext cx="0" cy="0"/>
          <a:chOff x="0" y="0"/>
          <a:chExt cx="0" cy="0"/>
        </a:xfrm>
      </p:grpSpPr>
      <p:sp>
        <p:nvSpPr>
          <p:cNvPr id="2" name="Table Placeholder 2">
            <a:extLst>
              <a:ext uri="{FF2B5EF4-FFF2-40B4-BE49-F238E27FC236}">
                <a16:creationId xmlns:a16="http://schemas.microsoft.com/office/drawing/2014/main" id="{F273B77E-10BA-D2FF-013B-B7810AFFBCB1}"/>
              </a:ext>
            </a:extLst>
          </p:cNvPr>
          <p:cNvSpPr>
            <a:spLocks noGrp="1"/>
          </p:cNvSpPr>
          <p:nvPr>
            <p:ph type="tbl" sz="quarter" idx="23"/>
          </p:nvPr>
        </p:nvSpPr>
        <p:spPr>
          <a:xfrm>
            <a:off x="6353971" y="1628775"/>
            <a:ext cx="5322091"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C292B070-8B3C-87DF-4B6F-59E81786660A}"/>
              </a:ext>
            </a:extLst>
          </p:cNvPr>
          <p:cNvSpPr>
            <a:spLocks noGrp="1"/>
          </p:cNvSpPr>
          <p:nvPr>
            <p:ph type="dt" sz="half" idx="24"/>
          </p:nvPr>
        </p:nvSpPr>
        <p:spPr/>
        <p:txBody>
          <a:bodyPr/>
          <a:lstStyle/>
          <a:p>
            <a:fld id="{591873E6-9523-4E8C-818B-F4E55DDED461}" type="datetime4">
              <a:rPr lang="en-US" smtClean="0"/>
              <a:t>April 2, 2026</a:t>
            </a:fld>
            <a:endParaRPr lang="en-BE" dirty="0"/>
          </a:p>
        </p:txBody>
      </p:sp>
      <p:sp>
        <p:nvSpPr>
          <p:cNvPr id="4" name="Footer Placeholder 3">
            <a:extLst>
              <a:ext uri="{FF2B5EF4-FFF2-40B4-BE49-F238E27FC236}">
                <a16:creationId xmlns:a16="http://schemas.microsoft.com/office/drawing/2014/main" id="{3FA5E4CF-63B9-7FCD-7CB9-D5F6D3364602}"/>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FB1E1E9-1E01-1733-5EB0-910A532A826D}"/>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9667022D-936C-2D27-53B8-1BB33C4C6F8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Text Placeholder 9">
            <a:extLst>
              <a:ext uri="{FF2B5EF4-FFF2-40B4-BE49-F238E27FC236}">
                <a16:creationId xmlns:a16="http://schemas.microsoft.com/office/drawing/2014/main" id="{11AA424F-0E40-3A43-4FC5-0BBD71E9C30A}"/>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9066960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714BDC6-0435-BE27-0FED-7FAA9A86C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4B19EE2F-A7FB-40DD-B400-0BA302B483BF}" type="datetime4">
              <a:rPr lang="en-US" smtClean="0"/>
              <a:t>April 2,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711840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edia + inhoud">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D7AE5942-4F63-ACC5-4DE3-CF6CF96FB268}"/>
              </a:ext>
            </a:extLst>
          </p:cNvPr>
          <p:cNvSpPr>
            <a:spLocks noGrp="1"/>
          </p:cNvSpPr>
          <p:nvPr>
            <p:ph type="media" sz="quarter" idx="22"/>
          </p:nvPr>
        </p:nvSpPr>
        <p:spPr>
          <a:xfrm>
            <a:off x="4764442" y="1628775"/>
            <a:ext cx="6911620" cy="4716461"/>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4" name="Title 3">
            <a:extLst>
              <a:ext uri="{FF2B5EF4-FFF2-40B4-BE49-F238E27FC236}">
                <a16:creationId xmlns:a16="http://schemas.microsoft.com/office/drawing/2014/main" id="{AB92B1E8-47FC-953C-F731-EF5A12DDD10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748E313E-5F5A-5734-FDB1-ACFF601DDB3A}"/>
              </a:ext>
            </a:extLst>
          </p:cNvPr>
          <p:cNvSpPr>
            <a:spLocks noGrp="1"/>
          </p:cNvSpPr>
          <p:nvPr>
            <p:ph type="dt" sz="half" idx="24"/>
          </p:nvPr>
        </p:nvSpPr>
        <p:spPr/>
        <p:txBody>
          <a:bodyPr/>
          <a:lstStyle/>
          <a:p>
            <a:fld id="{D416CE6B-2974-44DE-A7B0-F94502A227B0}" type="datetime4">
              <a:rPr lang="en-US" smtClean="0"/>
              <a:t>April 2, 2026</a:t>
            </a:fld>
            <a:endParaRPr lang="en-BE" dirty="0"/>
          </a:p>
        </p:txBody>
      </p:sp>
      <p:sp>
        <p:nvSpPr>
          <p:cNvPr id="6" name="Footer Placeholder 5">
            <a:extLst>
              <a:ext uri="{FF2B5EF4-FFF2-40B4-BE49-F238E27FC236}">
                <a16:creationId xmlns:a16="http://schemas.microsoft.com/office/drawing/2014/main" id="{720DC76F-CF80-ADBB-1057-239680ED8300}"/>
              </a:ext>
            </a:extLst>
          </p:cNvPr>
          <p:cNvSpPr>
            <a:spLocks noGrp="1"/>
          </p:cNvSpPr>
          <p:nvPr>
            <p:ph type="ftr" sz="quarter" idx="25"/>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09EB6802-D161-015C-E8B2-AC943863BAB3}"/>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9" name="Text Placeholder 9">
            <a:extLst>
              <a:ext uri="{FF2B5EF4-FFF2-40B4-BE49-F238E27FC236}">
                <a16:creationId xmlns:a16="http://schemas.microsoft.com/office/drawing/2014/main" id="{F2D34801-5173-DF5E-FB34-D011F44EF9F4}"/>
              </a:ext>
            </a:extLst>
          </p:cNvPr>
          <p:cNvSpPr>
            <a:spLocks noGrp="1"/>
          </p:cNvSpPr>
          <p:nvPr>
            <p:ph type="body" sz="quarter" idx="31" hasCustomPrompt="1"/>
          </p:nvPr>
        </p:nvSpPr>
        <p:spPr>
          <a:xfrm>
            <a:off x="515937" y="1628775"/>
            <a:ext cx="370850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323838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6314AC0-17EE-A056-A312-DC697CB96C3F}"/>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8" name="Title 5">
            <a:extLst>
              <a:ext uri="{FF2B5EF4-FFF2-40B4-BE49-F238E27FC236}">
                <a16:creationId xmlns:a16="http://schemas.microsoft.com/office/drawing/2014/main" id="{3B8DB3AD-CBBA-89FA-79F9-CEBC9C5C4357}"/>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55B6FB74-A158-45A4-8BF9-622926009448}" type="datetime4">
              <a:rPr lang="en-US" smtClean="0"/>
              <a:t>April 2,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17" name="Text Placeholder 3">
            <a:extLst>
              <a:ext uri="{FF2B5EF4-FFF2-40B4-BE49-F238E27FC236}">
                <a16:creationId xmlns:a16="http://schemas.microsoft.com/office/drawing/2014/main" id="{BE86B2C0-1181-987A-042F-2C2D2F69531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3680982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0207C47B-FF97-4B0D-A736-29D91E0D3CD1}" type="datetime4">
              <a:rPr lang="en-US" smtClean="0"/>
              <a:t>April 2,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85D997F0-5791-557B-2A6D-1067E17459A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6" name="Text Placeholder 5">
            <a:extLst>
              <a:ext uri="{FF2B5EF4-FFF2-40B4-BE49-F238E27FC236}">
                <a16:creationId xmlns:a16="http://schemas.microsoft.com/office/drawing/2014/main" id="{9236B684-9E01-8ECC-4049-18AC9DFC4A75}"/>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Tree>
    <p:extLst>
      <p:ext uri="{BB962C8B-B14F-4D97-AF65-F5344CB8AC3E}">
        <p14:creationId xmlns:p14="http://schemas.microsoft.com/office/powerpoint/2010/main" val="10927017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506C553B-F633-02CA-1430-79ED3F76C36F}"/>
              </a:ext>
            </a:extLst>
          </p:cNvPr>
          <p:cNvPicPr>
            <a:picLocks/>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b="10369"/>
          <a:stretch/>
        </p:blipFill>
        <p:spPr>
          <a:xfrm rot="16200000">
            <a:off x="6057132" y="1216307"/>
            <a:ext cx="7844350" cy="4425386"/>
          </a:xfrm>
          <a:custGeom>
            <a:avLst/>
            <a:gdLst>
              <a:gd name="connsiteX0" fmla="*/ 7844350 w 7844350"/>
              <a:gd name="connsiteY0" fmla="*/ 0 h 4425386"/>
              <a:gd name="connsiteX1" fmla="*/ 7844350 w 7844350"/>
              <a:gd name="connsiteY1" fmla="*/ 120086 h 4425386"/>
              <a:gd name="connsiteX2" fmla="*/ 7351175 w 7844350"/>
              <a:gd name="connsiteY2" fmla="*/ 120086 h 4425386"/>
              <a:gd name="connsiteX3" fmla="*/ 7351175 w 7844350"/>
              <a:gd name="connsiteY3" fmla="*/ 4425386 h 4425386"/>
              <a:gd name="connsiteX4" fmla="*/ 493176 w 7844350"/>
              <a:gd name="connsiteY4" fmla="*/ 4425386 h 4425386"/>
              <a:gd name="connsiteX5" fmla="*/ 493176 w 7844350"/>
              <a:gd name="connsiteY5" fmla="*/ 120086 h 4425386"/>
              <a:gd name="connsiteX6" fmla="*/ 0 w 7844350"/>
              <a:gd name="connsiteY6" fmla="*/ 120086 h 4425386"/>
              <a:gd name="connsiteX7" fmla="*/ 0 w 7844350"/>
              <a:gd name="connsiteY7" fmla="*/ 0 h 442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4350" h="4425386">
                <a:moveTo>
                  <a:pt x="7844350" y="0"/>
                </a:moveTo>
                <a:lnTo>
                  <a:pt x="7844350" y="120086"/>
                </a:lnTo>
                <a:lnTo>
                  <a:pt x="7351175" y="120086"/>
                </a:lnTo>
                <a:lnTo>
                  <a:pt x="7351175" y="4425386"/>
                </a:lnTo>
                <a:lnTo>
                  <a:pt x="493176" y="4425386"/>
                </a:lnTo>
                <a:lnTo>
                  <a:pt x="493176" y="120086"/>
                </a:lnTo>
                <a:lnTo>
                  <a:pt x="0" y="120086"/>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2C4C8487-62F9-4BAC-800E-518181057217}" type="datetime4">
              <a:rPr lang="en-US" smtClean="0"/>
              <a:t>April 2,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6404303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EF7217FF-8C88-D49F-720B-61816BB41F3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12635"/>
          <a:stretch>
            <a:fillRect/>
          </a:stretch>
        </p:blipFill>
        <p:spPr>
          <a:xfrm rot="10800000">
            <a:off x="4457698" y="-1"/>
            <a:ext cx="7734302" cy="5572125"/>
          </a:xfrm>
          <a:custGeom>
            <a:avLst/>
            <a:gdLst>
              <a:gd name="connsiteX0" fmla="*/ 7734302 w 7734302"/>
              <a:gd name="connsiteY0" fmla="*/ 5572125 h 5572125"/>
              <a:gd name="connsiteX1" fmla="*/ 0 w 7734302"/>
              <a:gd name="connsiteY1" fmla="*/ 5572125 h 5572125"/>
              <a:gd name="connsiteX2" fmla="*/ 0 w 7734302"/>
              <a:gd name="connsiteY2" fmla="*/ 0 h 5572125"/>
              <a:gd name="connsiteX3" fmla="*/ 7734302 w 7734302"/>
              <a:gd name="connsiteY3" fmla="*/ 0 h 5572125"/>
            </a:gdLst>
            <a:ahLst/>
            <a:cxnLst>
              <a:cxn ang="0">
                <a:pos x="connsiteX0" y="connsiteY0"/>
              </a:cxn>
              <a:cxn ang="0">
                <a:pos x="connsiteX1" y="connsiteY1"/>
              </a:cxn>
              <a:cxn ang="0">
                <a:pos x="connsiteX2" y="connsiteY2"/>
              </a:cxn>
              <a:cxn ang="0">
                <a:pos x="connsiteX3" y="connsiteY3"/>
              </a:cxn>
            </a:cxnLst>
            <a:rect l="l" t="t" r="r" b="b"/>
            <a:pathLst>
              <a:path w="7734302" h="5572125">
                <a:moveTo>
                  <a:pt x="7734302" y="5572125"/>
                </a:moveTo>
                <a:lnTo>
                  <a:pt x="0" y="5572125"/>
                </a:lnTo>
                <a:lnTo>
                  <a:pt x="0" y="0"/>
                </a:lnTo>
                <a:lnTo>
                  <a:pt x="7734302"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1A5BF5F0-19BD-43C4-913D-05858F831297}" type="datetime4">
              <a:rPr lang="en-US" smtClean="0"/>
              <a:t>April 2,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3" name="Title 20">
            <a:extLst>
              <a:ext uri="{FF2B5EF4-FFF2-40B4-BE49-F238E27FC236}">
                <a16:creationId xmlns:a16="http://schemas.microsoft.com/office/drawing/2014/main" id="{D4337BEE-BE6F-5048-BD50-D5D00D9E5F83}"/>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a:t>Thank you!</a:t>
            </a:r>
            <a:endParaRPr lang="en-BE" dirty="0"/>
          </a:p>
        </p:txBody>
      </p:sp>
      <p:sp>
        <p:nvSpPr>
          <p:cNvPr id="4" name="Text Placeholder 3">
            <a:extLst>
              <a:ext uri="{FF2B5EF4-FFF2-40B4-BE49-F238E27FC236}">
                <a16:creationId xmlns:a16="http://schemas.microsoft.com/office/drawing/2014/main" id="{A1C246D7-FC38-0AB7-DF87-ED3F00907EB5}"/>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rgbClr val="000000"/>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grpSp>
        <p:nvGrpSpPr>
          <p:cNvPr id="5" name="Graphic 10">
            <a:extLst>
              <a:ext uri="{FF2B5EF4-FFF2-40B4-BE49-F238E27FC236}">
                <a16:creationId xmlns:a16="http://schemas.microsoft.com/office/drawing/2014/main" id="{3FA490B3-BA2A-220F-6EA4-8DA088E69F45}"/>
              </a:ext>
            </a:extLst>
          </p:cNvPr>
          <p:cNvGrpSpPr/>
          <p:nvPr userDrawn="1"/>
        </p:nvGrpSpPr>
        <p:grpSpPr>
          <a:xfrm>
            <a:off x="515936" y="512763"/>
            <a:ext cx="2144749" cy="508682"/>
            <a:chOff x="419100" y="2082800"/>
            <a:chExt cx="7770288" cy="1842923"/>
          </a:xfrm>
          <a:solidFill>
            <a:schemeClr val="bg2"/>
          </a:solidFill>
        </p:grpSpPr>
        <p:sp>
          <p:nvSpPr>
            <p:cNvPr id="6" name="Freeform 5">
              <a:extLst>
                <a:ext uri="{FF2B5EF4-FFF2-40B4-BE49-F238E27FC236}">
                  <a16:creationId xmlns:a16="http://schemas.microsoft.com/office/drawing/2014/main" id="{17C7A75E-7545-95C0-23EB-76431010DAC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7" name="Freeform 6">
              <a:extLst>
                <a:ext uri="{FF2B5EF4-FFF2-40B4-BE49-F238E27FC236}">
                  <a16:creationId xmlns:a16="http://schemas.microsoft.com/office/drawing/2014/main" id="{8D9ECE8B-9D83-C24E-59FA-54B253418D9F}"/>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9" name="Freeform 8">
              <a:extLst>
                <a:ext uri="{FF2B5EF4-FFF2-40B4-BE49-F238E27FC236}">
                  <a16:creationId xmlns:a16="http://schemas.microsoft.com/office/drawing/2014/main" id="{21ABC01C-5F71-E3C7-B08D-5D4B21AEA79A}"/>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7994131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64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6F975E6E-9984-48EA-8BFB-6F3F206EF7A9}" type="datetime4">
              <a:rPr lang="en-US" smtClean="0"/>
              <a:t>April 2,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2" name="Graphic 10">
            <a:extLst>
              <a:ext uri="{FF2B5EF4-FFF2-40B4-BE49-F238E27FC236}">
                <a16:creationId xmlns:a16="http://schemas.microsoft.com/office/drawing/2014/main" id="{9C143F9C-CA51-6A3D-6038-55DBC067B4FD}"/>
              </a:ext>
            </a:extLst>
          </p:cNvPr>
          <p:cNvGrpSpPr/>
          <p:nvPr userDrawn="1"/>
        </p:nvGrpSpPr>
        <p:grpSpPr>
          <a:xfrm>
            <a:off x="515936" y="512763"/>
            <a:ext cx="2144749" cy="508682"/>
            <a:chOff x="419100" y="2082800"/>
            <a:chExt cx="7770288" cy="1842923"/>
          </a:xfrm>
          <a:solidFill>
            <a:schemeClr val="bg1"/>
          </a:solidFill>
        </p:grpSpPr>
        <p:sp>
          <p:nvSpPr>
            <p:cNvPr id="9" name="Freeform 8">
              <a:extLst>
                <a:ext uri="{FF2B5EF4-FFF2-40B4-BE49-F238E27FC236}">
                  <a16:creationId xmlns:a16="http://schemas.microsoft.com/office/drawing/2014/main" id="{D0F346C8-75E7-EFD5-11A3-1FDB31BF24F1}"/>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ADBE9E14-4424-E241-FDF8-85AA09573C18}"/>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8AAEA66E-84C1-243A-2FAA-9684BEF1E8B1}"/>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1700045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DA376B0-7373-A672-75C0-6A9DD58A7E7F}"/>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772" r="4772"/>
          <a:stretch/>
        </p:blipFill>
        <p:spPr>
          <a:xfrm rot="16200000">
            <a:off x="1828616" y="1985677"/>
            <a:ext cx="6858003" cy="2886641"/>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33F2C37F-556E-406F-9458-21E81A583320}" type="datetime4">
              <a:rPr lang="en-US" smtClean="0"/>
              <a:t>April 2,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5" name="Title 8">
            <a:extLst>
              <a:ext uri="{FF2B5EF4-FFF2-40B4-BE49-F238E27FC236}">
                <a16:creationId xmlns:a16="http://schemas.microsoft.com/office/drawing/2014/main" id="{C038C994-DC00-C844-899F-D3660EF75BF1}"/>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F46F2F8C-4C33-47BC-7977-F025A7A82430}"/>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10" name="Graphic 10">
            <a:extLst>
              <a:ext uri="{FF2B5EF4-FFF2-40B4-BE49-F238E27FC236}">
                <a16:creationId xmlns:a16="http://schemas.microsoft.com/office/drawing/2014/main" id="{BBF98F45-4D7B-13A2-4B34-65E5083C5E31}"/>
              </a:ext>
            </a:extLst>
          </p:cNvPr>
          <p:cNvGrpSpPr/>
          <p:nvPr userDrawn="1"/>
        </p:nvGrpSpPr>
        <p:grpSpPr>
          <a:xfrm>
            <a:off x="515936" y="512763"/>
            <a:ext cx="2144749" cy="508682"/>
            <a:chOff x="419100" y="2082800"/>
            <a:chExt cx="7770288" cy="1842923"/>
          </a:xfrm>
          <a:solidFill>
            <a:schemeClr val="bg1"/>
          </a:solidFill>
        </p:grpSpPr>
        <p:sp>
          <p:nvSpPr>
            <p:cNvPr id="11" name="Freeform 10">
              <a:extLst>
                <a:ext uri="{FF2B5EF4-FFF2-40B4-BE49-F238E27FC236}">
                  <a16:creationId xmlns:a16="http://schemas.microsoft.com/office/drawing/2014/main" id="{E5DFA883-E525-D03F-5DE8-910CE3CF20F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2" name="Freeform 11">
              <a:extLst>
                <a:ext uri="{FF2B5EF4-FFF2-40B4-BE49-F238E27FC236}">
                  <a16:creationId xmlns:a16="http://schemas.microsoft.com/office/drawing/2014/main" id="{0554B8CE-B78E-F35C-A8DF-50FEECBA2D5E}"/>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4701AD00-4BFC-2E10-72A1-902DD99B64C2}"/>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5929865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179735B-DFCA-D124-198E-05FA8E2CF2B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D3552A53-57A9-4123-A19D-AF6EF1D84AC7}" type="datetime4">
              <a:rPr lang="en-US" smtClean="0"/>
              <a:t>April 2,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6" name="Graphic 10">
            <a:extLst>
              <a:ext uri="{FF2B5EF4-FFF2-40B4-BE49-F238E27FC236}">
                <a16:creationId xmlns:a16="http://schemas.microsoft.com/office/drawing/2014/main" id="{57E57CC2-DCC5-8672-8C95-AFB9D8C26A07}"/>
              </a:ext>
            </a:extLst>
          </p:cNvPr>
          <p:cNvGrpSpPr/>
          <p:nvPr userDrawn="1"/>
        </p:nvGrpSpPr>
        <p:grpSpPr>
          <a:xfrm>
            <a:off x="515936" y="512763"/>
            <a:ext cx="2144749" cy="508682"/>
            <a:chOff x="419100" y="2082800"/>
            <a:chExt cx="7770288" cy="1842923"/>
          </a:xfrm>
          <a:solidFill>
            <a:schemeClr val="bg1"/>
          </a:solidFill>
        </p:grpSpPr>
        <p:sp>
          <p:nvSpPr>
            <p:cNvPr id="7" name="Freeform 6">
              <a:extLst>
                <a:ext uri="{FF2B5EF4-FFF2-40B4-BE49-F238E27FC236}">
                  <a16:creationId xmlns:a16="http://schemas.microsoft.com/office/drawing/2014/main" id="{02C5EADB-B585-94E9-A617-73C56D71179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55E04FAA-E02A-9AF4-3C50-85A67ED8F6E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C8145DD8-0A0B-A731-0582-A2F2FBB1F54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9098917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481C1C3-3BCD-6737-872A-E43678CDBB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427776" y="1604866"/>
            <a:ext cx="5842800" cy="3685648"/>
          </a:xfrm>
          <a:prstGeom prst="rect">
            <a:avLst/>
          </a:prstGeom>
        </p:spPr>
      </p:pic>
      <p:pic>
        <p:nvPicPr>
          <p:cNvPr id="5" name="Graphic 4">
            <a:extLst>
              <a:ext uri="{FF2B5EF4-FFF2-40B4-BE49-F238E27FC236}">
                <a16:creationId xmlns:a16="http://schemas.microsoft.com/office/drawing/2014/main" id="{58A2B2E9-7A2E-EA50-CBBE-56D4A955C0CE}"/>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116400" y="623490"/>
            <a:ext cx="2159683" cy="5648400"/>
          </a:xfrm>
          <a:prstGeom prst="rect">
            <a:avLst/>
          </a:prstGeom>
        </p:spPr>
      </p:pic>
      <p:pic>
        <p:nvPicPr>
          <p:cNvPr id="6" name="Graphic 5">
            <a:extLst>
              <a:ext uri="{FF2B5EF4-FFF2-40B4-BE49-F238E27FC236}">
                <a16:creationId xmlns:a16="http://schemas.microsoft.com/office/drawing/2014/main" id="{FE1C7CCF-738D-5AA5-7E62-F47408B1E1C4}"/>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729600" y="624480"/>
            <a:ext cx="2149200" cy="5646421"/>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26290"/>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9F983CE4-6A89-4BC4-9063-576D7731B37F}" type="datetime4">
              <a:rPr lang="en-US" smtClean="0"/>
              <a:t>April 2,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3" name="Title 8">
            <a:extLst>
              <a:ext uri="{FF2B5EF4-FFF2-40B4-BE49-F238E27FC236}">
                <a16:creationId xmlns:a16="http://schemas.microsoft.com/office/drawing/2014/main" id="{7B6CB02A-6C06-3A91-9D99-A43E43406A07}"/>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8" name="Text Placeholder 3">
            <a:extLst>
              <a:ext uri="{FF2B5EF4-FFF2-40B4-BE49-F238E27FC236}">
                <a16:creationId xmlns:a16="http://schemas.microsoft.com/office/drawing/2014/main" id="{AC11A279-6B85-9340-070F-DD7F56D77EDE}"/>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9" name="Graphic 10">
            <a:extLst>
              <a:ext uri="{FF2B5EF4-FFF2-40B4-BE49-F238E27FC236}">
                <a16:creationId xmlns:a16="http://schemas.microsoft.com/office/drawing/2014/main" id="{3C1594A3-4DC1-62AA-A006-B9A8B3730899}"/>
              </a:ext>
            </a:extLst>
          </p:cNvPr>
          <p:cNvGrpSpPr/>
          <p:nvPr userDrawn="1"/>
        </p:nvGrpSpPr>
        <p:grpSpPr>
          <a:xfrm>
            <a:off x="515936" y="512763"/>
            <a:ext cx="2144749" cy="508682"/>
            <a:chOff x="419100" y="2082800"/>
            <a:chExt cx="7770288" cy="1842923"/>
          </a:xfrm>
          <a:solidFill>
            <a:schemeClr val="bg1"/>
          </a:solidFill>
        </p:grpSpPr>
        <p:sp>
          <p:nvSpPr>
            <p:cNvPr id="10" name="Freeform 9">
              <a:extLst>
                <a:ext uri="{FF2B5EF4-FFF2-40B4-BE49-F238E27FC236}">
                  <a16:creationId xmlns:a16="http://schemas.microsoft.com/office/drawing/2014/main" id="{A9A26693-DC12-E2C0-3445-E388E66D571B}"/>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5DCD578B-91E4-245A-672F-7EAF322558FA}"/>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C5871F6A-F814-6E6B-BBA8-EEF6752600C1}"/>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080652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0D358D4-E33B-1EC4-3BC2-A9185D93C9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A0F71F-AA82-490F-2299-6199D83A747C}"/>
              </a:ext>
            </a:extLst>
          </p:cNvPr>
          <p:cNvSpPr/>
          <p:nvPr userDrawn="1"/>
        </p:nvSpPr>
        <p:spPr>
          <a:xfrm>
            <a:off x="0" y="0"/>
            <a:ext cx="12192000"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Picture Placeholder 22">
            <a:extLst>
              <a:ext uri="{FF2B5EF4-FFF2-40B4-BE49-F238E27FC236}">
                <a16:creationId xmlns:a16="http://schemas.microsoft.com/office/drawing/2014/main" id="{6DCDE9D4-B475-F9D0-1FC0-F25E79A64096}"/>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8CF7FC78-DDAB-4243-9CCE-C903B9201449}" type="datetime4">
              <a:rPr lang="en-US" smtClean="0"/>
              <a:t>April 2,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32158DDD-DEB8-DA3A-7F9B-35F4B5907DE1}"/>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1"/>
                </a:solidFill>
              </a:defRPr>
            </a:lvl1pPr>
          </a:lstStyle>
          <a:p>
            <a:r>
              <a:rPr lang="en-GB" dirty="0"/>
              <a:t>Korte </a:t>
            </a:r>
            <a:r>
              <a:rPr lang="en-GB" dirty="0" err="1"/>
              <a:t>titel</a:t>
            </a:r>
            <a:endParaRPr lang="en-BE" dirty="0"/>
          </a:p>
        </p:txBody>
      </p:sp>
      <p:sp>
        <p:nvSpPr>
          <p:cNvPr id="12" name="Text Placeholder 3">
            <a:extLst>
              <a:ext uri="{FF2B5EF4-FFF2-40B4-BE49-F238E27FC236}">
                <a16:creationId xmlns:a16="http://schemas.microsoft.com/office/drawing/2014/main" id="{1E8CAF5F-8604-8363-831C-7FDD6CC1A950}"/>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Tree>
    <p:extLst>
      <p:ext uri="{BB962C8B-B14F-4D97-AF65-F5344CB8AC3E}">
        <p14:creationId xmlns:p14="http://schemas.microsoft.com/office/powerpoint/2010/main" val="3313917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E3A3DB3-3F3E-9E1D-4D82-D3A61E69661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5400000">
            <a:off x="4238293" y="2126818"/>
            <a:ext cx="6903349" cy="2609803"/>
          </a:xfrm>
          <a:prstGeom prst="rect">
            <a:avLst/>
          </a:prstGeom>
        </p:spPr>
      </p:pic>
      <p:pic>
        <p:nvPicPr>
          <p:cNvPr id="4" name="Graphic 3">
            <a:extLst>
              <a:ext uri="{FF2B5EF4-FFF2-40B4-BE49-F238E27FC236}">
                <a16:creationId xmlns:a16="http://schemas.microsoft.com/office/drawing/2014/main" id="{17836F46-0818-6D94-A02D-96FEDE21A4D9}"/>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89" r="5189"/>
          <a:stretch/>
        </p:blipFill>
        <p:spPr>
          <a:xfrm rot="5400000">
            <a:off x="7316570" y="1982572"/>
            <a:ext cx="6858002" cy="2892857"/>
          </a:xfrm>
          <a:prstGeom prst="rect">
            <a:avLst/>
          </a:prstGeom>
        </p:spPr>
      </p:pic>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6D9F3360-0027-4857-9662-D3E751560510}" type="datetime4">
              <a:rPr lang="en-US" smtClean="0"/>
              <a:t>April 2,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ext Placeholder 3">
            <a:extLst>
              <a:ext uri="{FF2B5EF4-FFF2-40B4-BE49-F238E27FC236}">
                <a16:creationId xmlns:a16="http://schemas.microsoft.com/office/drawing/2014/main" id="{44A46CF9-500D-0D14-EA47-0C0460B11064}"/>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0" name="Title 5">
            <a:extLst>
              <a:ext uri="{FF2B5EF4-FFF2-40B4-BE49-F238E27FC236}">
                <a16:creationId xmlns:a16="http://schemas.microsoft.com/office/drawing/2014/main" id="{AA89F6E9-0061-D186-2A2B-706806631E61}"/>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grpSp>
        <p:nvGrpSpPr>
          <p:cNvPr id="2" name="Graphic 10">
            <a:extLst>
              <a:ext uri="{FF2B5EF4-FFF2-40B4-BE49-F238E27FC236}">
                <a16:creationId xmlns:a16="http://schemas.microsoft.com/office/drawing/2014/main" id="{DE188515-991E-1E96-BBEA-B1081967BEC3}"/>
              </a:ext>
            </a:extLst>
          </p:cNvPr>
          <p:cNvGrpSpPr/>
          <p:nvPr userDrawn="1"/>
        </p:nvGrpSpPr>
        <p:grpSpPr>
          <a:xfrm>
            <a:off x="515936" y="512763"/>
            <a:ext cx="2144749" cy="508682"/>
            <a:chOff x="419100" y="2082800"/>
            <a:chExt cx="7770288" cy="1842923"/>
          </a:xfrm>
          <a:solidFill>
            <a:schemeClr val="bg1"/>
          </a:solidFill>
        </p:grpSpPr>
        <p:sp>
          <p:nvSpPr>
            <p:cNvPr id="6" name="Freeform 5">
              <a:extLst>
                <a:ext uri="{FF2B5EF4-FFF2-40B4-BE49-F238E27FC236}">
                  <a16:creationId xmlns:a16="http://schemas.microsoft.com/office/drawing/2014/main" id="{48738046-82EE-4563-3C5D-9F8377C47A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BB1C4AFE-6F80-C561-251A-FC5E7165034B}"/>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09920C01-2CDB-20F3-B636-FF067418E720}"/>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9990060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28C50E3-30E0-578B-06D1-F44116DB10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6421892" y="1787410"/>
            <a:ext cx="5204806" cy="3283200"/>
          </a:xfrm>
          <a:prstGeom prst="rect">
            <a:avLst/>
          </a:prstGeom>
        </p:spPr>
      </p:pic>
      <p:pic>
        <p:nvPicPr>
          <p:cNvPr id="6" name="Graphic 5">
            <a:extLst>
              <a:ext uri="{FF2B5EF4-FFF2-40B4-BE49-F238E27FC236}">
                <a16:creationId xmlns:a16="http://schemas.microsoft.com/office/drawing/2014/main" id="{7063A626-3A96-7011-342D-0DD4422CFE67}"/>
              </a:ext>
            </a:extLst>
          </p:cNvPr>
          <p:cNvPicPr>
            <a:picLocks noChangeAspect="1"/>
          </p:cNvPicPr>
          <p:nvPr userDrawn="1"/>
        </p:nvPicPr>
        <p:blipFill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r="23526"/>
          <a:stretch/>
        </p:blipFill>
        <p:spPr>
          <a:xfrm rot="5400000">
            <a:off x="8340234" y="3693405"/>
            <a:ext cx="1431956" cy="4897237"/>
          </a:xfrm>
          <a:prstGeom prst="rect">
            <a:avLst/>
          </a:prstGeom>
        </p:spPr>
      </p:pic>
      <p:pic>
        <p:nvPicPr>
          <p:cNvPr id="10" name="Graphic 9">
            <a:extLst>
              <a:ext uri="{FF2B5EF4-FFF2-40B4-BE49-F238E27FC236}">
                <a16:creationId xmlns:a16="http://schemas.microsoft.com/office/drawing/2014/main" id="{B5D436B6-1FD6-9F4B-F52D-042A47AC1CBE}"/>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229E6737-1C28-472F-9E2A-5FCFBD3FC7B6}" type="datetime4">
              <a:rPr lang="en-US" smtClean="0"/>
              <a:t>April 2,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7" name="Text Placeholder 3">
            <a:extLst>
              <a:ext uri="{FF2B5EF4-FFF2-40B4-BE49-F238E27FC236}">
                <a16:creationId xmlns:a16="http://schemas.microsoft.com/office/drawing/2014/main" id="{7B237C78-D1A1-E2DF-4F97-E73DA3A039FC}"/>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9" name="Title 5">
            <a:extLst>
              <a:ext uri="{FF2B5EF4-FFF2-40B4-BE49-F238E27FC236}">
                <a16:creationId xmlns:a16="http://schemas.microsoft.com/office/drawing/2014/main" id="{E1A21EC6-3CE0-1BFB-9955-E64E981EC413}"/>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grpSp>
        <p:nvGrpSpPr>
          <p:cNvPr id="11" name="Graphic 10">
            <a:extLst>
              <a:ext uri="{FF2B5EF4-FFF2-40B4-BE49-F238E27FC236}">
                <a16:creationId xmlns:a16="http://schemas.microsoft.com/office/drawing/2014/main" id="{3B76C253-628F-9553-A266-8DAA5077A6D2}"/>
              </a:ext>
            </a:extLst>
          </p:cNvPr>
          <p:cNvGrpSpPr/>
          <p:nvPr userDrawn="1"/>
        </p:nvGrpSpPr>
        <p:grpSpPr>
          <a:xfrm>
            <a:off x="515936" y="512763"/>
            <a:ext cx="2144749" cy="508682"/>
            <a:chOff x="419100" y="2082800"/>
            <a:chExt cx="7770288" cy="1842923"/>
          </a:xfrm>
          <a:solidFill>
            <a:schemeClr val="bg1"/>
          </a:solidFill>
        </p:grpSpPr>
        <p:sp>
          <p:nvSpPr>
            <p:cNvPr id="12" name="Freeform 11">
              <a:extLst>
                <a:ext uri="{FF2B5EF4-FFF2-40B4-BE49-F238E27FC236}">
                  <a16:creationId xmlns:a16="http://schemas.microsoft.com/office/drawing/2014/main" id="{E95BCF7D-B453-828F-9892-9AC16F22C592}"/>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3" name="Freeform 12">
              <a:extLst>
                <a:ext uri="{FF2B5EF4-FFF2-40B4-BE49-F238E27FC236}">
                  <a16:creationId xmlns:a16="http://schemas.microsoft.com/office/drawing/2014/main" id="{6E8AA942-14AE-2ADC-8D2C-9EEDD7F38A96}"/>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BF277AE3-CC3C-423E-3373-35824337120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404091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F318506-1681-83B9-A6FC-0F33D2864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0316B8EE-66A0-4D2A-AF45-1EE4BCF5CEB4}" type="datetime4">
              <a:rPr lang="en-US" smtClean="0"/>
              <a:t>April 2,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0209557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9ADCDA6-D1C9-C76B-F94C-15A3EF19FF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6327"/>
            <a:ext cx="12192000" cy="6765346"/>
          </a:xfrm>
          <a:prstGeom prst="rect">
            <a:avLst/>
          </a:prstGeom>
        </p:spPr>
      </p:pic>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C80AFBC7-764D-4682-96CF-0C8AF7946CF9}" type="datetime4">
              <a:rPr lang="en-US" smtClean="0"/>
              <a:t>April 2,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3F845A7B-EDB6-5BBA-1A79-D81135E80F90}"/>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4" name="Text Placeholder 3">
            <a:extLst>
              <a:ext uri="{FF2B5EF4-FFF2-40B4-BE49-F238E27FC236}">
                <a16:creationId xmlns:a16="http://schemas.microsoft.com/office/drawing/2014/main" id="{A8AA938B-2B1B-5A56-0CE7-EA9689DD7FE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40747029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7F8D715B-DD2B-44D4-9ACB-211E977DB2A0}" type="datetime4">
              <a:rPr lang="en-US" smtClean="0"/>
              <a:t>April 2,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6" name="Title 5">
            <a:extLst>
              <a:ext uri="{FF2B5EF4-FFF2-40B4-BE49-F238E27FC236}">
                <a16:creationId xmlns:a16="http://schemas.microsoft.com/office/drawing/2014/main" id="{9355887D-756F-F868-3DF0-03CF47DF58C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1868A457-A7E9-09CE-7AEF-67371853D26C}"/>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Tree>
    <p:extLst>
      <p:ext uri="{BB962C8B-B14F-4D97-AF65-F5344CB8AC3E}">
        <p14:creationId xmlns:p14="http://schemas.microsoft.com/office/powerpoint/2010/main" val="37764559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163841E5-F71C-A65C-0467-85C1386F5CC9}"/>
              </a:ext>
            </a:extLst>
          </p:cNvPr>
          <p:cNvPicPr>
            <a:picLocks/>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b="11493"/>
          <a:stretch>
            <a:fillRect/>
          </a:stretch>
        </p:blipFill>
        <p:spPr>
          <a:xfrm rot="16200000">
            <a:off x="6033971" y="1222092"/>
            <a:ext cx="7902247" cy="4413812"/>
          </a:xfrm>
          <a:custGeom>
            <a:avLst/>
            <a:gdLst>
              <a:gd name="connsiteX0" fmla="*/ 7902247 w 7902247"/>
              <a:gd name="connsiteY0" fmla="*/ 0 h 4413812"/>
              <a:gd name="connsiteX1" fmla="*/ 7902247 w 7902247"/>
              <a:gd name="connsiteY1" fmla="*/ 324412 h 4413812"/>
              <a:gd name="connsiteX2" fmla="*/ 7380122 w 7902247"/>
              <a:gd name="connsiteY2" fmla="*/ 324412 h 4413812"/>
              <a:gd name="connsiteX3" fmla="*/ 7380122 w 7902247"/>
              <a:gd name="connsiteY3" fmla="*/ 4413812 h 4413812"/>
              <a:gd name="connsiteX4" fmla="*/ 522122 w 7902247"/>
              <a:gd name="connsiteY4" fmla="*/ 4413812 h 4413812"/>
              <a:gd name="connsiteX5" fmla="*/ 522122 w 7902247"/>
              <a:gd name="connsiteY5" fmla="*/ 324412 h 4413812"/>
              <a:gd name="connsiteX6" fmla="*/ 0 w 7902247"/>
              <a:gd name="connsiteY6" fmla="*/ 324412 h 4413812"/>
              <a:gd name="connsiteX7" fmla="*/ 0 w 7902247"/>
              <a:gd name="connsiteY7" fmla="*/ 0 h 441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2247" h="4413812">
                <a:moveTo>
                  <a:pt x="7902247" y="0"/>
                </a:moveTo>
                <a:lnTo>
                  <a:pt x="7902247" y="324412"/>
                </a:lnTo>
                <a:lnTo>
                  <a:pt x="7380122" y="324412"/>
                </a:lnTo>
                <a:lnTo>
                  <a:pt x="7380122" y="4413812"/>
                </a:lnTo>
                <a:lnTo>
                  <a:pt x="522122" y="4413812"/>
                </a:lnTo>
                <a:lnTo>
                  <a:pt x="522122" y="324412"/>
                </a:lnTo>
                <a:lnTo>
                  <a:pt x="0" y="324412"/>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13932"/>
          </a:xfrm>
          <a:prstGeom prst="rect">
            <a:avLst/>
          </a:prstGeom>
        </p:spPr>
        <p:txBody>
          <a:bodyPr wrap="square" lIns="0" rIns="0">
            <a:spAutoFit/>
          </a:bodyPr>
          <a:lstStyle>
            <a:lvl1pPr algn="l">
              <a:defRPr sz="1600" b="0" i="1">
                <a:solidFill>
                  <a:schemeClr val="tx2"/>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B2BE8ABE-FDB1-4B95-A815-1C25EF26DC0C}" type="datetime4">
              <a:rPr lang="en-US" smtClean="0"/>
              <a:t>April 2,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8728922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E57CD68-75B6-F13A-63EF-63468522221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0800000">
            <a:off x="4457698" y="8628"/>
            <a:ext cx="8839202" cy="5563497"/>
          </a:xfrm>
          <a:custGeom>
            <a:avLst/>
            <a:gdLst>
              <a:gd name="connsiteX0" fmla="*/ 8839202 w 8839202"/>
              <a:gd name="connsiteY0" fmla="*/ 5563497 h 5563497"/>
              <a:gd name="connsiteX1" fmla="*/ 1104900 w 8839202"/>
              <a:gd name="connsiteY1" fmla="*/ 5563497 h 5563497"/>
              <a:gd name="connsiteX2" fmla="*/ 1104900 w 8839202"/>
              <a:gd name="connsiteY2" fmla="*/ 619125 h 5563497"/>
              <a:gd name="connsiteX3" fmla="*/ 0 w 8839202"/>
              <a:gd name="connsiteY3" fmla="*/ 619125 h 5563497"/>
              <a:gd name="connsiteX4" fmla="*/ 0 w 8839202"/>
              <a:gd name="connsiteY4" fmla="*/ 0 h 5563497"/>
              <a:gd name="connsiteX5" fmla="*/ 8839202 w 8839202"/>
              <a:gd name="connsiteY5" fmla="*/ 0 h 556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9202" h="5563497">
                <a:moveTo>
                  <a:pt x="8839202" y="5563497"/>
                </a:moveTo>
                <a:lnTo>
                  <a:pt x="1104900" y="5563497"/>
                </a:lnTo>
                <a:lnTo>
                  <a:pt x="1104900" y="619125"/>
                </a:lnTo>
                <a:lnTo>
                  <a:pt x="0" y="619125"/>
                </a:lnTo>
                <a:lnTo>
                  <a:pt x="0" y="0"/>
                </a:lnTo>
                <a:lnTo>
                  <a:pt x="8839202"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5" name="Title 20">
            <a:extLst>
              <a:ext uri="{FF2B5EF4-FFF2-40B4-BE49-F238E27FC236}">
                <a16:creationId xmlns:a16="http://schemas.microsoft.com/office/drawing/2014/main" id="{CD48848F-FCE7-50A3-7025-7A4C33441862}"/>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tx2"/>
                </a:solidFill>
              </a:defRPr>
            </a:lvl1pPr>
          </a:lstStyle>
          <a:p>
            <a:r>
              <a:rPr lang="en-GB" dirty="0"/>
              <a:t>Thank you!</a:t>
            </a:r>
            <a:endParaRPr lang="en-BE" dirty="0"/>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61CE0209-A8C7-478F-AE71-C0DE1A68769A}" type="datetime4">
              <a:rPr lang="en-US" smtClean="0"/>
              <a:t>April 2,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4" name="Text Placeholder 3">
            <a:extLst>
              <a:ext uri="{FF2B5EF4-FFF2-40B4-BE49-F238E27FC236}">
                <a16:creationId xmlns:a16="http://schemas.microsoft.com/office/drawing/2014/main" id="{93E5697C-BC98-F04E-B5D3-5D7868FE6A62}"/>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grpSp>
        <p:nvGrpSpPr>
          <p:cNvPr id="3" name="Graphic 10">
            <a:extLst>
              <a:ext uri="{FF2B5EF4-FFF2-40B4-BE49-F238E27FC236}">
                <a16:creationId xmlns:a16="http://schemas.microsoft.com/office/drawing/2014/main" id="{44A32813-423B-8134-322B-5A2B5FDB1B21}"/>
              </a:ext>
            </a:extLst>
          </p:cNvPr>
          <p:cNvGrpSpPr/>
          <p:nvPr userDrawn="1"/>
        </p:nvGrpSpPr>
        <p:grpSpPr>
          <a:xfrm>
            <a:off x="515936" y="512763"/>
            <a:ext cx="2144749" cy="508682"/>
            <a:chOff x="419100" y="2082800"/>
            <a:chExt cx="7770288" cy="1842923"/>
          </a:xfrm>
          <a:solidFill>
            <a:schemeClr val="bg1"/>
          </a:solidFill>
        </p:grpSpPr>
        <p:sp>
          <p:nvSpPr>
            <p:cNvPr id="6" name="Freeform 5">
              <a:extLst>
                <a:ext uri="{FF2B5EF4-FFF2-40B4-BE49-F238E27FC236}">
                  <a16:creationId xmlns:a16="http://schemas.microsoft.com/office/drawing/2014/main" id="{4546B831-1E36-13F1-8868-74DD4DB04824}"/>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7" name="Freeform 6">
              <a:extLst>
                <a:ext uri="{FF2B5EF4-FFF2-40B4-BE49-F238E27FC236}">
                  <a16:creationId xmlns:a16="http://schemas.microsoft.com/office/drawing/2014/main" id="{D96986BD-C4EC-0405-339A-FFF18706B35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0" name="Freeform 9">
              <a:extLst>
                <a:ext uri="{FF2B5EF4-FFF2-40B4-BE49-F238E27FC236}">
                  <a16:creationId xmlns:a16="http://schemas.microsoft.com/office/drawing/2014/main" id="{0EE5414C-4FAC-4204-FE6E-42D8391EA72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5969854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el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A235EE27-552D-4277-A769-DD08257557A6}" type="datetime4">
              <a:rPr lang="en-US" smtClean="0"/>
              <a:t>April 2,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2" name="Graphic 10">
            <a:extLst>
              <a:ext uri="{FF2B5EF4-FFF2-40B4-BE49-F238E27FC236}">
                <a16:creationId xmlns:a16="http://schemas.microsoft.com/office/drawing/2014/main" id="{301D1E9F-E6B2-B5D1-1827-D053386286BB}"/>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DE27AF2D-C6F7-243D-3C18-20E3BBEF16C4}"/>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65DCE53A-0262-D4D7-49A0-85D6C7AB042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6DB6E514-5C22-7BC4-24A0-2203868D65D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5156961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el 02">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27152836-84DD-00F4-8447-71E37A384EA8}"/>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805340" y="0"/>
            <a:ext cx="2895599" cy="6857999"/>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45DFB45B-92CF-4D6C-86E5-D181C6809EAA}" type="datetime4">
              <a:rPr lang="en-US" smtClean="0"/>
              <a:t>April 2,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D6289FDF-F3D9-592E-F5AD-80250FA6F5B8}"/>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DE052624-841F-AD03-E419-83E8CA8943F4}"/>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5" name="Graphic 10">
            <a:extLst>
              <a:ext uri="{FF2B5EF4-FFF2-40B4-BE49-F238E27FC236}">
                <a16:creationId xmlns:a16="http://schemas.microsoft.com/office/drawing/2014/main" id="{E8CF470B-72E0-D9D6-B1CB-241A3CD4D9BA}"/>
              </a:ext>
            </a:extLst>
          </p:cNvPr>
          <p:cNvGrpSpPr/>
          <p:nvPr userDrawn="1"/>
        </p:nvGrpSpPr>
        <p:grpSpPr>
          <a:xfrm>
            <a:off x="515936" y="512763"/>
            <a:ext cx="2144749" cy="508682"/>
            <a:chOff x="419100" y="2082800"/>
            <a:chExt cx="7770288" cy="1842923"/>
          </a:xfrm>
          <a:solidFill>
            <a:schemeClr val="bg2"/>
          </a:solidFill>
        </p:grpSpPr>
        <p:sp>
          <p:nvSpPr>
            <p:cNvPr id="10" name="Freeform 9">
              <a:extLst>
                <a:ext uri="{FF2B5EF4-FFF2-40B4-BE49-F238E27FC236}">
                  <a16:creationId xmlns:a16="http://schemas.microsoft.com/office/drawing/2014/main" id="{6AF8A1D8-D002-25D6-4C8C-666353B043AC}"/>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4888F446-A2BD-0AED-5CF2-D74AB8FBF9D1}"/>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14D202D3-BBE0-80BF-E93E-F7FF3DCCF8D5}"/>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3100430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0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D524948-C303-1146-122C-27A326D167F1}"/>
              </a:ext>
            </a:extLst>
          </p:cNvPr>
          <p:cNvPicPr>
            <a:picLocks noChangeAspect="1"/>
          </p:cNvPicPr>
          <p:nvPr userDrawn="1"/>
        </p:nvPicPr>
        <p:blipFill rotWithShape="1">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t="-1" b="105"/>
          <a:stretch/>
        </p:blipFill>
        <p:spPr>
          <a:xfrm>
            <a:off x="0" y="0"/>
            <a:ext cx="121793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9257D039-91A4-4753-B9F5-8238926249CB}" type="datetime4">
              <a:rPr lang="en-US" smtClean="0"/>
              <a:t>April 2,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4180B66B-4DE9-6376-C6E3-E6ECA013A6C7}"/>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DCC2CCB7-F457-5875-5AF1-C183E6233D61}"/>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6" name="Graphic 10">
            <a:extLst>
              <a:ext uri="{FF2B5EF4-FFF2-40B4-BE49-F238E27FC236}">
                <a16:creationId xmlns:a16="http://schemas.microsoft.com/office/drawing/2014/main" id="{A7393BF6-5FD7-26E9-3157-41097A4D53BA}"/>
              </a:ext>
            </a:extLst>
          </p:cNvPr>
          <p:cNvGrpSpPr/>
          <p:nvPr userDrawn="1"/>
        </p:nvGrpSpPr>
        <p:grpSpPr>
          <a:xfrm>
            <a:off x="515936" y="512763"/>
            <a:ext cx="2144749" cy="508682"/>
            <a:chOff x="419100" y="2082800"/>
            <a:chExt cx="7770288" cy="1842923"/>
          </a:xfrm>
          <a:solidFill>
            <a:schemeClr val="bg2"/>
          </a:solidFill>
        </p:grpSpPr>
        <p:sp>
          <p:nvSpPr>
            <p:cNvPr id="7" name="Freeform 6">
              <a:extLst>
                <a:ext uri="{FF2B5EF4-FFF2-40B4-BE49-F238E27FC236}">
                  <a16:creationId xmlns:a16="http://schemas.microsoft.com/office/drawing/2014/main" id="{654E33E5-A432-AA95-B687-BB3B41344A97}"/>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1" name="Freeform 10">
              <a:extLst>
                <a:ext uri="{FF2B5EF4-FFF2-40B4-BE49-F238E27FC236}">
                  <a16:creationId xmlns:a16="http://schemas.microsoft.com/office/drawing/2014/main" id="{C4EEA396-DCED-EAA4-6D63-E576E463432A}"/>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4C7C38C9-8E3A-6350-A065-E8B91828B207}"/>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8432193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el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682CBFF4-CF28-D60B-0A8F-A1E291CBEFC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29600" y="610953"/>
            <a:ext cx="2149200" cy="5646421"/>
          </a:xfrm>
          <a:prstGeom prst="rect">
            <a:avLst/>
          </a:prstGeom>
        </p:spPr>
      </p:pic>
      <p:pic>
        <p:nvPicPr>
          <p:cNvPr id="11" name="Graphic 10">
            <a:extLst>
              <a:ext uri="{FF2B5EF4-FFF2-40B4-BE49-F238E27FC236}">
                <a16:creationId xmlns:a16="http://schemas.microsoft.com/office/drawing/2014/main" id="{C4E537CE-A628-D4E5-1156-933E0CD646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7427776" y="1591339"/>
            <a:ext cx="5842800" cy="3685648"/>
          </a:xfrm>
          <a:prstGeom prst="rect">
            <a:avLst/>
          </a:prstGeom>
        </p:spPr>
      </p:pic>
      <p:pic>
        <p:nvPicPr>
          <p:cNvPr id="17" name="Graphic 16">
            <a:extLst>
              <a:ext uri="{FF2B5EF4-FFF2-40B4-BE49-F238E27FC236}">
                <a16:creationId xmlns:a16="http://schemas.microsoft.com/office/drawing/2014/main" id="{B84C4F0B-2ABD-598D-CCC2-FE248D73CA9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6200000">
            <a:off x="4364928" y="2357732"/>
            <a:ext cx="5644738" cy="2149200"/>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2763"/>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1EE2F46D-8983-466C-AC7D-7A1ABE9F6550}" type="datetime4">
              <a:rPr lang="en-US" smtClean="0"/>
              <a:t>April 2,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EB973BD9-B66C-92E6-BB6D-69DE9F95F5F6}"/>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7B288B86-DE1F-1C55-CE6D-30D55A9BCDC1}"/>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grpSp>
        <p:nvGrpSpPr>
          <p:cNvPr id="2" name="Graphic 10">
            <a:extLst>
              <a:ext uri="{FF2B5EF4-FFF2-40B4-BE49-F238E27FC236}">
                <a16:creationId xmlns:a16="http://schemas.microsoft.com/office/drawing/2014/main" id="{B788746E-BC0B-0FC7-9721-89C8559A6ECA}"/>
              </a:ext>
            </a:extLst>
          </p:cNvPr>
          <p:cNvGrpSpPr/>
          <p:nvPr userDrawn="1"/>
        </p:nvGrpSpPr>
        <p:grpSpPr>
          <a:xfrm>
            <a:off x="515936" y="512763"/>
            <a:ext cx="2144749" cy="508682"/>
            <a:chOff x="419100" y="2082800"/>
            <a:chExt cx="7770288" cy="1842923"/>
          </a:xfrm>
          <a:solidFill>
            <a:schemeClr val="bg2"/>
          </a:solidFill>
        </p:grpSpPr>
        <p:sp>
          <p:nvSpPr>
            <p:cNvPr id="3" name="Freeform 2">
              <a:extLst>
                <a:ext uri="{FF2B5EF4-FFF2-40B4-BE49-F238E27FC236}">
                  <a16:creationId xmlns:a16="http://schemas.microsoft.com/office/drawing/2014/main" id="{675FDB64-3D0D-C816-CD72-B26E69E15BB9}"/>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5" name="Freeform 4">
              <a:extLst>
                <a:ext uri="{FF2B5EF4-FFF2-40B4-BE49-F238E27FC236}">
                  <a16:creationId xmlns:a16="http://schemas.microsoft.com/office/drawing/2014/main" id="{6C72694B-37FA-E963-DE94-AEBB46ED4951}"/>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6" name="Freeform 5">
              <a:extLst>
                <a:ext uri="{FF2B5EF4-FFF2-40B4-BE49-F238E27FC236}">
                  <a16:creationId xmlns:a16="http://schemas.microsoft.com/office/drawing/2014/main" id="{82588CF9-1E9E-BF1B-4BAF-99411DDC6E6D}"/>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6201699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el 05">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604F5AB-CC09-14AE-C120-FACE63EB4F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5D6265E-FD2F-14FF-E8B3-B57BB4FAE268}"/>
              </a:ext>
            </a:extLst>
          </p:cNvPr>
          <p:cNvSpPr/>
          <p:nvPr userDrawn="1"/>
        </p:nvSpPr>
        <p:spPr>
          <a:xfrm>
            <a:off x="0" y="0"/>
            <a:ext cx="12192000"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Picture Placeholder 22">
            <a:extLst>
              <a:ext uri="{FF2B5EF4-FFF2-40B4-BE49-F238E27FC236}">
                <a16:creationId xmlns:a16="http://schemas.microsoft.com/office/drawing/2014/main" id="{82C58521-27CC-2140-D1FA-C88E80CAB59D}"/>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0F95E86C-603C-44F7-83F9-8134D6D95E0E}" type="datetime4">
              <a:rPr lang="en-US" smtClean="0"/>
              <a:t>April 2,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8598B0ED-9E10-4E19-AA43-7BDD381C3E90}"/>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dirty="0"/>
              <a:t>Korte </a:t>
            </a:r>
            <a:r>
              <a:rPr lang="en-GB" dirty="0" err="1"/>
              <a:t>titel</a:t>
            </a:r>
            <a:endParaRPr lang="en-BE" dirty="0"/>
          </a:p>
        </p:txBody>
      </p:sp>
      <p:sp>
        <p:nvSpPr>
          <p:cNvPr id="12" name="Text Placeholder 3">
            <a:extLst>
              <a:ext uri="{FF2B5EF4-FFF2-40B4-BE49-F238E27FC236}">
                <a16:creationId xmlns:a16="http://schemas.microsoft.com/office/drawing/2014/main" id="{96BB5B48-50D4-391C-7C47-6ECEF435737F}"/>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Tree>
    <p:extLst>
      <p:ext uri="{BB962C8B-B14F-4D97-AF65-F5344CB8AC3E}">
        <p14:creationId xmlns:p14="http://schemas.microsoft.com/office/powerpoint/2010/main" val="10516582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D7FD5E2B-04EF-C0A8-F6FF-07A14082086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238291" y="2146774"/>
            <a:ext cx="6903353" cy="2609804"/>
          </a:xfrm>
          <a:prstGeom prst="rect">
            <a:avLst/>
          </a:prstGeom>
        </p:spPr>
      </p:pic>
      <p:pic>
        <p:nvPicPr>
          <p:cNvPr id="8" name="Graphic 7">
            <a:extLst>
              <a:ext uri="{FF2B5EF4-FFF2-40B4-BE49-F238E27FC236}">
                <a16:creationId xmlns:a16="http://schemas.microsoft.com/office/drawing/2014/main" id="{8DBA32B7-8BF2-4E84-29DF-12C340B1BE84}"/>
              </a:ext>
            </a:extLst>
          </p:cNvPr>
          <p:cNvPicPr>
            <a:picLocks noChangeAspect="1"/>
          </p:cNvPicPr>
          <p:nvPr userDrawn="1"/>
        </p:nvPicPr>
        <p:blipFill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89" r="5189"/>
          <a:stretch/>
        </p:blipFill>
        <p:spPr>
          <a:xfrm rot="5400000">
            <a:off x="7316570" y="1982572"/>
            <a:ext cx="6858002" cy="2892857"/>
          </a:xfrm>
          <a:prstGeom prst="rect">
            <a:avLst/>
          </a:prstGeom>
        </p:spPr>
      </p:pic>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1BA3B903-E368-4723-ADD7-D1583A4B4CB0}" type="datetime4">
              <a:rPr lang="en-US" smtClean="0"/>
              <a:t>April 2,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16" name="Text Placeholder 3">
            <a:extLst>
              <a:ext uri="{FF2B5EF4-FFF2-40B4-BE49-F238E27FC236}">
                <a16:creationId xmlns:a16="http://schemas.microsoft.com/office/drawing/2014/main" id="{BB647212-9891-C1A8-37A6-64D07DC0941A}"/>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7" name="Title 5">
            <a:extLst>
              <a:ext uri="{FF2B5EF4-FFF2-40B4-BE49-F238E27FC236}">
                <a16:creationId xmlns:a16="http://schemas.microsoft.com/office/drawing/2014/main" id="{26CA964F-AD91-D1A7-3E9D-5A3258073549}"/>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grpSp>
        <p:nvGrpSpPr>
          <p:cNvPr id="2" name="Graphic 10">
            <a:extLst>
              <a:ext uri="{FF2B5EF4-FFF2-40B4-BE49-F238E27FC236}">
                <a16:creationId xmlns:a16="http://schemas.microsoft.com/office/drawing/2014/main" id="{FAA310E7-1907-40FB-7FB3-07AC27640316}"/>
              </a:ext>
            </a:extLst>
          </p:cNvPr>
          <p:cNvGrpSpPr/>
          <p:nvPr userDrawn="1"/>
        </p:nvGrpSpPr>
        <p:grpSpPr>
          <a:xfrm>
            <a:off x="515936" y="512763"/>
            <a:ext cx="2144749" cy="508682"/>
            <a:chOff x="419100" y="2082800"/>
            <a:chExt cx="7770288" cy="1842923"/>
          </a:xfrm>
          <a:solidFill>
            <a:schemeClr val="bg2"/>
          </a:solidFill>
        </p:grpSpPr>
        <p:sp>
          <p:nvSpPr>
            <p:cNvPr id="3" name="Freeform 2">
              <a:extLst>
                <a:ext uri="{FF2B5EF4-FFF2-40B4-BE49-F238E27FC236}">
                  <a16:creationId xmlns:a16="http://schemas.microsoft.com/office/drawing/2014/main" id="{8C2D1F85-A62C-D889-D9A5-5612D3D7F7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4" name="Freeform 3">
              <a:extLst>
                <a:ext uri="{FF2B5EF4-FFF2-40B4-BE49-F238E27FC236}">
                  <a16:creationId xmlns:a16="http://schemas.microsoft.com/office/drawing/2014/main" id="{AC691A2A-AD2F-8B00-86DE-D2C56C08C600}"/>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6" name="Freeform 5">
              <a:extLst>
                <a:ext uri="{FF2B5EF4-FFF2-40B4-BE49-F238E27FC236}">
                  <a16:creationId xmlns:a16="http://schemas.microsoft.com/office/drawing/2014/main" id="{25881590-E4DD-3058-9B02-DA61A00CFA86}"/>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4248814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607D464-2B65-AE03-D009-778361451B43}"/>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2" t="20195" r="2" b="253"/>
          <a:stretch/>
        </p:blipFill>
        <p:spPr>
          <a:xfrm rot="10800000">
            <a:off x="6675543" y="5426034"/>
            <a:ext cx="4761335" cy="1431966"/>
          </a:xfrm>
          <a:prstGeom prst="rect">
            <a:avLst/>
          </a:prstGeom>
        </p:spPr>
      </p:pic>
      <p:pic>
        <p:nvPicPr>
          <p:cNvPr id="9" name="Graphic 8">
            <a:extLst>
              <a:ext uri="{FF2B5EF4-FFF2-40B4-BE49-F238E27FC236}">
                <a16:creationId xmlns:a16="http://schemas.microsoft.com/office/drawing/2014/main" id="{2465613A-160D-F605-2B4E-32A0D3924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6429111" y="1787400"/>
            <a:ext cx="5204805" cy="3283200"/>
          </a:xfrm>
          <a:prstGeom prst="rect">
            <a:avLst/>
          </a:prstGeom>
        </p:spPr>
      </p:pic>
      <p:pic>
        <p:nvPicPr>
          <p:cNvPr id="11" name="Graphic 10">
            <a:extLst>
              <a:ext uri="{FF2B5EF4-FFF2-40B4-BE49-F238E27FC236}">
                <a16:creationId xmlns:a16="http://schemas.microsoft.com/office/drawing/2014/main" id="{0F2CD620-B696-4F43-8B0A-A3FFACF6BDA4}"/>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45C7AA20-E1FA-45E2-9083-4F94E7F6210C}" type="datetime4">
              <a:rPr lang="en-US" smtClean="0"/>
              <a:t>April 2,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4FCEEB1D-2D0A-C0FD-E14B-E185F6272067}"/>
              </a:ext>
            </a:extLst>
          </p:cNvPr>
          <p:cNvSpPr>
            <a:spLocks noGrp="1"/>
          </p:cNvSpPr>
          <p:nvPr>
            <p:ph type="body" sz="quarter" idx="10" hasCustomPrompt="1"/>
          </p:nvPr>
        </p:nvSpPr>
        <p:spPr>
          <a:xfrm>
            <a:off x="515935" y="246796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4318E559-974A-8B80-92EA-B5C1CD33BE5F}"/>
              </a:ext>
            </a:extLst>
          </p:cNvPr>
          <p:cNvSpPr>
            <a:spLocks noGrp="1"/>
          </p:cNvSpPr>
          <p:nvPr>
            <p:ph type="title" hasCustomPrompt="1"/>
          </p:nvPr>
        </p:nvSpPr>
        <p:spPr>
          <a:xfrm>
            <a:off x="515935" y="299251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grpSp>
        <p:nvGrpSpPr>
          <p:cNvPr id="10" name="Graphic 10">
            <a:extLst>
              <a:ext uri="{FF2B5EF4-FFF2-40B4-BE49-F238E27FC236}">
                <a16:creationId xmlns:a16="http://schemas.microsoft.com/office/drawing/2014/main" id="{C06E3D14-4ECF-8D83-CA6B-9C0FD02F775F}"/>
              </a:ext>
            </a:extLst>
          </p:cNvPr>
          <p:cNvGrpSpPr/>
          <p:nvPr userDrawn="1"/>
        </p:nvGrpSpPr>
        <p:grpSpPr>
          <a:xfrm>
            <a:off x="515936" y="512763"/>
            <a:ext cx="2144749" cy="508682"/>
            <a:chOff x="419100" y="2082800"/>
            <a:chExt cx="7770288" cy="1842923"/>
          </a:xfrm>
          <a:solidFill>
            <a:schemeClr val="bg2"/>
          </a:solidFill>
        </p:grpSpPr>
        <p:sp>
          <p:nvSpPr>
            <p:cNvPr id="12" name="Freeform 11">
              <a:extLst>
                <a:ext uri="{FF2B5EF4-FFF2-40B4-BE49-F238E27FC236}">
                  <a16:creationId xmlns:a16="http://schemas.microsoft.com/office/drawing/2014/main" id="{9C839208-3C04-8305-6D57-CDF245116F6B}"/>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13" name="Freeform 12">
              <a:extLst>
                <a:ext uri="{FF2B5EF4-FFF2-40B4-BE49-F238E27FC236}">
                  <a16:creationId xmlns:a16="http://schemas.microsoft.com/office/drawing/2014/main" id="{E5B6C7C9-8B51-8E54-1D8D-FDCDB0B9F59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FBD6D133-3464-112B-7FA8-C09B3045EFA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8522107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678BCEA-0B84-4089-DAB5-B0D1E67779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65158"/>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AB115C7D-5372-4BC4-87A3-D6F97EA9508D}" type="datetime4">
              <a:rPr lang="en-US" smtClean="0"/>
              <a:t>April 2,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2839750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B62EBAC-4F7D-5BF5-F072-0F6A06E938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D7459FB7-AC3A-4BBC-A5ED-BAEC199EB0EE}" type="datetime4">
              <a:rPr lang="en-US" smtClean="0"/>
              <a:t>April 2,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2" name="Title 5">
            <a:extLst>
              <a:ext uri="{FF2B5EF4-FFF2-40B4-BE49-F238E27FC236}">
                <a16:creationId xmlns:a16="http://schemas.microsoft.com/office/drawing/2014/main" id="{503EB048-A504-C333-0491-EBD2713C1F08}"/>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 name="Text Placeholder 3">
            <a:extLst>
              <a:ext uri="{FF2B5EF4-FFF2-40B4-BE49-F238E27FC236}">
                <a16:creationId xmlns:a16="http://schemas.microsoft.com/office/drawing/2014/main" id="{79F09A82-97CE-EAFF-0682-32C2B70B8178}"/>
              </a:ext>
            </a:extLst>
          </p:cNvPr>
          <p:cNvSpPr>
            <a:spLocks noGrp="1"/>
          </p:cNvSpPr>
          <p:nvPr>
            <p:ph type="body" sz="quarter" idx="23" hasCustomPrompt="1"/>
          </p:nvPr>
        </p:nvSpPr>
        <p:spPr>
          <a:xfrm>
            <a:off x="5345016" y="4677072"/>
            <a:ext cx="1501982" cy="347329"/>
          </a:xfrm>
          <a:prstGeom prst="roundRect">
            <a:avLst/>
          </a:prstGeom>
          <a:solidFill>
            <a:schemeClr val="bg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974980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22546B5E-38BF-4B11-9DE9-FA81DA65D2F6}" type="datetime4">
              <a:rPr lang="en-US" smtClean="0"/>
              <a:t>April 2,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dirty="0"/>
          </a:p>
        </p:txBody>
      </p:sp>
      <p:sp>
        <p:nvSpPr>
          <p:cNvPr id="6" name="Title 5">
            <a:extLst>
              <a:ext uri="{FF2B5EF4-FFF2-40B4-BE49-F238E27FC236}">
                <a16:creationId xmlns:a16="http://schemas.microsoft.com/office/drawing/2014/main" id="{66AB3B04-2EEC-3577-2838-6E729CFF6AF7}"/>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AF104807-E401-B120-3596-5DBB306E942A}"/>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Tree>
    <p:extLst>
      <p:ext uri="{BB962C8B-B14F-4D97-AF65-F5344CB8AC3E}">
        <p14:creationId xmlns:p14="http://schemas.microsoft.com/office/powerpoint/2010/main" val="3951567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X">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08212B4-749A-8762-8976-4E8AE156266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b="8058"/>
          <a:stretch>
            <a:fillRect/>
          </a:stretch>
        </p:blipFill>
        <p:spPr>
          <a:xfrm rot="16200000">
            <a:off x="6155702" y="1216305"/>
            <a:ext cx="7647208" cy="4425388"/>
          </a:xfrm>
          <a:custGeom>
            <a:avLst/>
            <a:gdLst>
              <a:gd name="connsiteX0" fmla="*/ 7647208 w 7647208"/>
              <a:gd name="connsiteY0" fmla="*/ 0 h 4425388"/>
              <a:gd name="connsiteX1" fmla="*/ 7647208 w 7647208"/>
              <a:gd name="connsiteY1" fmla="*/ 1649393 h 4425388"/>
              <a:gd name="connsiteX2" fmla="*/ 7252603 w 7647208"/>
              <a:gd name="connsiteY2" fmla="*/ 1649393 h 4425388"/>
              <a:gd name="connsiteX3" fmla="*/ 7252603 w 7647208"/>
              <a:gd name="connsiteY3" fmla="*/ 4425388 h 4425388"/>
              <a:gd name="connsiteX4" fmla="*/ 394604 w 7647208"/>
              <a:gd name="connsiteY4" fmla="*/ 4425388 h 4425388"/>
              <a:gd name="connsiteX5" fmla="*/ 394604 w 7647208"/>
              <a:gd name="connsiteY5" fmla="*/ 1649393 h 4425388"/>
              <a:gd name="connsiteX6" fmla="*/ 0 w 7647208"/>
              <a:gd name="connsiteY6" fmla="*/ 1649393 h 4425388"/>
              <a:gd name="connsiteX7" fmla="*/ 0 w 7647208"/>
              <a:gd name="connsiteY7" fmla="*/ 0 h 442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7208" h="4425388">
                <a:moveTo>
                  <a:pt x="7647208" y="0"/>
                </a:moveTo>
                <a:lnTo>
                  <a:pt x="7647208" y="1649393"/>
                </a:lnTo>
                <a:lnTo>
                  <a:pt x="7252603" y="1649393"/>
                </a:lnTo>
                <a:lnTo>
                  <a:pt x="7252603" y="4425388"/>
                </a:lnTo>
                <a:lnTo>
                  <a:pt x="394604" y="4425388"/>
                </a:lnTo>
                <a:lnTo>
                  <a:pt x="394604" y="1649393"/>
                </a:lnTo>
                <a:lnTo>
                  <a:pt x="0" y="1649393"/>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9E2768DA-3E4C-47DB-9D63-BFA383BAFA71}" type="datetime4">
              <a:rPr lang="en-US" smtClean="0"/>
              <a:t>April 2,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6722835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08212B4-749A-8762-8976-4E8AE156266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b="8058"/>
          <a:stretch>
            <a:fillRect/>
          </a:stretch>
        </p:blipFill>
        <p:spPr>
          <a:xfrm rot="16200000">
            <a:off x="6155702" y="1216305"/>
            <a:ext cx="7647208" cy="4425388"/>
          </a:xfrm>
          <a:custGeom>
            <a:avLst/>
            <a:gdLst>
              <a:gd name="connsiteX0" fmla="*/ 7647208 w 7647208"/>
              <a:gd name="connsiteY0" fmla="*/ 0 h 4425388"/>
              <a:gd name="connsiteX1" fmla="*/ 7647208 w 7647208"/>
              <a:gd name="connsiteY1" fmla="*/ 1649393 h 4425388"/>
              <a:gd name="connsiteX2" fmla="*/ 7252603 w 7647208"/>
              <a:gd name="connsiteY2" fmla="*/ 1649393 h 4425388"/>
              <a:gd name="connsiteX3" fmla="*/ 7252603 w 7647208"/>
              <a:gd name="connsiteY3" fmla="*/ 4425388 h 4425388"/>
              <a:gd name="connsiteX4" fmla="*/ 394604 w 7647208"/>
              <a:gd name="connsiteY4" fmla="*/ 4425388 h 4425388"/>
              <a:gd name="connsiteX5" fmla="*/ 394604 w 7647208"/>
              <a:gd name="connsiteY5" fmla="*/ 1649393 h 4425388"/>
              <a:gd name="connsiteX6" fmla="*/ 0 w 7647208"/>
              <a:gd name="connsiteY6" fmla="*/ 1649393 h 4425388"/>
              <a:gd name="connsiteX7" fmla="*/ 0 w 7647208"/>
              <a:gd name="connsiteY7" fmla="*/ 0 h 442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7208" h="4425388">
                <a:moveTo>
                  <a:pt x="7647208" y="0"/>
                </a:moveTo>
                <a:lnTo>
                  <a:pt x="7647208" y="1649393"/>
                </a:lnTo>
                <a:lnTo>
                  <a:pt x="7252603" y="1649393"/>
                </a:lnTo>
                <a:lnTo>
                  <a:pt x="7252603" y="4425388"/>
                </a:lnTo>
                <a:lnTo>
                  <a:pt x="394604" y="4425388"/>
                </a:lnTo>
                <a:lnTo>
                  <a:pt x="394604" y="1649393"/>
                </a:lnTo>
                <a:lnTo>
                  <a:pt x="0" y="1649393"/>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53925793-77C6-4810-BD15-8AC450367699}" type="datetime4">
              <a:rPr lang="en-US" smtClean="0"/>
              <a:t>April 2,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dirty="0"/>
          </a:p>
        </p:txBody>
      </p:sp>
    </p:spTree>
    <p:extLst>
      <p:ext uri="{BB962C8B-B14F-4D97-AF65-F5344CB8AC3E}">
        <p14:creationId xmlns:p14="http://schemas.microsoft.com/office/powerpoint/2010/main" val="40773705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1856E72-A653-639F-F9E9-A775583AF76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l="12500"/>
          <a:stretch>
            <a:fillRect/>
          </a:stretch>
        </p:blipFill>
        <p:spPr>
          <a:xfrm rot="10800000">
            <a:off x="4457697" y="8628"/>
            <a:ext cx="7734303" cy="5575783"/>
          </a:xfrm>
          <a:custGeom>
            <a:avLst/>
            <a:gdLst>
              <a:gd name="connsiteX0" fmla="*/ 7734303 w 7734303"/>
              <a:gd name="connsiteY0" fmla="*/ 5575783 h 5575783"/>
              <a:gd name="connsiteX1" fmla="*/ 0 w 7734303"/>
              <a:gd name="connsiteY1" fmla="*/ 5575783 h 5575783"/>
              <a:gd name="connsiteX2" fmla="*/ 0 w 7734303"/>
              <a:gd name="connsiteY2" fmla="*/ 0 h 5575783"/>
              <a:gd name="connsiteX3" fmla="*/ 7734303 w 7734303"/>
              <a:gd name="connsiteY3" fmla="*/ 0 h 5575783"/>
            </a:gdLst>
            <a:ahLst/>
            <a:cxnLst>
              <a:cxn ang="0">
                <a:pos x="connsiteX0" y="connsiteY0"/>
              </a:cxn>
              <a:cxn ang="0">
                <a:pos x="connsiteX1" y="connsiteY1"/>
              </a:cxn>
              <a:cxn ang="0">
                <a:pos x="connsiteX2" y="connsiteY2"/>
              </a:cxn>
              <a:cxn ang="0">
                <a:pos x="connsiteX3" y="connsiteY3"/>
              </a:cxn>
            </a:cxnLst>
            <a:rect l="l" t="t" r="r" b="b"/>
            <a:pathLst>
              <a:path w="7734303" h="5575783">
                <a:moveTo>
                  <a:pt x="7734303" y="5575783"/>
                </a:moveTo>
                <a:lnTo>
                  <a:pt x="0" y="5575783"/>
                </a:lnTo>
                <a:lnTo>
                  <a:pt x="0" y="0"/>
                </a:lnTo>
                <a:lnTo>
                  <a:pt x="7734303"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857F79B9-6C1F-41BF-B456-17ECB860694D}" type="datetime4">
              <a:rPr lang="en-US" smtClean="0"/>
              <a:t>April 2,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dirty="0"/>
          </a:p>
        </p:txBody>
      </p:sp>
      <p:sp>
        <p:nvSpPr>
          <p:cNvPr id="3" name="Title 20">
            <a:extLst>
              <a:ext uri="{FF2B5EF4-FFF2-40B4-BE49-F238E27FC236}">
                <a16:creationId xmlns:a16="http://schemas.microsoft.com/office/drawing/2014/main" id="{C834E2FE-4C3D-25AA-CB65-0123D31BD474}"/>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a:t>Thank you!</a:t>
            </a:r>
            <a:endParaRPr lang="en-BE" dirty="0"/>
          </a:p>
        </p:txBody>
      </p:sp>
      <p:sp>
        <p:nvSpPr>
          <p:cNvPr id="7" name="Text Placeholder 3">
            <a:extLst>
              <a:ext uri="{FF2B5EF4-FFF2-40B4-BE49-F238E27FC236}">
                <a16:creationId xmlns:a16="http://schemas.microsoft.com/office/drawing/2014/main" id="{91A0C0AD-600C-C3B6-0636-564675A7AF78}"/>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grpSp>
        <p:nvGrpSpPr>
          <p:cNvPr id="4" name="Graphic 10">
            <a:extLst>
              <a:ext uri="{FF2B5EF4-FFF2-40B4-BE49-F238E27FC236}">
                <a16:creationId xmlns:a16="http://schemas.microsoft.com/office/drawing/2014/main" id="{2D650DD3-F273-54B8-C9A7-86C7953C086A}"/>
              </a:ext>
            </a:extLst>
          </p:cNvPr>
          <p:cNvGrpSpPr/>
          <p:nvPr userDrawn="1"/>
        </p:nvGrpSpPr>
        <p:grpSpPr>
          <a:xfrm>
            <a:off x="515936" y="512763"/>
            <a:ext cx="2144749" cy="508682"/>
            <a:chOff x="419100" y="2082800"/>
            <a:chExt cx="7770288" cy="1842923"/>
          </a:xfrm>
          <a:solidFill>
            <a:schemeClr val="bg2"/>
          </a:solidFill>
        </p:grpSpPr>
        <p:sp>
          <p:nvSpPr>
            <p:cNvPr id="5" name="Freeform 4">
              <a:extLst>
                <a:ext uri="{FF2B5EF4-FFF2-40B4-BE49-F238E27FC236}">
                  <a16:creationId xmlns:a16="http://schemas.microsoft.com/office/drawing/2014/main" id="{B2FE4E17-9DD0-5842-FDCE-187F8E745051}"/>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dirty="0"/>
            </a:p>
          </p:txBody>
        </p:sp>
        <p:sp>
          <p:nvSpPr>
            <p:cNvPr id="9" name="Freeform 8">
              <a:extLst>
                <a:ext uri="{FF2B5EF4-FFF2-40B4-BE49-F238E27FC236}">
                  <a16:creationId xmlns:a16="http://schemas.microsoft.com/office/drawing/2014/main" id="{53B4ACDB-0562-A531-BD0F-69A5D332EF5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0" name="Freeform 9">
              <a:extLst>
                <a:ext uri="{FF2B5EF4-FFF2-40B4-BE49-F238E27FC236}">
                  <a16:creationId xmlns:a16="http://schemas.microsoft.com/office/drawing/2014/main" id="{3DEEAC99-079F-B185-6068-5CF626F22FA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59442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0000" tIns="45720" rIns="9000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tx1">
                    <a:lumMod val="50000"/>
                    <a:lumOff val="50000"/>
                  </a:schemeClr>
                </a:solidFill>
              </a:defRPr>
            </a:lvl1pPr>
          </a:lstStyle>
          <a:p>
            <a:fld id="{7C0B730E-F41D-4473-A2C9-8CFF586046B6}" type="datetime4">
              <a:rPr lang="en-US" smtClean="0"/>
              <a:t>April 2,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tx1">
                    <a:lumMod val="50000"/>
                    <a:lumOff val="50000"/>
                  </a:schemeClr>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tx1">
                    <a:lumMod val="50000"/>
                    <a:lumOff val="50000"/>
                  </a:schemeClr>
                </a:solidFill>
              </a:defRPr>
            </a:lvl1pPr>
          </a:lstStyle>
          <a:p>
            <a:fld id="{8B70248A-FD0F-534C-919E-E8EB9B0FC062}" type="slidenum">
              <a:rPr lang="en-BE" smtClean="0"/>
              <a:pPr/>
              <a:t>‹#›</a:t>
            </a:fld>
            <a:endParaRPr lang="en-BE" dirty="0"/>
          </a:p>
        </p:txBody>
      </p:sp>
      <p:sp>
        <p:nvSpPr>
          <p:cNvPr id="10" name="Tijdelijke aanduiding voor tekst 9">
            <a:extLst>
              <a:ext uri="{FF2B5EF4-FFF2-40B4-BE49-F238E27FC236}">
                <a16:creationId xmlns:a16="http://schemas.microsoft.com/office/drawing/2014/main" id="{0E091F03-845A-8529-F345-791EAB8839E4}"/>
              </a:ext>
            </a:extLst>
          </p:cNvPr>
          <p:cNvSpPr>
            <a:spLocks noGrp="1"/>
          </p:cNvSpPr>
          <p:nvPr>
            <p:ph type="body" idx="1"/>
          </p:nvPr>
        </p:nvSpPr>
        <p:spPr>
          <a:xfrm>
            <a:off x="515938" y="1628774"/>
            <a:ext cx="11160124"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84859822"/>
      </p:ext>
    </p:extLst>
  </p:cSld>
  <p:clrMap bg1="lt1" tx1="dk1" bg2="lt2" tx2="dk2" accent1="accent1" accent2="accent2" accent3="accent3" accent4="accent4" accent5="accent5" accent6="accent6" hlink="hlink" folHlink="folHlink"/>
  <p:sldLayoutIdLst>
    <p:sldLayoutId id="2147483650" r:id="rId1"/>
    <p:sldLayoutId id="2147483661" r:id="rId2"/>
    <p:sldLayoutId id="2147483662" r:id="rId3"/>
    <p:sldLayoutId id="2147483663" r:id="rId4"/>
    <p:sldLayoutId id="2147483824" r:id="rId5"/>
    <p:sldLayoutId id="2147483787" r:id="rId6"/>
    <p:sldLayoutId id="2147483832" r:id="rId7"/>
    <p:sldLayoutId id="2147483785" r:id="rId8"/>
    <p:sldLayoutId id="2147483675" r:id="rId9"/>
    <p:sldLayoutId id="2147483678" r:id="rId10"/>
    <p:sldLayoutId id="2147483751" r:id="rId11"/>
    <p:sldLayoutId id="2147483752" r:id="rId12"/>
    <p:sldLayoutId id="2147483753" r:id="rId13"/>
    <p:sldLayoutId id="2147483905" r:id="rId14"/>
    <p:sldLayoutId id="2147483756" r:id="rId15"/>
    <p:sldLayoutId id="2147483910" r:id="rId16"/>
    <p:sldLayoutId id="2147483755" r:id="rId17"/>
    <p:sldLayoutId id="2147483761" r:id="rId18"/>
    <p:sldLayoutId id="2147483840" r:id="rId19"/>
    <p:sldLayoutId id="2147483841" r:id="rId20"/>
    <p:sldLayoutId id="2147483906" r:id="rId21"/>
    <p:sldLayoutId id="2147483766" r:id="rId22"/>
    <p:sldLayoutId id="2147483767" r:id="rId23"/>
    <p:sldLayoutId id="2147483768" r:id="rId24"/>
    <p:sldLayoutId id="2147483769" r:id="rId25"/>
    <p:sldLayoutId id="2147483775" r:id="rId26"/>
    <p:sldLayoutId id="2147483791" r:id="rId27"/>
    <p:sldLayoutId id="2147483909" r:id="rId28"/>
    <p:sldLayoutId id="2147483835" r:id="rId29"/>
    <p:sldLayoutId id="2147483834" r:id="rId30"/>
    <p:sldLayoutId id="2147483836" r:id="rId31"/>
    <p:sldLayoutId id="2147483838" r:id="rId32"/>
    <p:sldLayoutId id="2147483839" r:id="rId33"/>
    <p:sldLayoutId id="2147483793" r:id="rId34"/>
    <p:sldLayoutId id="2147483795" r:id="rId35"/>
    <p:sldLayoutId id="2147483801" r:id="rId36"/>
    <p:sldLayoutId id="2147483802" r:id="rId37"/>
    <p:sldLayoutId id="2147483798" r:id="rId38"/>
    <p:sldLayoutId id="2147483796" r:id="rId39"/>
    <p:sldLayoutId id="2147483781" r:id="rId40"/>
    <p:sldLayoutId id="2147483809" r:id="rId41"/>
    <p:sldLayoutId id="2147483805" r:id="rId42"/>
    <p:sldLayoutId id="2147483812" r:id="rId43"/>
    <p:sldLayoutId id="2147483771" r:id="rId44"/>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BE" sz="2400" b="0" i="0" kern="1200" noProof="0" dirty="0" smtClean="0">
          <a:solidFill>
            <a:schemeClr val="tx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BE" sz="2400" b="0" i="0" kern="1200" noProof="0" dirty="0" smtClean="0">
          <a:solidFill>
            <a:schemeClr val="tx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tx2"/>
        </a:buClr>
        <a:buFont typeface="Arial" panose="020B0604020202020204" pitchFamily="34" charset="0"/>
        <a:buChar char="•"/>
        <a:tabLst/>
        <a:defRPr lang="nl-NL" sz="2400" b="0" i="0" kern="1200" noProof="0" dirty="0" smtClean="0">
          <a:solidFill>
            <a:schemeClr val="tx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NL" sz="2000" b="0" i="0" kern="1200" noProof="0" dirty="0" smtClean="0">
          <a:solidFill>
            <a:schemeClr val="tx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800" b="0" i="0" kern="1200" noProof="0" dirty="0" smtClean="0">
          <a:solidFill>
            <a:schemeClr val="tx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600" kern="1200" noProof="0" dirty="0" smtClean="0">
          <a:solidFill>
            <a:schemeClr val="tx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37"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806F2772-D190-40CB-8CDC-626490D882F4}" type="datetime4">
              <a:rPr lang="en-US" smtClean="0"/>
              <a:t>April 2,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dirty="0"/>
          </a:p>
        </p:txBody>
      </p:sp>
      <p:sp>
        <p:nvSpPr>
          <p:cNvPr id="9" name="Tijdelijke aanduiding voor tekst 8">
            <a:extLst>
              <a:ext uri="{FF2B5EF4-FFF2-40B4-BE49-F238E27FC236}">
                <a16:creationId xmlns:a16="http://schemas.microsoft.com/office/drawing/2014/main" id="{497E8E72-ED87-850A-5C0A-12455F1F4022}"/>
              </a:ext>
            </a:extLst>
          </p:cNvPr>
          <p:cNvSpPr>
            <a:spLocks noGrp="1"/>
          </p:cNvSpPr>
          <p:nvPr>
            <p:ph type="body" idx="1"/>
          </p:nvPr>
        </p:nvSpPr>
        <p:spPr>
          <a:xfrm>
            <a:off x="515937"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72488680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52" r:id="rId6"/>
    <p:sldLayoutId id="2147483853" r:id="rId7"/>
    <p:sldLayoutId id="2147483880" r:id="rId8"/>
    <p:sldLayoutId id="2147483882" r:id="rId9"/>
    <p:sldLayoutId id="2147483883" r:id="rId10"/>
    <p:sldLayoutId id="2147483884" r:id="rId11"/>
    <p:sldLayoutId id="2147483885" r:id="rId12"/>
  </p:sldLayoutIdLst>
  <p:hf hdr="0" ftr="0" dt="0"/>
  <p:txStyles>
    <p:titleStyle>
      <a:lvl1pPr algn="l" defTabSz="914400" rtl="0" eaLnBrk="1" latinLnBrk="0" hangingPunct="1">
        <a:lnSpc>
          <a:spcPct val="85000"/>
        </a:lnSpc>
        <a:spcBef>
          <a:spcPct val="0"/>
        </a:spcBef>
        <a:buNone/>
        <a:defRPr sz="4400" b="1" i="0" kern="1200">
          <a:solidFill>
            <a:schemeClr val="bg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tx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D4EB287D-7C09-4132-A6A4-787A7D0EB2C1}" type="datetime4">
              <a:rPr lang="en-US" smtClean="0"/>
              <a:t>April 2,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dirty="0"/>
          </a:p>
        </p:txBody>
      </p:sp>
      <p:sp>
        <p:nvSpPr>
          <p:cNvPr id="8" name="Tijdelijke aanduiding voor tekst 7">
            <a:extLst>
              <a:ext uri="{FF2B5EF4-FFF2-40B4-BE49-F238E27FC236}">
                <a16:creationId xmlns:a16="http://schemas.microsoft.com/office/drawing/2014/main" id="{BA14D0A3-721E-DE58-0565-F005FC78AF1E}"/>
              </a:ext>
            </a:extLst>
          </p:cNvPr>
          <p:cNvSpPr>
            <a:spLocks noGrp="1"/>
          </p:cNvSpPr>
          <p:nvPr>
            <p:ph type="body" idx="1"/>
          </p:nvPr>
        </p:nvSpPr>
        <p:spPr>
          <a:xfrm>
            <a:off x="515935"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83524500"/>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7" r:id="rId6"/>
    <p:sldLayoutId id="2147483898" r:id="rId7"/>
    <p:sldLayoutId id="2147483899" r:id="rId8"/>
    <p:sldLayoutId id="2147483900" r:id="rId9"/>
    <p:sldLayoutId id="2147483901" r:id="rId10"/>
    <p:sldLayoutId id="2147483902" r:id="rId11"/>
    <p:sldLayoutId id="2147483908" r:id="rId12"/>
    <p:sldLayoutId id="2147483903" r:id="rId13"/>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44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14.png"/></Relationships>
</file>

<file path=ppt/slides/_rels/slide4.xml.rels><?xml version="1.0" encoding="UTF-8" standalone="yes"?>
<Relationships xmlns="http://schemas.openxmlformats.org/package/2006/relationships"><Relationship Id="rId2" Type="http://schemas.openxmlformats.org/officeDocument/2006/relationships/image" Target="../media/image115.jfif"/><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1.xml"/><Relationship Id="rId4" Type="http://schemas.openxmlformats.org/officeDocument/2006/relationships/image" Target="../media/image118.jpeg"/></Relationships>
</file>

<file path=ppt/slides/_rels/slide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hyperlink" Target="https://www.kaggle.com/t/c84b4cada54949fa92507da14455a8da" TargetMode="External"/><Relationship Id="rId1" Type="http://schemas.openxmlformats.org/officeDocument/2006/relationships/slideLayout" Target="../slideLayouts/slideLayout11.xml"/><Relationship Id="rId4"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0AB706-1C9E-1C4F-B9F0-10A14760EED0}"/>
              </a:ext>
            </a:extLst>
          </p:cNvPr>
          <p:cNvSpPr>
            <a:spLocks noGrp="1"/>
          </p:cNvSpPr>
          <p:nvPr>
            <p:ph type="sldNum" sz="quarter" idx="13"/>
          </p:nvPr>
        </p:nvSpPr>
        <p:spPr/>
        <p:txBody>
          <a:bodyPr/>
          <a:lstStyle/>
          <a:p>
            <a:fld id="{8B70248A-FD0F-534C-919E-E8EB9B0FC062}" type="slidenum">
              <a:rPr lang="en-BE" smtClean="0"/>
              <a:pPr/>
              <a:t>1</a:t>
            </a:fld>
            <a:endParaRPr lang="en-BE"/>
          </a:p>
        </p:txBody>
      </p:sp>
      <p:sp>
        <p:nvSpPr>
          <p:cNvPr id="3" name="Title 2">
            <a:extLst>
              <a:ext uri="{FF2B5EF4-FFF2-40B4-BE49-F238E27FC236}">
                <a16:creationId xmlns:a16="http://schemas.microsoft.com/office/drawing/2014/main" id="{A366B98C-C4D8-05F5-9F65-8885769057E9}"/>
              </a:ext>
            </a:extLst>
          </p:cNvPr>
          <p:cNvSpPr>
            <a:spLocks noGrp="1"/>
          </p:cNvSpPr>
          <p:nvPr>
            <p:ph type="title"/>
          </p:nvPr>
        </p:nvSpPr>
        <p:spPr/>
        <p:txBody>
          <a:bodyPr/>
          <a:lstStyle/>
          <a:p>
            <a:r>
              <a:rPr lang="en-US"/>
              <a:t>Artificial Intelligence</a:t>
            </a:r>
          </a:p>
        </p:txBody>
      </p:sp>
      <p:sp>
        <p:nvSpPr>
          <p:cNvPr id="4" name="Text Placeholder 3">
            <a:extLst>
              <a:ext uri="{FF2B5EF4-FFF2-40B4-BE49-F238E27FC236}">
                <a16:creationId xmlns:a16="http://schemas.microsoft.com/office/drawing/2014/main" id="{7055EF63-96B8-BBC7-F6C7-AD1D0CA244C3}"/>
              </a:ext>
            </a:extLst>
          </p:cNvPr>
          <p:cNvSpPr>
            <a:spLocks noGrp="1"/>
          </p:cNvSpPr>
          <p:nvPr>
            <p:ph type="body" sz="quarter" idx="14"/>
          </p:nvPr>
        </p:nvSpPr>
        <p:spPr/>
        <p:txBody>
          <a:bodyPr/>
          <a:lstStyle/>
          <a:p>
            <a:r>
              <a:rPr lang="en-US"/>
              <a:t>6 </a:t>
            </a:r>
            <a:r>
              <a:rPr lang="en-US" dirty="0"/>
              <a:t>– Permanent Evaluation Challenge</a:t>
            </a:r>
          </a:p>
        </p:txBody>
      </p:sp>
    </p:spTree>
    <p:extLst>
      <p:ext uri="{BB962C8B-B14F-4D97-AF65-F5344CB8AC3E}">
        <p14:creationId xmlns:p14="http://schemas.microsoft.com/office/powerpoint/2010/main" val="3616312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E9AE-A6C8-BDD7-65FD-B5EB7810F40F}"/>
              </a:ext>
            </a:extLst>
          </p:cNvPr>
          <p:cNvSpPr>
            <a:spLocks noGrp="1"/>
          </p:cNvSpPr>
          <p:nvPr>
            <p:ph type="title"/>
          </p:nvPr>
        </p:nvSpPr>
        <p:spPr/>
        <p:txBody>
          <a:bodyPr/>
          <a:lstStyle/>
          <a:p>
            <a:r>
              <a:rPr lang="en-US"/>
              <a:t>Kaggle Competition Challenge</a:t>
            </a:r>
            <a:br>
              <a:rPr lang="en-US"/>
            </a:br>
            <a:r>
              <a:rPr lang="en-US" sz="3200"/>
              <a:t>(Private Classroom Challenge)</a:t>
            </a:r>
            <a:endParaRPr lang="en-US"/>
          </a:p>
        </p:txBody>
      </p:sp>
      <p:sp>
        <p:nvSpPr>
          <p:cNvPr id="3" name="Slide Number Placeholder 2">
            <a:extLst>
              <a:ext uri="{FF2B5EF4-FFF2-40B4-BE49-F238E27FC236}">
                <a16:creationId xmlns:a16="http://schemas.microsoft.com/office/drawing/2014/main" id="{ACA338C7-2875-FF54-3D53-87B26AA31DDB}"/>
              </a:ext>
            </a:extLst>
          </p:cNvPr>
          <p:cNvSpPr>
            <a:spLocks noGrp="1"/>
          </p:cNvSpPr>
          <p:nvPr>
            <p:ph type="sldNum" sz="quarter" idx="25"/>
          </p:nvPr>
        </p:nvSpPr>
        <p:spPr/>
        <p:txBody>
          <a:bodyPr/>
          <a:lstStyle/>
          <a:p>
            <a:fld id="{8B70248A-FD0F-534C-919E-E8EB9B0FC062}" type="slidenum">
              <a:rPr lang="en-BE" smtClean="0"/>
              <a:pPr/>
              <a:t>2</a:t>
            </a:fld>
            <a:endParaRPr lang="en-BE"/>
          </a:p>
        </p:txBody>
      </p:sp>
      <p:sp>
        <p:nvSpPr>
          <p:cNvPr id="4" name="Text Placeholder 3">
            <a:extLst>
              <a:ext uri="{FF2B5EF4-FFF2-40B4-BE49-F238E27FC236}">
                <a16:creationId xmlns:a16="http://schemas.microsoft.com/office/drawing/2014/main" id="{54DAB74F-B307-3615-41B3-4F2EEBE28F3D}"/>
              </a:ext>
            </a:extLst>
          </p:cNvPr>
          <p:cNvSpPr>
            <a:spLocks noGrp="1"/>
          </p:cNvSpPr>
          <p:nvPr>
            <p:ph type="body" sz="quarter" idx="31"/>
          </p:nvPr>
        </p:nvSpPr>
        <p:spPr>
          <a:xfrm>
            <a:off x="4724400" y="1628775"/>
            <a:ext cx="7324725" cy="5116899"/>
          </a:xfrm>
        </p:spPr>
        <p:txBody>
          <a:bodyPr>
            <a:normAutofit/>
          </a:bodyPr>
          <a:lstStyle/>
          <a:p>
            <a:pPr marL="342900" indent="-342900">
              <a:buFont typeface="Wingdings" panose="05000000000000000000" pitchFamily="2" charset="2"/>
              <a:buChar char=""/>
            </a:pPr>
            <a:r>
              <a:rPr lang="en-US" sz="2800"/>
              <a:t>Team of </a:t>
            </a:r>
            <a:r>
              <a:rPr lang="en-US" sz="2800">
                <a:highlight>
                  <a:srgbClr val="FA6432"/>
                </a:highlight>
              </a:rPr>
              <a:t>3 students</a:t>
            </a:r>
          </a:p>
          <a:p>
            <a:pPr marL="817200" lvl="1" indent="-457200"/>
            <a:r>
              <a:rPr lang="en-US" sz="2800"/>
              <a:t>Choose your own team during lesson 1</a:t>
            </a:r>
          </a:p>
          <a:p>
            <a:pPr marL="817200" lvl="1" indent="-457200"/>
            <a:r>
              <a:rPr lang="en-US" sz="2800"/>
              <a:t>No teams of 4. </a:t>
            </a:r>
          </a:p>
          <a:p>
            <a:pPr marL="1177200" lvl="2" indent="-457200"/>
            <a:r>
              <a:rPr lang="en-US" sz="2800"/>
              <a:t>Teams of 2 are subject to possible adoption of 3</a:t>
            </a:r>
            <a:r>
              <a:rPr lang="en-US" sz="2800" baseline="30000"/>
              <a:t>rd</a:t>
            </a:r>
            <a:r>
              <a:rPr lang="en-US" sz="2800"/>
              <a:t> team member</a:t>
            </a:r>
          </a:p>
          <a:p>
            <a:pPr marL="817200" lvl="1" indent="-457200"/>
            <a:r>
              <a:rPr lang="en-US" sz="2800"/>
              <a:t>No team by lesson 2 = team will be assigned to you</a:t>
            </a:r>
          </a:p>
          <a:p>
            <a:pPr marL="342900" indent="-342900">
              <a:buFont typeface="Wingdings" panose="05000000000000000000" pitchFamily="2" charset="2"/>
              <a:buChar char=""/>
            </a:pPr>
            <a:r>
              <a:rPr lang="en-US" sz="2800"/>
              <a:t>Team grading, with possibility of individual adjustment</a:t>
            </a:r>
          </a:p>
          <a:p>
            <a:pPr marL="342900" indent="-342900">
              <a:buFont typeface="Wingdings" panose="05000000000000000000" pitchFamily="2" charset="2"/>
              <a:buChar char=""/>
            </a:pPr>
            <a:r>
              <a:rPr lang="en-US" sz="2800"/>
              <a:t>Feedback &amp; </a:t>
            </a:r>
            <a:r>
              <a:rPr lang="en-US" sz="2800">
                <a:highlight>
                  <a:srgbClr val="FA6432"/>
                </a:highlight>
              </a:rPr>
              <a:t>follow-up during practical part of lesson</a:t>
            </a:r>
            <a:endParaRPr lang="en-US" sz="2800" dirty="0">
              <a:highlight>
                <a:srgbClr val="FA6432"/>
              </a:highlight>
            </a:endParaRPr>
          </a:p>
        </p:txBody>
      </p:sp>
      <p:pic>
        <p:nvPicPr>
          <p:cNvPr id="2050" name="Picture 2" descr="Image">
            <a:extLst>
              <a:ext uri="{FF2B5EF4-FFF2-40B4-BE49-F238E27FC236}">
                <a16:creationId xmlns:a16="http://schemas.microsoft.com/office/drawing/2014/main" id="{874B7525-2671-2D80-15E5-D1685E88EB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421" t="10637" r="21692" b="55669"/>
          <a:stretch/>
        </p:blipFill>
        <p:spPr bwMode="auto">
          <a:xfrm>
            <a:off x="371476" y="3179627"/>
            <a:ext cx="3676650" cy="1378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343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727E-2EE6-38C2-CB87-BAC0155E6C3B}"/>
              </a:ext>
            </a:extLst>
          </p:cNvPr>
          <p:cNvSpPr>
            <a:spLocks noGrp="1"/>
          </p:cNvSpPr>
          <p:nvPr>
            <p:ph type="title"/>
          </p:nvPr>
        </p:nvSpPr>
        <p:spPr/>
        <p:txBody>
          <a:bodyPr/>
          <a:lstStyle/>
          <a:p>
            <a:r>
              <a:rPr lang="en-US" sz="3600" dirty="0"/>
              <a:t>Deep Learning</a:t>
            </a:r>
            <a:br>
              <a:rPr lang="en-US" dirty="0"/>
            </a:br>
            <a:r>
              <a:rPr lang="en-US" dirty="0"/>
              <a:t>Lizard Challenge </a:t>
            </a:r>
            <a:r>
              <a:rPr lang="en-US" sz="3200" dirty="0"/>
              <a:t>– 30% of total grade</a:t>
            </a:r>
            <a:endParaRPr lang="en-US" dirty="0"/>
          </a:p>
        </p:txBody>
      </p:sp>
      <p:sp>
        <p:nvSpPr>
          <p:cNvPr id="3" name="Slide Number Placeholder 2">
            <a:extLst>
              <a:ext uri="{FF2B5EF4-FFF2-40B4-BE49-F238E27FC236}">
                <a16:creationId xmlns:a16="http://schemas.microsoft.com/office/drawing/2014/main" id="{B831D9B0-BCD9-8927-BCEC-B6AFECF8FCE5}"/>
              </a:ext>
            </a:extLst>
          </p:cNvPr>
          <p:cNvSpPr>
            <a:spLocks noGrp="1"/>
          </p:cNvSpPr>
          <p:nvPr>
            <p:ph type="sldNum" sz="quarter" idx="25"/>
          </p:nvPr>
        </p:nvSpPr>
        <p:spPr/>
        <p:txBody>
          <a:bodyPr/>
          <a:lstStyle/>
          <a:p>
            <a:fld id="{8B70248A-FD0F-534C-919E-E8EB9B0FC062}" type="slidenum">
              <a:rPr lang="en-BE" smtClean="0"/>
              <a:pPr/>
              <a:t>3</a:t>
            </a:fld>
            <a:endParaRPr lang="en-BE"/>
          </a:p>
        </p:txBody>
      </p:sp>
      <p:pic>
        <p:nvPicPr>
          <p:cNvPr id="7" name="Picture 2" descr="Image">
            <a:extLst>
              <a:ext uri="{FF2B5EF4-FFF2-40B4-BE49-F238E27FC236}">
                <a16:creationId xmlns:a16="http://schemas.microsoft.com/office/drawing/2014/main" id="{DB5482FE-9462-8DA9-64AD-0F4EE594ED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421" t="10637" r="21692" b="55669"/>
          <a:stretch/>
        </p:blipFill>
        <p:spPr bwMode="auto">
          <a:xfrm>
            <a:off x="9840741" y="0"/>
            <a:ext cx="2351259" cy="8817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412E53-18F3-37C0-85F6-9B57855BFC38}"/>
              </a:ext>
            </a:extLst>
          </p:cNvPr>
          <p:cNvPicPr>
            <a:picLocks noChangeAspect="1"/>
          </p:cNvPicPr>
          <p:nvPr/>
        </p:nvPicPr>
        <p:blipFill>
          <a:blip r:embed="rId4"/>
          <a:srcRect l="2500" t="32264" r="3194" b="10886"/>
          <a:stretch>
            <a:fillRect/>
          </a:stretch>
        </p:blipFill>
        <p:spPr>
          <a:xfrm>
            <a:off x="399393" y="3831021"/>
            <a:ext cx="11792607" cy="3026979"/>
          </a:xfrm>
          <a:prstGeom prst="rect">
            <a:avLst/>
          </a:prstGeom>
        </p:spPr>
      </p:pic>
      <p:sp>
        <p:nvSpPr>
          <p:cNvPr id="4" name="Text Placeholder 3">
            <a:extLst>
              <a:ext uri="{FF2B5EF4-FFF2-40B4-BE49-F238E27FC236}">
                <a16:creationId xmlns:a16="http://schemas.microsoft.com/office/drawing/2014/main" id="{886425F3-E904-4FD9-DBE6-47A1C1F6A49C}"/>
              </a:ext>
            </a:extLst>
          </p:cNvPr>
          <p:cNvSpPr>
            <a:spLocks noGrp="1"/>
          </p:cNvSpPr>
          <p:nvPr>
            <p:ph type="body" sz="quarter" idx="31"/>
          </p:nvPr>
        </p:nvSpPr>
        <p:spPr>
          <a:xfrm>
            <a:off x="515937" y="1471624"/>
            <a:ext cx="11466514" cy="3769233"/>
          </a:xfrm>
        </p:spPr>
        <p:txBody>
          <a:bodyPr>
            <a:normAutofit fontScale="92500" lnSpcReduction="10000"/>
          </a:bodyPr>
          <a:lstStyle/>
          <a:p>
            <a:r>
              <a:rPr lang="en-US" b="1" dirty="0"/>
              <a:t>Minimum Requirements:</a:t>
            </a:r>
          </a:p>
          <a:p>
            <a:pPr marL="342900" indent="-342900">
              <a:buFont typeface="Wingdings" panose="05000000000000000000" pitchFamily="2" charset="2"/>
              <a:buChar char=""/>
            </a:pPr>
            <a:r>
              <a:rPr lang="en-US" sz="2000" dirty="0"/>
              <a:t>Use of </a:t>
            </a:r>
            <a:r>
              <a:rPr lang="en-US" sz="2000" dirty="0" err="1"/>
              <a:t>Jupyter</a:t>
            </a:r>
            <a:r>
              <a:rPr lang="en-US" sz="2000" dirty="0"/>
              <a:t> notebook with markdown cells to add structure and documentation (</a:t>
            </a:r>
            <a:r>
              <a:rPr lang="en-US" sz="2000" dirty="0">
                <a:highlight>
                  <a:srgbClr val="FA6432"/>
                </a:highlight>
              </a:rPr>
              <a:t>upload to Canvas</a:t>
            </a:r>
            <a:r>
              <a:rPr lang="en-US" sz="2000" dirty="0"/>
              <a:t>)</a:t>
            </a:r>
          </a:p>
          <a:p>
            <a:pPr marL="342900" indent="-342900">
              <a:buFont typeface="Wingdings" panose="05000000000000000000" pitchFamily="2" charset="2"/>
              <a:buChar char=""/>
            </a:pPr>
            <a:r>
              <a:rPr lang="en-US" sz="2000" dirty="0"/>
              <a:t>Perform EDA on the data</a:t>
            </a:r>
          </a:p>
          <a:p>
            <a:pPr marL="342900" indent="-342900">
              <a:buFont typeface="Wingdings" panose="05000000000000000000" pitchFamily="2" charset="2"/>
              <a:buChar char=""/>
            </a:pPr>
            <a:r>
              <a:rPr lang="en-US" sz="2000" dirty="0"/>
              <a:t>Design &amp; train your own model in </a:t>
            </a:r>
            <a:r>
              <a:rPr lang="en-US" sz="2000" dirty="0" err="1"/>
              <a:t>Keras</a:t>
            </a:r>
            <a:r>
              <a:rPr lang="en-US" sz="2000" dirty="0"/>
              <a:t> / TensorFlow (no </a:t>
            </a:r>
            <a:r>
              <a:rPr lang="en-US" sz="2000" dirty="0" err="1"/>
              <a:t>Pytorch</a:t>
            </a:r>
            <a:r>
              <a:rPr lang="en-US" sz="2000" dirty="0"/>
              <a:t> or others)</a:t>
            </a:r>
          </a:p>
          <a:p>
            <a:pPr marL="342900" indent="-342900">
              <a:buFont typeface="Wingdings" panose="05000000000000000000" pitchFamily="2" charset="2"/>
              <a:buChar char=""/>
            </a:pPr>
            <a:r>
              <a:rPr lang="en-US" sz="2000" dirty="0"/>
              <a:t>Use of transfer learning &amp; data augmentation techniques </a:t>
            </a:r>
          </a:p>
          <a:p>
            <a:pPr marL="342900" indent="-342900">
              <a:buFont typeface="Wingdings" panose="05000000000000000000" pitchFamily="2" charset="2"/>
              <a:buChar char=""/>
            </a:pPr>
            <a:r>
              <a:rPr lang="en-US" sz="2000" dirty="0"/>
              <a:t>Plotting of the training process (including validation set)</a:t>
            </a:r>
          </a:p>
          <a:p>
            <a:pPr marL="342900" indent="-342900">
              <a:buFont typeface="Wingdings" panose="05000000000000000000" pitchFamily="2" charset="2"/>
              <a:buChar char=""/>
            </a:pPr>
            <a:r>
              <a:rPr lang="en-US" sz="2000" dirty="0"/>
              <a:t>Evaluation of the model, including a confusion matrix</a:t>
            </a:r>
          </a:p>
          <a:p>
            <a:pPr marL="342900" indent="-342900">
              <a:buFont typeface="Wingdings" panose="05000000000000000000" pitchFamily="2" charset="2"/>
              <a:buChar char=""/>
            </a:pPr>
            <a:r>
              <a:rPr lang="en-US" sz="2000" dirty="0"/>
              <a:t>Valid Kaggle submission</a:t>
            </a:r>
          </a:p>
          <a:p>
            <a:pPr marL="342900" indent="-342900">
              <a:buFont typeface="Wingdings" panose="05000000000000000000" pitchFamily="2" charset="2"/>
              <a:buChar char=""/>
            </a:pPr>
            <a:r>
              <a:rPr lang="en-US" sz="2000" dirty="0" err="1"/>
              <a:t>Powerpoint</a:t>
            </a:r>
            <a:r>
              <a:rPr lang="en-US" sz="2000" dirty="0"/>
              <a:t> presentation for your team defense (</a:t>
            </a:r>
            <a:r>
              <a:rPr lang="en-US" sz="2000" dirty="0">
                <a:highlight>
                  <a:srgbClr val="FA6432"/>
                </a:highlight>
              </a:rPr>
              <a:t>upload to Canvas</a:t>
            </a:r>
            <a:r>
              <a:rPr lang="en-US" sz="2000" dirty="0"/>
              <a:t>)</a:t>
            </a:r>
          </a:p>
          <a:p>
            <a:endParaRPr lang="en-US" sz="2000" dirty="0"/>
          </a:p>
          <a:p>
            <a:pPr marL="342900" indent="-342900">
              <a:buFont typeface="Wingdings" panose="05000000000000000000" pitchFamily="2" charset="2"/>
              <a:buChar char=""/>
            </a:pPr>
            <a:endParaRPr lang="en-US" sz="2000" dirty="0"/>
          </a:p>
          <a:p>
            <a:r>
              <a:rPr lang="en-US" b="1" dirty="0"/>
              <a:t>Possible Extra’s:</a:t>
            </a:r>
          </a:p>
          <a:p>
            <a:pPr marL="342900" indent="-342900">
              <a:buFont typeface="Wingdings" panose="05000000000000000000" pitchFamily="2" charset="2"/>
              <a:buChar char=""/>
            </a:pPr>
            <a:r>
              <a:rPr lang="en-US" sz="2000" dirty="0"/>
              <a:t>Higher score on Kaggle</a:t>
            </a:r>
          </a:p>
          <a:p>
            <a:pPr marL="342900" indent="-342900">
              <a:buFont typeface="Wingdings" panose="05000000000000000000" pitchFamily="2" charset="2"/>
              <a:buChar char=""/>
            </a:pPr>
            <a:r>
              <a:rPr lang="en-US" sz="2000" dirty="0"/>
              <a:t>General expansion on the implementations of the minimum requirements</a:t>
            </a:r>
          </a:p>
          <a:p>
            <a:pPr marL="342900" indent="-342900">
              <a:buFont typeface="Wingdings" panose="05000000000000000000" pitchFamily="2" charset="2"/>
              <a:buChar char=""/>
            </a:pPr>
            <a:r>
              <a:rPr lang="en-US" sz="2000" dirty="0"/>
              <a:t>Use of learning rate schedules, use of </a:t>
            </a:r>
            <a:r>
              <a:rPr lang="en-US" sz="2000" dirty="0" err="1"/>
              <a:t>TensorBoard</a:t>
            </a:r>
            <a:r>
              <a:rPr lang="en-US" sz="2000" dirty="0"/>
              <a:t> (or </a:t>
            </a:r>
            <a:r>
              <a:rPr lang="en-US" sz="2000" dirty="0" err="1"/>
              <a:t>WandB</a:t>
            </a:r>
            <a:r>
              <a:rPr lang="en-US" sz="2000" dirty="0"/>
              <a:t>) to visualize training, etc. </a:t>
            </a:r>
          </a:p>
          <a:p>
            <a:pPr marL="702900" lvl="1" indent="-342900">
              <a:buFont typeface="Wingdings" panose="05000000000000000000" pitchFamily="2" charset="2"/>
              <a:buChar char=""/>
            </a:pPr>
            <a:endParaRPr lang="en-US" sz="2000" dirty="0"/>
          </a:p>
          <a:p>
            <a:pPr marL="342900" indent="-342900">
              <a:buFont typeface="Wingdings" panose="05000000000000000000" pitchFamily="2" charset="2"/>
              <a:buChar char=""/>
            </a:pPr>
            <a:endParaRPr lang="en-US" sz="1800" dirty="0"/>
          </a:p>
        </p:txBody>
      </p:sp>
    </p:spTree>
    <p:extLst>
      <p:ext uri="{BB962C8B-B14F-4D97-AF65-F5344CB8AC3E}">
        <p14:creationId xmlns:p14="http://schemas.microsoft.com/office/powerpoint/2010/main" val="1692168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FD6A-38D5-9FCE-708A-5AA48E580768}"/>
              </a:ext>
            </a:extLst>
          </p:cNvPr>
          <p:cNvSpPr>
            <a:spLocks noGrp="1"/>
          </p:cNvSpPr>
          <p:nvPr>
            <p:ph type="title"/>
          </p:nvPr>
        </p:nvSpPr>
        <p:spPr/>
        <p:txBody>
          <a:bodyPr/>
          <a:lstStyle/>
          <a:p>
            <a:r>
              <a:rPr lang="en-US"/>
              <a:t>Team Defense of Challenge</a:t>
            </a:r>
          </a:p>
        </p:txBody>
      </p:sp>
      <p:sp>
        <p:nvSpPr>
          <p:cNvPr id="3" name="Slide Number Placeholder 2">
            <a:extLst>
              <a:ext uri="{FF2B5EF4-FFF2-40B4-BE49-F238E27FC236}">
                <a16:creationId xmlns:a16="http://schemas.microsoft.com/office/drawing/2014/main" id="{32D686E1-81D8-D7A0-F195-4467FBF855A3}"/>
              </a:ext>
            </a:extLst>
          </p:cNvPr>
          <p:cNvSpPr>
            <a:spLocks noGrp="1"/>
          </p:cNvSpPr>
          <p:nvPr>
            <p:ph type="sldNum" sz="quarter" idx="25"/>
          </p:nvPr>
        </p:nvSpPr>
        <p:spPr/>
        <p:txBody>
          <a:bodyPr/>
          <a:lstStyle/>
          <a:p>
            <a:fld id="{8B70248A-FD0F-534C-919E-E8EB9B0FC062}" type="slidenum">
              <a:rPr lang="en-BE" smtClean="0"/>
              <a:pPr/>
              <a:t>4</a:t>
            </a:fld>
            <a:endParaRPr lang="en-BE"/>
          </a:p>
        </p:txBody>
      </p:sp>
      <p:sp>
        <p:nvSpPr>
          <p:cNvPr id="4" name="Text Placeholder 3">
            <a:extLst>
              <a:ext uri="{FF2B5EF4-FFF2-40B4-BE49-F238E27FC236}">
                <a16:creationId xmlns:a16="http://schemas.microsoft.com/office/drawing/2014/main" id="{338D48E4-A746-269D-C95A-6462779C3231}"/>
              </a:ext>
            </a:extLst>
          </p:cNvPr>
          <p:cNvSpPr>
            <a:spLocks noGrp="1"/>
          </p:cNvSpPr>
          <p:nvPr>
            <p:ph type="body" sz="quarter" idx="31"/>
          </p:nvPr>
        </p:nvSpPr>
        <p:spPr>
          <a:xfrm>
            <a:off x="515937" y="1628775"/>
            <a:ext cx="7408863" cy="5116899"/>
          </a:xfrm>
        </p:spPr>
        <p:txBody>
          <a:bodyPr>
            <a:normAutofit/>
          </a:bodyPr>
          <a:lstStyle/>
          <a:p>
            <a:pPr marL="342900" indent="-342900">
              <a:buFont typeface="Wingdings" panose="05000000000000000000" pitchFamily="2" charset="2"/>
              <a:buChar char="à"/>
            </a:pPr>
            <a:r>
              <a:rPr lang="en-US">
                <a:sym typeface="Wingdings" panose="05000000000000000000" pitchFamily="2" charset="2"/>
              </a:rPr>
              <a:t>Upload notebook as a report, and the powerpoint, to Canvas before deadline</a:t>
            </a:r>
          </a:p>
          <a:p>
            <a:pPr marL="342900" indent="-342900">
              <a:buFont typeface="Wingdings" panose="05000000000000000000" pitchFamily="2" charset="2"/>
              <a:buChar char="à"/>
            </a:pPr>
            <a:r>
              <a:rPr lang="en-US">
                <a:sym typeface="Wingdings" panose="05000000000000000000" pitchFamily="2" charset="2"/>
              </a:rPr>
              <a:t>Each team will get their own timeslot to defend</a:t>
            </a:r>
          </a:p>
          <a:p>
            <a:pPr marL="342900" indent="-342900">
              <a:buFont typeface="Wingdings" panose="05000000000000000000" pitchFamily="2" charset="2"/>
              <a:buChar char="à"/>
            </a:pPr>
            <a:r>
              <a:rPr lang="en-US"/>
              <a:t>Explain the result of the challenge in </a:t>
            </a:r>
            <a:r>
              <a:rPr lang="en-US" b="1"/>
              <a:t>10min.</a:t>
            </a:r>
            <a:r>
              <a:rPr lang="en-US"/>
              <a:t> to instructor, using powerpoint</a:t>
            </a:r>
          </a:p>
          <a:p>
            <a:pPr marL="702900" lvl="1" indent="-342900"/>
            <a:r>
              <a:rPr lang="en-US" sz="2000"/>
              <a:t>How did you tackle the challenge? What insights did you get from the EDA? What problems did you encounter when modelling? What results did you get?</a:t>
            </a:r>
          </a:p>
          <a:p>
            <a:pPr marL="702900" lvl="1" indent="-342900"/>
            <a:r>
              <a:rPr lang="en-US" sz="2000"/>
              <a:t>Did everybody in the team contribute an equal amount?</a:t>
            </a:r>
          </a:p>
          <a:p>
            <a:pPr marL="342900" indent="-342900">
              <a:buFont typeface="Wingdings" panose="05000000000000000000" pitchFamily="2" charset="2"/>
              <a:buChar char="à"/>
            </a:pPr>
            <a:r>
              <a:rPr lang="en-US" b="1"/>
              <a:t>Conceptual questions</a:t>
            </a:r>
            <a:r>
              <a:rPr lang="en-US"/>
              <a:t> will be asked regarding the topics covered in the challenge</a:t>
            </a:r>
          </a:p>
          <a:p>
            <a:pPr marL="342900" indent="-342900">
              <a:buFont typeface="Wingdings" panose="05000000000000000000" pitchFamily="2" charset="2"/>
              <a:buChar char="à"/>
            </a:pPr>
            <a:endParaRPr lang="en-US"/>
          </a:p>
          <a:p>
            <a:r>
              <a:rPr lang="en-US" i="1">
                <a:highlight>
                  <a:srgbClr val="FA6432"/>
                </a:highlight>
              </a:rPr>
              <a:t>Individual adjustments of the score can be made, depending on the weekly follow-ups in class, answering of questions, work done, etc.</a:t>
            </a:r>
          </a:p>
        </p:txBody>
      </p:sp>
      <p:pic>
        <p:nvPicPr>
          <p:cNvPr id="6" name="Picture 5" descr="A person pointing at a screen&#10;&#10;Description automatically generated">
            <a:extLst>
              <a:ext uri="{FF2B5EF4-FFF2-40B4-BE49-F238E27FC236}">
                <a16:creationId xmlns:a16="http://schemas.microsoft.com/office/drawing/2014/main" id="{47CAC6B4-6601-83B6-9A0A-C3F803C3C611}"/>
              </a:ext>
            </a:extLst>
          </p:cNvPr>
          <p:cNvPicPr>
            <a:picLocks noChangeAspect="1"/>
          </p:cNvPicPr>
          <p:nvPr/>
        </p:nvPicPr>
        <p:blipFill rotWithShape="1">
          <a:blip r:embed="rId2"/>
          <a:srcRect l="5973" r="6527"/>
          <a:stretch/>
        </p:blipFill>
        <p:spPr>
          <a:xfrm>
            <a:off x="8133159" y="1625215"/>
            <a:ext cx="4058841" cy="4638675"/>
          </a:xfrm>
          <a:prstGeom prst="rect">
            <a:avLst/>
          </a:prstGeom>
        </p:spPr>
      </p:pic>
    </p:spTree>
    <p:extLst>
      <p:ext uri="{BB962C8B-B14F-4D97-AF65-F5344CB8AC3E}">
        <p14:creationId xmlns:p14="http://schemas.microsoft.com/office/powerpoint/2010/main" val="3890025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8CD8-F125-24D5-F6B1-1B72E45C4EFD}"/>
              </a:ext>
            </a:extLst>
          </p:cNvPr>
          <p:cNvSpPr>
            <a:spLocks noGrp="1"/>
          </p:cNvSpPr>
          <p:nvPr>
            <p:ph type="title"/>
          </p:nvPr>
        </p:nvSpPr>
        <p:spPr/>
        <p:txBody>
          <a:bodyPr/>
          <a:lstStyle/>
          <a:p>
            <a:r>
              <a:rPr lang="en-US"/>
              <a:t>GenAI Policy</a:t>
            </a:r>
          </a:p>
        </p:txBody>
      </p:sp>
      <p:sp>
        <p:nvSpPr>
          <p:cNvPr id="3" name="Slide Number Placeholder 2">
            <a:extLst>
              <a:ext uri="{FF2B5EF4-FFF2-40B4-BE49-F238E27FC236}">
                <a16:creationId xmlns:a16="http://schemas.microsoft.com/office/drawing/2014/main" id="{A677B3F5-D33F-16D5-5E26-366A3CA9FD01}"/>
              </a:ext>
            </a:extLst>
          </p:cNvPr>
          <p:cNvSpPr>
            <a:spLocks noGrp="1"/>
          </p:cNvSpPr>
          <p:nvPr>
            <p:ph type="sldNum" sz="quarter" idx="25"/>
          </p:nvPr>
        </p:nvSpPr>
        <p:spPr/>
        <p:txBody>
          <a:bodyPr/>
          <a:lstStyle/>
          <a:p>
            <a:fld id="{8B70248A-FD0F-534C-919E-E8EB9B0FC062}" type="slidenum">
              <a:rPr lang="en-BE" smtClean="0"/>
              <a:pPr/>
              <a:t>5</a:t>
            </a:fld>
            <a:endParaRPr lang="en-BE"/>
          </a:p>
        </p:txBody>
      </p:sp>
      <p:sp>
        <p:nvSpPr>
          <p:cNvPr id="4" name="Text Placeholder 3">
            <a:extLst>
              <a:ext uri="{FF2B5EF4-FFF2-40B4-BE49-F238E27FC236}">
                <a16:creationId xmlns:a16="http://schemas.microsoft.com/office/drawing/2014/main" id="{1DF912AF-47E2-91D9-DBA8-0373CD38FE4E}"/>
              </a:ext>
            </a:extLst>
          </p:cNvPr>
          <p:cNvSpPr>
            <a:spLocks noGrp="1"/>
          </p:cNvSpPr>
          <p:nvPr>
            <p:ph type="body" sz="quarter" idx="31"/>
          </p:nvPr>
        </p:nvSpPr>
        <p:spPr>
          <a:xfrm>
            <a:off x="515936" y="1628775"/>
            <a:ext cx="7367401" cy="4716463"/>
          </a:xfrm>
        </p:spPr>
        <p:txBody>
          <a:bodyPr>
            <a:normAutofit fontScale="92500" lnSpcReduction="20000"/>
          </a:bodyPr>
          <a:lstStyle/>
          <a:p>
            <a:pPr marL="342900" indent="-342900">
              <a:buFont typeface="Wingdings" panose="05000000000000000000" pitchFamily="2" charset="2"/>
              <a:buChar char=""/>
            </a:pPr>
            <a:r>
              <a:rPr lang="en-US" dirty="0">
                <a:effectLst/>
              </a:rPr>
              <a:t>Provide a paragraph (markdown block) at the end of each assignment, explaining </a:t>
            </a:r>
          </a:p>
          <a:p>
            <a:pPr marL="702900" lvl="1" indent="-342900">
              <a:buFont typeface="Wingdings" panose="05000000000000000000" pitchFamily="2" charset="2"/>
              <a:buChar char="§"/>
            </a:pPr>
            <a:r>
              <a:rPr lang="en-US" dirty="0"/>
              <a:t>W</a:t>
            </a:r>
            <a:r>
              <a:rPr lang="en-US" dirty="0">
                <a:effectLst/>
              </a:rPr>
              <a:t>hat you used the AI tool for</a:t>
            </a:r>
          </a:p>
          <a:p>
            <a:pPr marL="702900" lvl="1" indent="-342900">
              <a:buFont typeface="Wingdings" panose="05000000000000000000" pitchFamily="2" charset="2"/>
              <a:buChar char="§"/>
            </a:pPr>
            <a:r>
              <a:rPr lang="en-US" dirty="0"/>
              <a:t>W</a:t>
            </a:r>
            <a:r>
              <a:rPr lang="en-US" dirty="0">
                <a:effectLst/>
              </a:rPr>
              <a:t>hat prompts you used to get the results</a:t>
            </a:r>
          </a:p>
          <a:p>
            <a:pPr marL="342900" indent="-342900">
              <a:buFont typeface="Wingdings" panose="05000000000000000000" pitchFamily="2" charset="2"/>
              <a:buChar char=""/>
            </a:pPr>
            <a:endParaRPr lang="en-US" dirty="0">
              <a:effectLst/>
            </a:endParaRPr>
          </a:p>
          <a:p>
            <a:pPr marL="342900" indent="-342900">
              <a:buFont typeface="Wingdings" panose="05000000000000000000" pitchFamily="2" charset="2"/>
              <a:buChar char=""/>
            </a:pPr>
            <a:r>
              <a:rPr lang="en-US" dirty="0">
                <a:effectLst/>
              </a:rPr>
              <a:t>Acknowledge the limitations and uncertainties of the outputs. </a:t>
            </a:r>
          </a:p>
          <a:p>
            <a:pPr lvl="1" indent="0">
              <a:buNone/>
            </a:pPr>
            <a:endParaRPr lang="en-US" sz="4800" b="1" dirty="0">
              <a:effectLst/>
              <a:highlight>
                <a:srgbClr val="FA6432"/>
              </a:highlight>
            </a:endParaRPr>
          </a:p>
          <a:p>
            <a:pPr lvl="1" indent="0">
              <a:buNone/>
            </a:pPr>
            <a:r>
              <a:rPr lang="en-US" sz="5200" b="1" dirty="0">
                <a:effectLst/>
                <a:highlight>
                  <a:srgbClr val="FA6432"/>
                </a:highlight>
              </a:rPr>
              <a:t>Make sure you understand the output yourself!</a:t>
            </a:r>
          </a:p>
          <a:p>
            <a:endParaRPr lang="en-US" dirty="0"/>
          </a:p>
          <a:p>
            <a:endParaRPr lang="en-US" dirty="0"/>
          </a:p>
        </p:txBody>
      </p:sp>
      <p:pic>
        <p:nvPicPr>
          <p:cNvPr id="5" name="Picture 2" descr="Artificial intelligence - Free technology icons">
            <a:extLst>
              <a:ext uri="{FF2B5EF4-FFF2-40B4-BE49-F238E27FC236}">
                <a16:creationId xmlns:a16="http://schemas.microsoft.com/office/drawing/2014/main" id="{540B6072-4F3E-F593-499D-922B6D82D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3337" y="2610961"/>
            <a:ext cx="4404664" cy="44046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Bing Chat and ChatGPT come to Windows: Here's how they work">
            <a:extLst>
              <a:ext uri="{FF2B5EF4-FFF2-40B4-BE49-F238E27FC236}">
                <a16:creationId xmlns:a16="http://schemas.microsoft.com/office/drawing/2014/main" id="{10D945A0-1959-BBC4-9014-BC6A928BCE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570" t="5909" r="53378" b="5909"/>
          <a:stretch>
            <a:fillRect/>
          </a:stretch>
        </p:blipFill>
        <p:spPr bwMode="auto">
          <a:xfrm>
            <a:off x="8087711" y="434244"/>
            <a:ext cx="2021140" cy="19067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oogle Antigravity Press Assets">
            <a:extLst>
              <a:ext uri="{FF2B5EF4-FFF2-40B4-BE49-F238E27FC236}">
                <a16:creationId xmlns:a16="http://schemas.microsoft.com/office/drawing/2014/main" id="{3B8D787F-0066-0A13-AF82-4B0B6679F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3834" y="34886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03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563F-35E3-3DB3-4BB3-91534E772ABE}"/>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AE05804A-6C00-5CCF-989B-D8F8392FBADB}"/>
              </a:ext>
            </a:extLst>
          </p:cNvPr>
          <p:cNvSpPr>
            <a:spLocks noGrp="1"/>
          </p:cNvSpPr>
          <p:nvPr>
            <p:ph type="sldNum" sz="quarter" idx="25"/>
          </p:nvPr>
        </p:nvSpPr>
        <p:spPr/>
        <p:txBody>
          <a:bodyPr/>
          <a:lstStyle/>
          <a:p>
            <a:fld id="{8B70248A-FD0F-534C-919E-E8EB9B0FC062}" type="slidenum">
              <a:rPr lang="en-BE" smtClean="0"/>
              <a:pPr/>
              <a:t>6</a:t>
            </a:fld>
            <a:endParaRPr lang="en-BE"/>
          </a:p>
        </p:txBody>
      </p:sp>
      <p:sp>
        <p:nvSpPr>
          <p:cNvPr id="4" name="Text Placeholder 3">
            <a:extLst>
              <a:ext uri="{FF2B5EF4-FFF2-40B4-BE49-F238E27FC236}">
                <a16:creationId xmlns:a16="http://schemas.microsoft.com/office/drawing/2014/main" id="{B62E6D47-1113-331B-CEA6-40E8205B5C4C}"/>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F5A0D1C5-01F4-BB72-908B-E67167FC7A46}"/>
              </a:ext>
            </a:extLst>
          </p:cNvPr>
          <p:cNvPicPr>
            <a:picLocks noChangeAspect="1"/>
          </p:cNvPicPr>
          <p:nvPr/>
        </p:nvPicPr>
        <p:blipFill>
          <a:blip r:embed="rId3"/>
          <a:stretch>
            <a:fillRect/>
          </a:stretch>
        </p:blipFill>
        <p:spPr>
          <a:xfrm>
            <a:off x="0" y="-1"/>
            <a:ext cx="12192000" cy="6810375"/>
          </a:xfrm>
          <a:prstGeom prst="rect">
            <a:avLst/>
          </a:prstGeom>
        </p:spPr>
      </p:pic>
    </p:spTree>
    <p:extLst>
      <p:ext uri="{BB962C8B-B14F-4D97-AF65-F5344CB8AC3E}">
        <p14:creationId xmlns:p14="http://schemas.microsoft.com/office/powerpoint/2010/main" val="2912323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0EA36-1CBD-3264-3865-F5EB6B94CC76}"/>
              </a:ext>
            </a:extLst>
          </p:cNvPr>
          <p:cNvSpPr>
            <a:spLocks noGrp="1"/>
          </p:cNvSpPr>
          <p:nvPr>
            <p:ph type="title"/>
          </p:nvPr>
        </p:nvSpPr>
        <p:spPr/>
        <p:txBody>
          <a:bodyPr/>
          <a:lstStyle/>
          <a:p>
            <a:r>
              <a:rPr lang="en-US"/>
              <a:t>Join Kaggle in class competition</a:t>
            </a:r>
          </a:p>
        </p:txBody>
      </p:sp>
      <p:sp>
        <p:nvSpPr>
          <p:cNvPr id="3" name="Slide Number Placeholder 2">
            <a:extLst>
              <a:ext uri="{FF2B5EF4-FFF2-40B4-BE49-F238E27FC236}">
                <a16:creationId xmlns:a16="http://schemas.microsoft.com/office/drawing/2014/main" id="{2A4AA5BE-3F26-F23A-2205-2252EFF153F4}"/>
              </a:ext>
            </a:extLst>
          </p:cNvPr>
          <p:cNvSpPr>
            <a:spLocks noGrp="1"/>
          </p:cNvSpPr>
          <p:nvPr>
            <p:ph type="sldNum" sz="quarter" idx="25"/>
          </p:nvPr>
        </p:nvSpPr>
        <p:spPr/>
        <p:txBody>
          <a:bodyPr/>
          <a:lstStyle/>
          <a:p>
            <a:fld id="{8B70248A-FD0F-534C-919E-E8EB9B0FC062}" type="slidenum">
              <a:rPr lang="en-BE" smtClean="0"/>
              <a:pPr/>
              <a:t>7</a:t>
            </a:fld>
            <a:endParaRPr lang="en-BE"/>
          </a:p>
        </p:txBody>
      </p:sp>
      <p:sp>
        <p:nvSpPr>
          <p:cNvPr id="4" name="Text Placeholder 3">
            <a:extLst>
              <a:ext uri="{FF2B5EF4-FFF2-40B4-BE49-F238E27FC236}">
                <a16:creationId xmlns:a16="http://schemas.microsoft.com/office/drawing/2014/main" id="{5928F730-57C6-F9F7-D0D7-9A0629410C93}"/>
              </a:ext>
            </a:extLst>
          </p:cNvPr>
          <p:cNvSpPr>
            <a:spLocks noGrp="1"/>
          </p:cNvSpPr>
          <p:nvPr>
            <p:ph type="body" sz="quarter" idx="31"/>
          </p:nvPr>
        </p:nvSpPr>
        <p:spPr/>
        <p:txBody>
          <a:bodyPr/>
          <a:lstStyle/>
          <a:p>
            <a:r>
              <a:rPr lang="en-US" dirty="0"/>
              <a:t>Invite link:</a:t>
            </a:r>
          </a:p>
          <a:p>
            <a:pPr marL="342900" indent="-342900">
              <a:buFont typeface="Arial" panose="020B0604020202020204" pitchFamily="34" charset="0"/>
              <a:buChar char="•"/>
            </a:pPr>
            <a:r>
              <a:rPr lang="en-US" dirty="0">
                <a:hlinkClick r:id="rId2"/>
              </a:rPr>
              <a:t>https://www.kaggle.com/t/c84b4cada54949fa92507da14455a8da</a:t>
            </a:r>
            <a:endParaRPr lang="en-US" dirty="0"/>
          </a:p>
          <a:p>
            <a:endParaRPr lang="en-US" dirty="0"/>
          </a:p>
          <a:p>
            <a:pPr marL="342900" indent="-342900">
              <a:buFont typeface="Arial" panose="020B0604020202020204" pitchFamily="34" charset="0"/>
              <a:buChar char="•"/>
            </a:pPr>
            <a:r>
              <a:rPr lang="en-US" dirty="0"/>
              <a:t>Make sure you register with your school email</a:t>
            </a:r>
          </a:p>
          <a:p>
            <a:pPr marL="342900" indent="-342900">
              <a:buFont typeface="Arial" panose="020B0604020202020204" pitchFamily="34" charset="0"/>
              <a:buChar char="•"/>
            </a:pPr>
            <a:r>
              <a:rPr lang="en-US" dirty="0"/>
              <a:t>Teams of 3 </a:t>
            </a:r>
            <a:r>
              <a:rPr lang="en-US" dirty="0">
                <a:sym typeface="Wingdings" panose="05000000000000000000" pitchFamily="2" charset="2"/>
              </a:rPr>
              <a:t> instructor will check next lesson, and note down the teams</a:t>
            </a:r>
            <a:endParaRPr lang="en-US" dirty="0"/>
          </a:p>
        </p:txBody>
      </p:sp>
      <p:pic>
        <p:nvPicPr>
          <p:cNvPr id="6" name="Picture 5" descr="A orange and white chevron pattern&#10;&#10;Description automatically generated">
            <a:extLst>
              <a:ext uri="{FF2B5EF4-FFF2-40B4-BE49-F238E27FC236}">
                <a16:creationId xmlns:a16="http://schemas.microsoft.com/office/drawing/2014/main" id="{D53FFFBB-7013-A8E1-FADA-E1AD199677F8}"/>
              </a:ext>
            </a:extLst>
          </p:cNvPr>
          <p:cNvPicPr>
            <a:picLocks noChangeAspect="1"/>
          </p:cNvPicPr>
          <p:nvPr/>
        </p:nvPicPr>
        <p:blipFill>
          <a:blip r:embed="rId3"/>
          <a:srcRect l="26224"/>
          <a:stretch/>
        </p:blipFill>
        <p:spPr>
          <a:xfrm>
            <a:off x="3197246" y="3810000"/>
            <a:ext cx="8994753" cy="3048000"/>
          </a:xfrm>
          <a:prstGeom prst="rect">
            <a:avLst/>
          </a:prstGeom>
        </p:spPr>
      </p:pic>
      <p:pic>
        <p:nvPicPr>
          <p:cNvPr id="11" name="Picture 10">
            <a:extLst>
              <a:ext uri="{FF2B5EF4-FFF2-40B4-BE49-F238E27FC236}">
                <a16:creationId xmlns:a16="http://schemas.microsoft.com/office/drawing/2014/main" id="{A414DDF6-BD02-8CCF-E0FA-A8D546AAE9C7}"/>
              </a:ext>
            </a:extLst>
          </p:cNvPr>
          <p:cNvPicPr>
            <a:picLocks noChangeAspect="1"/>
          </p:cNvPicPr>
          <p:nvPr/>
        </p:nvPicPr>
        <p:blipFill>
          <a:blip r:embed="rId4"/>
          <a:srcRect t="24990" r="57184" b="17033"/>
          <a:stretch>
            <a:fillRect/>
          </a:stretch>
        </p:blipFill>
        <p:spPr>
          <a:xfrm>
            <a:off x="400050" y="4229100"/>
            <a:ext cx="2447925" cy="2209800"/>
          </a:xfrm>
          <a:prstGeom prst="rect">
            <a:avLst/>
          </a:prstGeom>
        </p:spPr>
      </p:pic>
    </p:spTree>
    <p:extLst>
      <p:ext uri="{BB962C8B-B14F-4D97-AF65-F5344CB8AC3E}">
        <p14:creationId xmlns:p14="http://schemas.microsoft.com/office/powerpoint/2010/main" val="2193909930"/>
      </p:ext>
    </p:extLst>
  </p:cSld>
  <p:clrMapOvr>
    <a:masterClrMapping/>
  </p:clrMapOvr>
</p:sld>
</file>

<file path=ppt/theme/theme1.xml><?xml version="1.0" encoding="utf-8"?>
<a:theme xmlns:a="http://schemas.openxmlformats.org/drawingml/2006/main" name="WIT">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ANJE">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AUW">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D3E55A3DCE2A4A8BC759CAA7D96FE2" ma:contentTypeVersion="12" ma:contentTypeDescription="Create a new document." ma:contentTypeScope="" ma:versionID="c3b87d41c71445f2c7cb767049c78ec0">
  <xsd:schema xmlns:xsd="http://www.w3.org/2001/XMLSchema" xmlns:xs="http://www.w3.org/2001/XMLSchema" xmlns:p="http://schemas.microsoft.com/office/2006/metadata/properties" xmlns:ns2="254ef4c1-7c04-4bd8-aace-2dac36451d1b" xmlns:ns3="1946ab53-a53d-4984-8df3-e4b9666a144b" targetNamespace="http://schemas.microsoft.com/office/2006/metadata/properties" ma:root="true" ma:fieldsID="ff554c3c8e4329415e1c50f5978e6a47" ns2:_="" ns3:_="">
    <xsd:import namespace="254ef4c1-7c04-4bd8-aace-2dac36451d1b"/>
    <xsd:import namespace="1946ab53-a53d-4984-8df3-e4b9666a144b"/>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4ef4c1-7c04-4bd8-aace-2dac36451d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21e9acf-806b-4a87-936d-d2c26601fefc}" ma:internalName="TaxCatchAll" ma:showField="CatchAllData" ma:web="254ef4c1-7c04-4bd8-aace-2dac36451d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ab53-a53d-4984-8df3-e4b9666a144b"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9b243c3-5758-488d-a165-3d321439e892"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54ef4c1-7c04-4bd8-aace-2dac36451d1b" xsi:nil="true"/>
    <lcf76f155ced4ddcb4097134ff3c332f xmlns="1946ab53-a53d-4984-8df3-e4b9666a144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904AA5A-D616-471A-B8C7-7CF6F028EFF2}">
  <ds:schemaRefs>
    <ds:schemaRef ds:uri="http://schemas.microsoft.com/sharepoint/v3/contenttype/forms"/>
  </ds:schemaRefs>
</ds:datastoreItem>
</file>

<file path=customXml/itemProps2.xml><?xml version="1.0" encoding="utf-8"?>
<ds:datastoreItem xmlns:ds="http://schemas.openxmlformats.org/officeDocument/2006/customXml" ds:itemID="{D1EF84DE-A9E1-41BA-A1A9-89715600EE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4ef4c1-7c04-4bd8-aace-2dac36451d1b"/>
    <ds:schemaRef ds:uri="1946ab53-a53d-4984-8df3-e4b9666a14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B92E74-0DAA-4211-914A-CE18DD5C2D9B}">
  <ds:schemaRefs>
    <ds:schemaRef ds:uri="http://schemas.microsoft.com/office/2006/metadata/properties"/>
    <ds:schemaRef ds:uri="http://schemas.microsoft.com/office/infopath/2007/PartnerControls"/>
    <ds:schemaRef ds:uri="254ef4c1-7c04-4bd8-aace-2dac36451d1b"/>
    <ds:schemaRef ds:uri="1946ab53-a53d-4984-8df3-e4b9666a144b"/>
  </ds:schemaRefs>
</ds:datastoreItem>
</file>

<file path=docProps/app.xml><?xml version="1.0" encoding="utf-8"?>
<Properties xmlns="http://schemas.openxmlformats.org/officeDocument/2006/extended-properties" xmlns:vt="http://schemas.openxmlformats.org/officeDocument/2006/docPropsVTypes">
  <TotalTime>4930</TotalTime>
  <Words>619</Words>
  <Application>Microsoft Office PowerPoint</Application>
  <PresentationFormat>Widescreen</PresentationFormat>
  <Paragraphs>60</Paragraphs>
  <Slides>7</Slides>
  <Notes>2</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7</vt:i4>
      </vt:variant>
    </vt:vector>
  </HeadingPairs>
  <TitlesOfParts>
    <vt:vector size="14" baseType="lpstr">
      <vt:lpstr>Arial</vt:lpstr>
      <vt:lpstr>Calibri</vt:lpstr>
      <vt:lpstr>Century Gothic</vt:lpstr>
      <vt:lpstr>Wingdings</vt:lpstr>
      <vt:lpstr>WIT</vt:lpstr>
      <vt:lpstr>ORANJE</vt:lpstr>
      <vt:lpstr>BLAUW</vt:lpstr>
      <vt:lpstr>Artificial Intelligence</vt:lpstr>
      <vt:lpstr>Kaggle Competition Challenge (Private Classroom Challenge)</vt:lpstr>
      <vt:lpstr>Deep Learning Lizard Challenge – 30% of total grade</vt:lpstr>
      <vt:lpstr>Team Defense of Challenge</vt:lpstr>
      <vt:lpstr>GenAI Policy</vt:lpstr>
      <vt:lpstr>PowerPoint Presentation</vt:lpstr>
      <vt:lpstr>Join Kaggle in class competition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Media Comm</dc:creator>
  <cp:lastModifiedBy>Bram Heyns</cp:lastModifiedBy>
  <cp:revision>1870</cp:revision>
  <cp:lastPrinted>2023-01-03T10:29:33Z</cp:lastPrinted>
  <dcterms:created xsi:type="dcterms:W3CDTF">2022-09-05T06:43:33Z</dcterms:created>
  <dcterms:modified xsi:type="dcterms:W3CDTF">2026-04-02T08:22:17Z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0x01010039D3E55A3DCE2A4A8BC759CAA7D96FE2</vt:lpwstr>
  </property>
  <property fmtid="{D5CDD505-2E9C-101B-9397-08002B2CF9AE}" pid="3" name="MediaServiceImageTags">
    <vt:lpwstr/>
  </property>
  <property fmtid="{D5CDD505-2E9C-101B-9397-08002B2CF9AE}" pid="4" name="MSIP_Label_c337be75-dfbb-4261-9834-ac247c7dde13_Enabled">
    <vt:lpwstr>true</vt:lpwstr>
  </property>
  <property fmtid="{D5CDD505-2E9C-101B-9397-08002B2CF9AE}" pid="5" name="MSIP_Label_c337be75-dfbb-4261-9834-ac247c7dde13_SetDate">
    <vt:lpwstr>2023-07-26T10:00:37Z</vt:lpwstr>
  </property>
  <property fmtid="{D5CDD505-2E9C-101B-9397-08002B2CF9AE}" pid="6" name="MSIP_Label_c337be75-dfbb-4261-9834-ac247c7dde13_Method">
    <vt:lpwstr>Standard</vt:lpwstr>
  </property>
  <property fmtid="{D5CDD505-2E9C-101B-9397-08002B2CF9AE}" pid="7" name="MSIP_Label_c337be75-dfbb-4261-9834-ac247c7dde13_Name">
    <vt:lpwstr>Algemeen</vt:lpwstr>
  </property>
  <property fmtid="{D5CDD505-2E9C-101B-9397-08002B2CF9AE}" pid="8" name="MSIP_Label_c337be75-dfbb-4261-9834-ac247c7dde13_SiteId">
    <vt:lpwstr>77d33cc5-c9b4-4766-95c7-ed5b515e1cce</vt:lpwstr>
  </property>
  <property fmtid="{D5CDD505-2E9C-101B-9397-08002B2CF9AE}" pid="9" name="MSIP_Label_c337be75-dfbb-4261-9834-ac247c7dde13_ActionId">
    <vt:lpwstr>f7b68f83-8ae1-441f-892d-75981bb0c885</vt:lpwstr>
  </property>
  <property fmtid="{D5CDD505-2E9C-101B-9397-08002B2CF9AE}" pid="10" name="MSIP_Label_c337be75-dfbb-4261-9834-ac247c7dde13_ContentBits">
    <vt:lpwstr>0</vt:lpwstr>
  </property>
</Properties>
</file>