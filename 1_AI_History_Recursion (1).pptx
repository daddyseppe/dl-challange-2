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7"/>
  </p:notesMasterIdLst>
  <p:handoutMasterIdLst>
    <p:handoutMasterId r:id="rId28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5F8"/>
    <a:srgbClr val="FA6432"/>
    <a:srgbClr val="000000"/>
    <a:srgbClr val="F04619"/>
    <a:srgbClr val="E8EBEE"/>
    <a:srgbClr val="000A1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 Heyns" userId="7a623cc0-5b6c-43c7-88a0-ff55db19c79e" providerId="ADAL" clId="{A9039A82-FEEB-4601-98DB-586ED5237966}"/>
    <pc:docChg chg="modSld">
      <pc:chgData name="Bram Heyns" userId="7a623cc0-5b6c-43c7-88a0-ff55db19c79e" providerId="ADAL" clId="{A9039A82-FEEB-4601-98DB-586ED5237966}" dt="2025-02-10T19:55:47.502" v="37" actId="1076"/>
      <pc:docMkLst>
        <pc:docMk/>
      </pc:docMkLst>
      <pc:sldChg chg="modSp mod">
        <pc:chgData name="Bram Heyns" userId="7a623cc0-5b6c-43c7-88a0-ff55db19c79e" providerId="ADAL" clId="{A9039A82-FEEB-4601-98DB-586ED5237966}" dt="2025-02-10T19:52:06.686" v="36" actId="6549"/>
        <pc:sldMkLst>
          <pc:docMk/>
          <pc:sldMk cId="1444846290" sldId="266"/>
        </pc:sldMkLst>
        <pc:spChg chg="mod">
          <ac:chgData name="Bram Heyns" userId="7a623cc0-5b6c-43c7-88a0-ff55db19c79e" providerId="ADAL" clId="{A9039A82-FEEB-4601-98DB-586ED5237966}" dt="2025-02-10T19:52:06.686" v="36" actId="6549"/>
          <ac:spMkLst>
            <pc:docMk/>
            <pc:sldMk cId="1444846290" sldId="266"/>
            <ac:spMk id="2" creationId="{9D5D3FF8-CC2F-A0D5-BAC3-70E66532A4D2}"/>
          </ac:spMkLst>
        </pc:spChg>
      </pc:sldChg>
      <pc:sldChg chg="modSp mod">
        <pc:chgData name="Bram Heyns" userId="7a623cc0-5b6c-43c7-88a0-ff55db19c79e" providerId="ADAL" clId="{A9039A82-FEEB-4601-98DB-586ED5237966}" dt="2025-02-10T19:55:47.502" v="37" actId="1076"/>
        <pc:sldMkLst>
          <pc:docMk/>
          <pc:sldMk cId="1740921288" sldId="273"/>
        </pc:sldMkLst>
        <pc:spChg chg="mod">
          <ac:chgData name="Bram Heyns" userId="7a623cc0-5b6c-43c7-88a0-ff55db19c79e" providerId="ADAL" clId="{A9039A82-FEEB-4601-98DB-586ED5237966}" dt="2025-02-10T19:55:47.502" v="37" actId="1076"/>
          <ac:spMkLst>
            <pc:docMk/>
            <pc:sldMk cId="1740921288" sldId="273"/>
            <ac:spMk id="2" creationId="{238C5892-AA08-C58D-2AB5-473B0272B009}"/>
          </ac:spMkLst>
        </pc:spChg>
      </pc:sldChg>
    </pc:docChg>
  </pc:docChgLst>
  <pc:docChgLst>
    <pc:chgData name="Bram Heyns" userId="7a623cc0-5b6c-43c7-88a0-ff55db19c79e" providerId="ADAL" clId="{644F06E0-9629-4930-B25A-182A5094F172}"/>
    <pc:docChg chg="undo custSel addSld delSld modSld">
      <pc:chgData name="Bram Heyns" userId="7a623cc0-5b6c-43c7-88a0-ff55db19c79e" providerId="ADAL" clId="{644F06E0-9629-4930-B25A-182A5094F172}" dt="2024-01-11T12:54:03.406" v="1947" actId="20577"/>
      <pc:docMkLst>
        <pc:docMk/>
      </pc:docMkLst>
      <pc:sldChg chg="modSp new mod">
        <pc:chgData name="Bram Heyns" userId="7a623cc0-5b6c-43c7-88a0-ff55db19c79e" providerId="ADAL" clId="{644F06E0-9629-4930-B25A-182A5094F172}" dt="2024-01-11T12:53:52.046" v="1943" actId="20577"/>
        <pc:sldMkLst>
          <pc:docMk/>
          <pc:sldMk cId="3616312771" sldId="256"/>
        </pc:sldMkLst>
      </pc:sldChg>
      <pc:sldChg chg="addSp modSp new mod">
        <pc:chgData name="Bram Heyns" userId="7a623cc0-5b6c-43c7-88a0-ff55db19c79e" providerId="ADAL" clId="{644F06E0-9629-4930-B25A-182A5094F172}" dt="2023-11-29T10:03:43.897" v="224"/>
        <pc:sldMkLst>
          <pc:docMk/>
          <pc:sldMk cId="276004885" sldId="257"/>
        </pc:sldMkLst>
      </pc:sldChg>
      <pc:sldChg chg="addSp modSp new mod">
        <pc:chgData name="Bram Heyns" userId="7a623cc0-5b6c-43c7-88a0-ff55db19c79e" providerId="ADAL" clId="{644F06E0-9629-4930-B25A-182A5094F172}" dt="2023-11-29T10:06:07.901" v="247" actId="732"/>
        <pc:sldMkLst>
          <pc:docMk/>
          <pc:sldMk cId="1689163299" sldId="258"/>
        </pc:sldMkLst>
      </pc:sldChg>
      <pc:sldChg chg="addSp modSp new mod">
        <pc:chgData name="Bram Heyns" userId="7a623cc0-5b6c-43c7-88a0-ff55db19c79e" providerId="ADAL" clId="{644F06E0-9629-4930-B25A-182A5094F172}" dt="2023-11-29T10:07:04.854" v="264"/>
        <pc:sldMkLst>
          <pc:docMk/>
          <pc:sldMk cId="3317776675" sldId="259"/>
        </pc:sldMkLst>
      </pc:sldChg>
      <pc:sldChg chg="addSp modSp new mod">
        <pc:chgData name="Bram Heyns" userId="7a623cc0-5b6c-43c7-88a0-ff55db19c79e" providerId="ADAL" clId="{644F06E0-9629-4930-B25A-182A5094F172}" dt="2023-11-29T10:07:46.434" v="287"/>
        <pc:sldMkLst>
          <pc:docMk/>
          <pc:sldMk cId="3787647688" sldId="260"/>
        </pc:sldMkLst>
      </pc:sldChg>
      <pc:sldChg chg="addSp modSp new mod">
        <pc:chgData name="Bram Heyns" userId="7a623cc0-5b6c-43c7-88a0-ff55db19c79e" providerId="ADAL" clId="{644F06E0-9629-4930-B25A-182A5094F172}" dt="2023-11-29T10:12:10.299" v="340" actId="1076"/>
        <pc:sldMkLst>
          <pc:docMk/>
          <pc:sldMk cId="1307829333" sldId="261"/>
        </pc:sldMkLst>
      </pc:sldChg>
      <pc:sldChg chg="addSp delSp modSp new mod">
        <pc:chgData name="Bram Heyns" userId="7a623cc0-5b6c-43c7-88a0-ff55db19c79e" providerId="ADAL" clId="{644F06E0-9629-4930-B25A-182A5094F172}" dt="2024-01-09T09:31:37.774" v="1939" actId="1038"/>
        <pc:sldMkLst>
          <pc:docMk/>
          <pc:sldMk cId="3867388527" sldId="262"/>
        </pc:sldMkLst>
      </pc:sldChg>
      <pc:sldChg chg="modSp add mod">
        <pc:chgData name="Bram Heyns" userId="7a623cc0-5b6c-43c7-88a0-ff55db19c79e" providerId="ADAL" clId="{644F06E0-9629-4930-B25A-182A5094F172}" dt="2024-01-11T12:54:03.406" v="1947" actId="20577"/>
        <pc:sldMkLst>
          <pc:docMk/>
          <pc:sldMk cId="1388701437" sldId="263"/>
        </pc:sldMkLst>
      </pc:sldChg>
      <pc:sldChg chg="new del">
        <pc:chgData name="Bram Heyns" userId="7a623cc0-5b6c-43c7-88a0-ff55db19c79e" providerId="ADAL" clId="{644F06E0-9629-4930-B25A-182A5094F172}" dt="2023-11-29T10:18:33.857" v="402" actId="680"/>
        <pc:sldMkLst>
          <pc:docMk/>
          <pc:sldMk cId="117293802" sldId="264"/>
        </pc:sldMkLst>
      </pc:sldChg>
      <pc:sldChg chg="addSp modSp new mod">
        <pc:chgData name="Bram Heyns" userId="7a623cc0-5b6c-43c7-88a0-ff55db19c79e" providerId="ADAL" clId="{644F06E0-9629-4930-B25A-182A5094F172}" dt="2023-11-29T10:26:20.347" v="877" actId="20577"/>
        <pc:sldMkLst>
          <pc:docMk/>
          <pc:sldMk cId="4284284052" sldId="264"/>
        </pc:sldMkLst>
      </pc:sldChg>
      <pc:sldChg chg="addSp modSp new mod">
        <pc:chgData name="Bram Heyns" userId="7a623cc0-5b6c-43c7-88a0-ff55db19c79e" providerId="ADAL" clId="{644F06E0-9629-4930-B25A-182A5094F172}" dt="2023-11-29T11:38:36.086" v="1477" actId="13926"/>
        <pc:sldMkLst>
          <pc:docMk/>
          <pc:sldMk cId="1781978728" sldId="265"/>
        </pc:sldMkLst>
      </pc:sldChg>
      <pc:sldChg chg="addSp modSp new mod">
        <pc:chgData name="Bram Heyns" userId="7a623cc0-5b6c-43c7-88a0-ff55db19c79e" providerId="ADAL" clId="{644F06E0-9629-4930-B25A-182A5094F172}" dt="2023-11-29T11:39:30.187" v="1512" actId="1076"/>
        <pc:sldMkLst>
          <pc:docMk/>
          <pc:sldMk cId="1444846290" sldId="266"/>
        </pc:sldMkLst>
      </pc:sldChg>
      <pc:sldChg chg="addSp modSp new mod">
        <pc:chgData name="Bram Heyns" userId="7a623cc0-5b6c-43c7-88a0-ff55db19c79e" providerId="ADAL" clId="{644F06E0-9629-4930-B25A-182A5094F172}" dt="2023-11-29T11:41:41.648" v="1629" actId="1076"/>
        <pc:sldMkLst>
          <pc:docMk/>
          <pc:sldMk cId="2476255192" sldId="267"/>
        </pc:sldMkLst>
      </pc:sldChg>
      <pc:sldChg chg="addSp modSp new mod">
        <pc:chgData name="Bram Heyns" userId="7a623cc0-5b6c-43c7-88a0-ff55db19c79e" providerId="ADAL" clId="{644F06E0-9629-4930-B25A-182A5094F172}" dt="2023-11-29T11:42:33.157" v="1660" actId="1076"/>
        <pc:sldMkLst>
          <pc:docMk/>
          <pc:sldMk cId="1418017200" sldId="268"/>
        </pc:sldMkLst>
      </pc:sldChg>
      <pc:sldChg chg="addSp modSp new mod">
        <pc:chgData name="Bram Heyns" userId="7a623cc0-5b6c-43c7-88a0-ff55db19c79e" providerId="ADAL" clId="{644F06E0-9629-4930-B25A-182A5094F172}" dt="2023-11-29T11:44:04.528" v="1701" actId="1076"/>
        <pc:sldMkLst>
          <pc:docMk/>
          <pc:sldMk cId="2140030491" sldId="269"/>
        </pc:sldMkLst>
      </pc:sldChg>
      <pc:sldChg chg="addSp delSp modSp new mod">
        <pc:chgData name="Bram Heyns" userId="7a623cc0-5b6c-43c7-88a0-ff55db19c79e" providerId="ADAL" clId="{644F06E0-9629-4930-B25A-182A5094F172}" dt="2023-11-29T11:46:23.055" v="1740" actId="1038"/>
        <pc:sldMkLst>
          <pc:docMk/>
          <pc:sldMk cId="4175805643" sldId="270"/>
        </pc:sldMkLst>
      </pc:sldChg>
      <pc:sldChg chg="addSp modSp new mod">
        <pc:chgData name="Bram Heyns" userId="7a623cc0-5b6c-43c7-88a0-ff55db19c79e" providerId="ADAL" clId="{644F06E0-9629-4930-B25A-182A5094F172}" dt="2023-11-29T11:51:55.322" v="1778" actId="14100"/>
        <pc:sldMkLst>
          <pc:docMk/>
          <pc:sldMk cId="2258085311" sldId="271"/>
        </pc:sldMkLst>
      </pc:sldChg>
      <pc:sldChg chg="addSp modSp new mod">
        <pc:chgData name="Bram Heyns" userId="7a623cc0-5b6c-43c7-88a0-ff55db19c79e" providerId="ADAL" clId="{644F06E0-9629-4930-B25A-182A5094F172}" dt="2023-11-29T11:52:48.518" v="1800" actId="1076"/>
        <pc:sldMkLst>
          <pc:docMk/>
          <pc:sldMk cId="3543404890" sldId="272"/>
        </pc:sldMkLst>
      </pc:sldChg>
      <pc:sldChg chg="addSp modSp new mod">
        <pc:chgData name="Bram Heyns" userId="7a623cc0-5b6c-43c7-88a0-ff55db19c79e" providerId="ADAL" clId="{644F06E0-9629-4930-B25A-182A5094F172}" dt="2023-11-29T11:53:41.888" v="1826" actId="1076"/>
        <pc:sldMkLst>
          <pc:docMk/>
          <pc:sldMk cId="1740921288" sldId="273"/>
        </pc:sldMkLst>
      </pc:sldChg>
      <pc:sldChg chg="addSp modSp new mod modAnim">
        <pc:chgData name="Bram Heyns" userId="7a623cc0-5b6c-43c7-88a0-ff55db19c79e" providerId="ADAL" clId="{644F06E0-9629-4930-B25A-182A5094F172}" dt="2023-11-29T11:54:48.373" v="1899" actId="20577"/>
        <pc:sldMkLst>
          <pc:docMk/>
          <pc:sldMk cId="3357417941" sldId="274"/>
        </pc:sldMkLst>
      </pc:sldChg>
      <pc:sldChg chg="addSp delSp modSp new mod">
        <pc:chgData name="Bram Heyns" userId="7a623cc0-5b6c-43c7-88a0-ff55db19c79e" providerId="ADAL" clId="{644F06E0-9629-4930-B25A-182A5094F172}" dt="2023-11-29T11:57:08.996" v="1928" actId="478"/>
        <pc:sldMkLst>
          <pc:docMk/>
          <pc:sldMk cId="2748511644" sldId="27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5949148" sldId="3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58934973" sldId="3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5268733" sldId="4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1466379" sldId="4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71291033" sldId="4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617810" sldId="4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13929689" sldId="44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10532554" sldId="4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41979605" sldId="4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50386105" sldId="4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43013147" sldId="44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84800617" sldId="4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11324252" sldId="45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384920162" sldId="45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73820199" sldId="45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4438498" sldId="45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10760118" sldId="45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10325520" sldId="4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748646803" sldId="4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6498232" sldId="4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71253007" sldId="45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94807727" sldId="46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895881515" sldId="46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6852169" sldId="46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30544372" sldId="46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55266300" sldId="46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066114407" sldId="46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26111265" sldId="46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89744567" sldId="46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061718130" sldId="46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3929823" sldId="46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988884396" sldId="47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543576137" sldId="47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942596879" sldId="47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79432519" sldId="47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326110373" sldId="47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7163013" sldId="47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98417839" sldId="47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81259855" sldId="47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5783178" sldId="4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15618471" sldId="48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4710219" sldId="48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8915208" sldId="48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07388823" sldId="48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29498824" sldId="48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90278271" sldId="49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06111364" sldId="51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36777152" sldId="51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90378934" sldId="52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23307846" sldId="52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95532597" sldId="52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92704926" sldId="52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836690" sldId="52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38109107" sldId="52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66989497" sldId="5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72792092" sldId="53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15005592" sldId="53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61069141" sldId="5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79475964" sldId="5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5722641" sldId="5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0431584" sldId="5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62567180" sldId="53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28876086" sldId="5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8122828" sldId="5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64678440" sldId="5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02954989" sldId="5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33068465" sldId="54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81742745" sldId="55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70736158" sldId="5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46638086" sldId="5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32941666" sldId="5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10533664" sldId="559"/>
        </pc:sldMkLst>
      </pc:sldChg>
    </pc:docChg>
  </pc:docChgLst>
  <pc:docChgLst>
    <pc:chgData name="Stef Van Wolputte" userId="53954008-e772-4081-b24d-77d1e8f1f00e" providerId="ADAL" clId="{45B36ACD-A507-407B-9F40-62921695089B}"/>
    <pc:docChg chg="custSel modSld">
      <pc:chgData name="Stef Van Wolputte" userId="53954008-e772-4081-b24d-77d1e8f1f00e" providerId="ADAL" clId="{45B36ACD-A507-407B-9F40-62921695089B}" dt="2025-02-10T14:15:43.106" v="6" actId="478"/>
      <pc:docMkLst>
        <pc:docMk/>
      </pc:docMkLst>
      <pc:sldChg chg="delSp mod">
        <pc:chgData name="Stef Van Wolputte" userId="53954008-e772-4081-b24d-77d1e8f1f00e" providerId="ADAL" clId="{45B36ACD-A507-407B-9F40-62921695089B}" dt="2025-02-10T14:13:21.967" v="0" actId="478"/>
        <pc:sldMkLst>
          <pc:docMk/>
          <pc:sldMk cId="3317776675" sldId="259"/>
        </pc:sldMkLst>
        <pc:spChg chg="del">
          <ac:chgData name="Stef Van Wolputte" userId="53954008-e772-4081-b24d-77d1e8f1f00e" providerId="ADAL" clId="{45B36ACD-A507-407B-9F40-62921695089B}" dt="2025-02-10T14:13:21.967" v="0" actId="478"/>
          <ac:spMkLst>
            <pc:docMk/>
            <pc:sldMk cId="3317776675" sldId="259"/>
            <ac:spMk id="4" creationId="{E5391FAE-BD91-0BD8-1190-0EE700617143}"/>
          </ac:spMkLst>
        </pc:spChg>
      </pc:sldChg>
      <pc:sldChg chg="delSp mod">
        <pc:chgData name="Stef Van Wolputte" userId="53954008-e772-4081-b24d-77d1e8f1f00e" providerId="ADAL" clId="{45B36ACD-A507-407B-9F40-62921695089B}" dt="2025-02-10T14:13:32.584" v="1" actId="478"/>
        <pc:sldMkLst>
          <pc:docMk/>
          <pc:sldMk cId="3787647688" sldId="260"/>
        </pc:sldMkLst>
        <pc:spChg chg="del">
          <ac:chgData name="Stef Van Wolputte" userId="53954008-e772-4081-b24d-77d1e8f1f00e" providerId="ADAL" clId="{45B36ACD-A507-407B-9F40-62921695089B}" dt="2025-02-10T14:13:32.584" v="1" actId="478"/>
          <ac:spMkLst>
            <pc:docMk/>
            <pc:sldMk cId="3787647688" sldId="260"/>
            <ac:spMk id="4" creationId="{2D4E88DB-3E2C-1826-038D-1E61B77CAC19}"/>
          </ac:spMkLst>
        </pc:spChg>
      </pc:sldChg>
      <pc:sldChg chg="delSp mod">
        <pc:chgData name="Stef Van Wolputte" userId="53954008-e772-4081-b24d-77d1e8f1f00e" providerId="ADAL" clId="{45B36ACD-A507-407B-9F40-62921695089B}" dt="2025-02-10T14:14:11.488" v="2" actId="478"/>
        <pc:sldMkLst>
          <pc:docMk/>
          <pc:sldMk cId="1307829333" sldId="261"/>
        </pc:sldMkLst>
        <pc:spChg chg="del">
          <ac:chgData name="Stef Van Wolputte" userId="53954008-e772-4081-b24d-77d1e8f1f00e" providerId="ADAL" clId="{45B36ACD-A507-407B-9F40-62921695089B}" dt="2025-02-10T14:14:11.488" v="2" actId="478"/>
          <ac:spMkLst>
            <pc:docMk/>
            <pc:sldMk cId="1307829333" sldId="261"/>
            <ac:spMk id="4" creationId="{6AE6DEDC-DA7C-A87A-4B4A-354C543DC6E0}"/>
          </ac:spMkLst>
        </pc:spChg>
      </pc:sldChg>
      <pc:sldChg chg="delSp mod">
        <pc:chgData name="Stef Van Wolputte" userId="53954008-e772-4081-b24d-77d1e8f1f00e" providerId="ADAL" clId="{45B36ACD-A507-407B-9F40-62921695089B}" dt="2025-02-10T14:14:22.798" v="3" actId="478"/>
        <pc:sldMkLst>
          <pc:docMk/>
          <pc:sldMk cId="1444846290" sldId="266"/>
        </pc:sldMkLst>
        <pc:spChg chg="del">
          <ac:chgData name="Stef Van Wolputte" userId="53954008-e772-4081-b24d-77d1e8f1f00e" providerId="ADAL" clId="{45B36ACD-A507-407B-9F40-62921695089B}" dt="2025-02-10T14:14:22.798" v="3" actId="478"/>
          <ac:spMkLst>
            <pc:docMk/>
            <pc:sldMk cId="1444846290" sldId="266"/>
            <ac:spMk id="4" creationId="{C6F935C2-4FDD-C4B1-ED1F-F3870270AC64}"/>
          </ac:spMkLst>
        </pc:spChg>
      </pc:sldChg>
      <pc:sldChg chg="delSp mod">
        <pc:chgData name="Stef Van Wolputte" userId="53954008-e772-4081-b24d-77d1e8f1f00e" providerId="ADAL" clId="{45B36ACD-A507-407B-9F40-62921695089B}" dt="2025-02-10T14:14:29.083" v="4" actId="478"/>
        <pc:sldMkLst>
          <pc:docMk/>
          <pc:sldMk cId="1418017200" sldId="268"/>
        </pc:sldMkLst>
        <pc:spChg chg="del">
          <ac:chgData name="Stef Van Wolputte" userId="53954008-e772-4081-b24d-77d1e8f1f00e" providerId="ADAL" clId="{45B36ACD-A507-407B-9F40-62921695089B}" dt="2025-02-10T14:14:29.083" v="4" actId="478"/>
          <ac:spMkLst>
            <pc:docMk/>
            <pc:sldMk cId="1418017200" sldId="268"/>
            <ac:spMk id="4" creationId="{52B1D4D4-7E8B-D12E-1A5B-2929C5973686}"/>
          </ac:spMkLst>
        </pc:spChg>
      </pc:sldChg>
      <pc:sldChg chg="delSp mod">
        <pc:chgData name="Stef Van Wolputte" userId="53954008-e772-4081-b24d-77d1e8f1f00e" providerId="ADAL" clId="{45B36ACD-A507-407B-9F40-62921695089B}" dt="2025-02-10T14:14:31.709" v="5" actId="478"/>
        <pc:sldMkLst>
          <pc:docMk/>
          <pc:sldMk cId="2140030491" sldId="269"/>
        </pc:sldMkLst>
        <pc:spChg chg="del">
          <ac:chgData name="Stef Van Wolputte" userId="53954008-e772-4081-b24d-77d1e8f1f00e" providerId="ADAL" clId="{45B36ACD-A507-407B-9F40-62921695089B}" dt="2025-02-10T14:14:31.709" v="5" actId="478"/>
          <ac:spMkLst>
            <pc:docMk/>
            <pc:sldMk cId="2140030491" sldId="269"/>
            <ac:spMk id="4" creationId="{AF6FEF3F-2C5E-5B65-FC7E-D0095F6422EF}"/>
          </ac:spMkLst>
        </pc:spChg>
      </pc:sldChg>
      <pc:sldChg chg="delSp mod">
        <pc:chgData name="Stef Van Wolputte" userId="53954008-e772-4081-b24d-77d1e8f1f00e" providerId="ADAL" clId="{45B36ACD-A507-407B-9F40-62921695089B}" dt="2025-02-10T14:15:43.106" v="6" actId="478"/>
        <pc:sldMkLst>
          <pc:docMk/>
          <pc:sldMk cId="1740921288" sldId="273"/>
        </pc:sldMkLst>
        <pc:spChg chg="del">
          <ac:chgData name="Stef Van Wolputte" userId="53954008-e772-4081-b24d-77d1e8f1f00e" providerId="ADAL" clId="{45B36ACD-A507-407B-9F40-62921695089B}" dt="2025-02-10T14:15:43.106" v="6" actId="478"/>
          <ac:spMkLst>
            <pc:docMk/>
            <pc:sldMk cId="1740921288" sldId="273"/>
            <ac:spMk id="4" creationId="{42883AE5-CE71-15CF-A915-12E9E956E2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02/10/2025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02/10/2025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1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69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68.svg"/><Relationship Id="rId4" Type="http://schemas.openxmlformats.org/officeDocument/2006/relationships/image" Target="../media/image5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February 10,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e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3.png"/><Relationship Id="rId4" Type="http://schemas.openxmlformats.org/officeDocument/2006/relationships/image" Target="../media/image12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https://www.youtube.com/embed/8lhxIOAfDss?start=640&amp;feature=oembed" TargetMode="External"/><Relationship Id="rId1" Type="http://schemas.openxmlformats.org/officeDocument/2006/relationships/video" Target="https://www.youtube.com/embed/Mv9NEXX1VHc?feature=oembed" TargetMode="External"/><Relationship Id="rId5" Type="http://schemas.openxmlformats.org/officeDocument/2006/relationships/image" Target="../media/image145.jpeg"/><Relationship Id="rId4" Type="http://schemas.openxmlformats.org/officeDocument/2006/relationships/image" Target="../media/image14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D6DE-AADC-5473-D58E-11EDD840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D6E52-0EA3-230D-4717-D6AADB68D63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F9D7B-3F2A-67D6-D6AA-B56D421D50C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Many, many, many different definitions of AI</a:t>
            </a:r>
          </a:p>
          <a:p>
            <a:endParaRPr lang="en-US"/>
          </a:p>
          <a:p>
            <a:r>
              <a:rPr lang="en-US"/>
              <a:t>Pretty good one:</a:t>
            </a:r>
          </a:p>
          <a:p>
            <a:endParaRPr lang="en-US"/>
          </a:p>
          <a:p>
            <a:r>
              <a:rPr lang="en-US"/>
              <a:t>‘Theory and development of technology able to perform </a:t>
            </a:r>
            <a:r>
              <a:rPr lang="en-US" b="1"/>
              <a:t>tasks normally requiring human intelligence</a:t>
            </a:r>
            <a:r>
              <a:rPr lang="en-US"/>
              <a:t>’</a:t>
            </a:r>
          </a:p>
        </p:txBody>
      </p:sp>
      <p:pic>
        <p:nvPicPr>
          <p:cNvPr id="5" name="Picture 4" descr="What's AI?">
            <a:extLst>
              <a:ext uri="{FF2B5EF4-FFF2-40B4-BE49-F238E27FC236}">
                <a16:creationId xmlns:a16="http://schemas.microsoft.com/office/drawing/2014/main" id="{B7F213F7-0234-1425-A769-C943C168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222" y="4364074"/>
            <a:ext cx="7481777" cy="249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0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1501-5A68-EA49-4F83-4606D33E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Turing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CDE69-0D57-49C9-00A8-6EF4C7614CD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3F50D-949E-EBA3-7C40-F40715FE71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What is Turing Test? A definition from WhatIs.com">
            <a:extLst>
              <a:ext uri="{FF2B5EF4-FFF2-40B4-BE49-F238E27FC236}">
                <a16:creationId xmlns:a16="http://schemas.microsoft.com/office/drawing/2014/main" id="{320DF083-D54A-7A79-B8EF-6FF4BB4CAE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5" t="17755" r="8617" b="4370"/>
          <a:stretch/>
        </p:blipFill>
        <p:spPr bwMode="auto">
          <a:xfrm>
            <a:off x="-1" y="1628775"/>
            <a:ext cx="8279667" cy="527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oek: Hoe ver reikt de invloed van Alan Turing? | Computable.nl">
            <a:extLst>
              <a:ext uri="{FF2B5EF4-FFF2-40B4-BE49-F238E27FC236}">
                <a16:creationId xmlns:a16="http://schemas.microsoft.com/office/drawing/2014/main" id="{697076CC-3FD0-C4D4-4F3B-4A23C291B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752" y="0"/>
            <a:ext cx="3895248" cy="291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1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06F11-1A98-9DF5-1909-BC3FAFE9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 of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F5AE6E-A948-2BA4-7875-FF97F615587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pic>
        <p:nvPicPr>
          <p:cNvPr id="5" name="Picture 2" descr="A BRIEF HISTORY OF A.I. - Megatech Thailand">
            <a:extLst>
              <a:ext uri="{FF2B5EF4-FFF2-40B4-BE49-F238E27FC236}">
                <a16:creationId xmlns:a16="http://schemas.microsoft.com/office/drawing/2014/main" id="{9EB87F8D-9C02-4012-1E3F-C148D268D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8124"/>
            <a:ext cx="8213403" cy="44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I正處於黃金時代，還是即將迎來寒冬？">
            <a:extLst>
              <a:ext uri="{FF2B5EF4-FFF2-40B4-BE49-F238E27FC236}">
                <a16:creationId xmlns:a16="http://schemas.microsoft.com/office/drawing/2014/main" id="{0D87D915-6CCE-A970-314E-9CE8C9B7F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6"/>
          <a:stretch/>
        </p:blipFill>
        <p:spPr bwMode="auto">
          <a:xfrm>
            <a:off x="7824192" y="3459857"/>
            <a:ext cx="4336008" cy="211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7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DBC4-25C4-B0C0-B697-FB97DAA2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 of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FBCCE-9434-C83E-EBCD-4A11C42FF77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816DD-69D8-C934-AFE1-4E10E75D7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38462"/>
            <a:ext cx="6112666" cy="295930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eep learning weekly piece: the differences between AI, ML, and DL | by  Ophir Samson | Towards Data Science">
            <a:extLst>
              <a:ext uri="{FF2B5EF4-FFF2-40B4-BE49-F238E27FC236}">
                <a16:creationId xmlns:a16="http://schemas.microsoft.com/office/drawing/2014/main" id="{C0F2B54E-2DFA-7AF0-0920-5EA1193DD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" t="9193" r="3917" b="14099"/>
          <a:stretch/>
        </p:blipFill>
        <p:spPr bwMode="auto">
          <a:xfrm>
            <a:off x="6606021" y="2553514"/>
            <a:ext cx="5585979" cy="295930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64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66EAE-CC75-B195-D917-30BF6316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Deep Learning booming only now?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D563B-325A-E0BD-4FB2-77D8E54639A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5" name="Tijdelijke aanduiding voor inhoud 5">
            <a:extLst>
              <a:ext uri="{FF2B5EF4-FFF2-40B4-BE49-F238E27FC236}">
                <a16:creationId xmlns:a16="http://schemas.microsoft.com/office/drawing/2014/main" id="{8BAF8D1C-89FE-2AF5-A3C3-2F12244F37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09"/>
          <a:stretch/>
        </p:blipFill>
        <p:spPr>
          <a:xfrm>
            <a:off x="2325426" y="1130011"/>
            <a:ext cx="7864235" cy="3762990"/>
          </a:xfrm>
          <a:prstGeom prst="rect">
            <a:avLst/>
          </a:prstGeom>
        </p:spPr>
      </p:pic>
      <p:pic>
        <p:nvPicPr>
          <p:cNvPr id="6" name="Picture 8" descr="Prthamesh on Twitter: &quot;Experiences with #DeepLearning frameworks 😁 #PyTorch  #Tensorflow #keras #fastai #Python #rstats… &quot;">
            <a:extLst>
              <a:ext uri="{FF2B5EF4-FFF2-40B4-BE49-F238E27FC236}">
                <a16:creationId xmlns:a16="http://schemas.microsoft.com/office/drawing/2014/main" id="{D72573E7-DC1A-497B-1D53-4D132C336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560" y="4947783"/>
            <a:ext cx="1797891" cy="179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Nvidia CUDA hardware acceleration | Nvidia, Logos, Logo design">
            <a:extLst>
              <a:ext uri="{FF2B5EF4-FFF2-40B4-BE49-F238E27FC236}">
                <a16:creationId xmlns:a16="http://schemas.microsoft.com/office/drawing/2014/main" id="{4F2E0135-1B78-88B9-5C8E-89946918A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101" y="5402472"/>
            <a:ext cx="1885924" cy="114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16">
            <a:extLst>
              <a:ext uri="{FF2B5EF4-FFF2-40B4-BE49-F238E27FC236}">
                <a16:creationId xmlns:a16="http://schemas.microsoft.com/office/drawing/2014/main" id="{3855318F-E3B5-B2E0-0217-F2BCDFA42F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494"/>
          <a:stretch/>
        </p:blipFill>
        <p:spPr>
          <a:xfrm>
            <a:off x="2732407" y="5095636"/>
            <a:ext cx="2038503" cy="175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2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D508-6ACB-5C5A-5214-AFDF15B4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F39BB-58DA-E1C3-51B7-BACCA56623E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pic>
        <p:nvPicPr>
          <p:cNvPr id="5" name="Picture 2" descr="The Difference Between Machine Learning &amp; Deep Learning - APRO Software">
            <a:extLst>
              <a:ext uri="{FF2B5EF4-FFF2-40B4-BE49-F238E27FC236}">
                <a16:creationId xmlns:a16="http://schemas.microsoft.com/office/drawing/2014/main" id="{C390E9C0-9D2E-1B5C-1267-8E1AE62A8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51" y="568784"/>
            <a:ext cx="11979424" cy="617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388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138870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EF0F-807C-5DEC-83AB-C78F7E2E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ABE632-B22D-14F3-3DB0-D62FCAED51B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DF7AA-421D-A1C7-6C99-2F45667B09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Mindbender!</a:t>
            </a:r>
          </a:p>
          <a:p>
            <a:endParaRPr lang="en-US"/>
          </a:p>
          <a:p>
            <a:r>
              <a:rPr lang="en-US" i="1"/>
              <a:t>‘An elegant way to solve complex problems with code, and it’s still being used under the hood, in a lot of AI algorithms, ranging from path finding code, to decision trees, all the way to backpropagation of a neural network’</a:t>
            </a:r>
          </a:p>
        </p:txBody>
      </p:sp>
      <p:pic>
        <p:nvPicPr>
          <p:cNvPr id="5" name="Picture 2" descr="Understanding Recursion with Factorial and an English Ruler Drawing. | by  Adesiji Blessing | Analytics Vidhya | Medium">
            <a:extLst>
              <a:ext uri="{FF2B5EF4-FFF2-40B4-BE49-F238E27FC236}">
                <a16:creationId xmlns:a16="http://schemas.microsoft.com/office/drawing/2014/main" id="{D5D930E5-48EA-A0A9-DD7B-E746412F6D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8" t="5888" r="8421" b="7768"/>
          <a:stretch/>
        </p:blipFill>
        <p:spPr bwMode="auto">
          <a:xfrm>
            <a:off x="6567055" y="3518856"/>
            <a:ext cx="4070794" cy="333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28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973A6-6427-263F-E71B-697676F2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6D4365-F922-EA9D-5CE7-F4EA92C4E35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DD417-8B55-3AF6-0DC9-476766896BB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i="1">
                <a:highlight>
                  <a:srgbClr val="F2F5F8"/>
                </a:highlight>
              </a:rPr>
              <a:t>‘Write a program to count all the files in a folder, but… there might also be folders inside those folder containing files and possibly other folders, which also possibly contain files and folders, which…’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An iterative approach to solve this:</a:t>
            </a:r>
          </a:p>
          <a:p>
            <a:r>
              <a:rPr lang="en-US"/>
              <a:t>	Loops, in loops, in loops, in loops, etc</a:t>
            </a:r>
          </a:p>
          <a:p>
            <a:r>
              <a:rPr lang="en-US"/>
              <a:t>	</a:t>
            </a:r>
            <a:r>
              <a:rPr lang="en-US">
                <a:sym typeface="Wingdings" panose="05000000000000000000" pitchFamily="2" charset="2"/>
              </a:rPr>
              <a:t> really hard to troubleshoot and design, but conceptually easy to grasp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Another way is to use a recursive function:</a:t>
            </a:r>
          </a:p>
          <a:p>
            <a:r>
              <a:rPr lang="en-US">
                <a:sym typeface="Wingdings" panose="05000000000000000000" pitchFamily="2" charset="2"/>
              </a:rPr>
              <a:t>	a function that keeps on </a:t>
            </a:r>
            <a:r>
              <a:rPr lang="en-US" i="1">
                <a:highlight>
                  <a:srgbClr val="FA6432"/>
                </a:highlight>
                <a:sym typeface="Wingdings" panose="05000000000000000000" pitchFamily="2" charset="2"/>
              </a:rPr>
              <a:t>calling itself</a:t>
            </a:r>
            <a:r>
              <a:rPr lang="en-US">
                <a:sym typeface="Wingdings" panose="05000000000000000000" pitchFamily="2" charset="2"/>
              </a:rPr>
              <a:t>, until</a:t>
            </a:r>
          </a:p>
          <a:p>
            <a:r>
              <a:rPr lang="en-US">
                <a:sym typeface="Wingdings" panose="05000000000000000000" pitchFamily="2" charset="2"/>
              </a:rPr>
              <a:t>	a stopping condition is met</a:t>
            </a:r>
            <a:endParaRPr lang="en-US"/>
          </a:p>
        </p:txBody>
      </p:sp>
      <p:pic>
        <p:nvPicPr>
          <p:cNvPr id="5" name="Picture 2" descr="Recursive Functions - GeeksforGeeks">
            <a:extLst>
              <a:ext uri="{FF2B5EF4-FFF2-40B4-BE49-F238E27FC236}">
                <a16:creationId xmlns:a16="http://schemas.microsoft.com/office/drawing/2014/main" id="{06E2536B-C8C8-D776-FC33-5317C63D8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9" y="4546331"/>
            <a:ext cx="3810001" cy="231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97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3FF8-CC2F-A0D5-BAC3-70E66532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			&gt;&lt; 			Iterative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D5211-5A9A-8EAB-6CFA-BBF3E11D833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5" name="Picture 2" descr="Profle Pic">
            <a:extLst>
              <a:ext uri="{FF2B5EF4-FFF2-40B4-BE49-F238E27FC236}">
                <a16:creationId xmlns:a16="http://schemas.microsoft.com/office/drawing/2014/main" id="{DC510DB2-2C2C-78FE-C3A4-7D3E99E82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6" y="1796256"/>
            <a:ext cx="102965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84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FED2-76AE-3779-4E2F-7C5252F8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8FEDA-9ED3-D180-5126-CB4F1F836D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7B784-C632-EBC2-27D4-27F49636716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Count how many people are behind you in a long row, recursively: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02773B1-291B-94E7-5B6D-DF9E2AF9DCEC}"/>
              </a:ext>
            </a:extLst>
          </p:cNvPr>
          <p:cNvSpPr txBox="1">
            <a:spLocks/>
          </p:cNvSpPr>
          <p:nvPr/>
        </p:nvSpPr>
        <p:spPr>
          <a:xfrm>
            <a:off x="133004" y="1987087"/>
            <a:ext cx="7353707" cy="442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r>
              <a:rPr lang="en-US">
                <a:solidFill>
                  <a:srgbClr val="4B69C6"/>
                </a:solidFill>
                <a:latin typeface="Consolas" panose="020B0609020204030204" pitchFamily="49" charset="0"/>
              </a:rPr>
              <a:t>if there is nobody behind me</a:t>
            </a:r>
          </a:p>
          <a:p>
            <a:pPr lvl="1"/>
            <a:r>
              <a:rPr lang="en-US">
                <a:solidFill>
                  <a:srgbClr val="4B69C6"/>
                </a:solidFill>
                <a:latin typeface="Consolas" panose="020B0609020204030204" pitchFamily="49" charset="0"/>
              </a:rPr>
              <a:t>I will answer 0</a:t>
            </a:r>
          </a:p>
          <a:p>
            <a:pPr marL="0" lvl="1" indent="0">
              <a:buNone/>
            </a:pPr>
            <a:endParaRPr lang="en-US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4B69C6"/>
                </a:solidFill>
                <a:latin typeface="Consolas" panose="020B0609020204030204" pitchFamily="49" charset="0"/>
              </a:rPr>
              <a:t>if there is someone behind  me</a:t>
            </a:r>
          </a:p>
          <a:p>
            <a:pPr lvl="1"/>
            <a:r>
              <a:rPr lang="en-US">
                <a:solidFill>
                  <a:srgbClr val="4B69C6"/>
                </a:solidFill>
                <a:latin typeface="Consolas" panose="020B0609020204030204" pitchFamily="49" charset="0"/>
              </a:rPr>
              <a:t>ask him/her how many people are  behind him/her</a:t>
            </a:r>
          </a:p>
          <a:p>
            <a:pPr lvl="1"/>
            <a:r>
              <a:rPr lang="en-US">
                <a:solidFill>
                  <a:srgbClr val="4B69C6"/>
                </a:solidFill>
                <a:latin typeface="Consolas" panose="020B0609020204030204" pitchFamily="49" charset="0"/>
              </a:rPr>
              <a:t>when they respond with a value N, then I will answer N + 1</a:t>
            </a:r>
            <a:endParaRPr lang="en-US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endParaRPr lang="en-US"/>
          </a:p>
        </p:txBody>
      </p:sp>
      <p:pic>
        <p:nvPicPr>
          <p:cNvPr id="6" name="Picture 2" descr="Recursion">
            <a:extLst>
              <a:ext uri="{FF2B5EF4-FFF2-40B4-BE49-F238E27FC236}">
                <a16:creationId xmlns:a16="http://schemas.microsoft.com/office/drawing/2014/main" id="{D7DA2CA5-FA46-861D-E8AD-D69CC7446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512" y="2115022"/>
            <a:ext cx="4488483" cy="463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255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03B8-DF7D-9CF2-396E-5BB8DD01D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case &amp; recursive 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BB261-C0F6-B638-886A-EAF736CB447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pic>
        <p:nvPicPr>
          <p:cNvPr id="5" name="Picture 4" descr="NET Developer Basics - Recursive Algorithms - Simple Talk">
            <a:extLst>
              <a:ext uri="{FF2B5EF4-FFF2-40B4-BE49-F238E27FC236}">
                <a16:creationId xmlns:a16="http://schemas.microsoft.com/office/drawing/2014/main" id="{9578A1EA-6451-A282-D05E-3EFB321A8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1872313"/>
            <a:ext cx="5616624" cy="422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theGarbageCollector: Introducing Recursion">
            <a:extLst>
              <a:ext uri="{FF2B5EF4-FFF2-40B4-BE49-F238E27FC236}">
                <a16:creationId xmlns:a16="http://schemas.microsoft.com/office/drawing/2014/main" id="{1F23406B-A7CC-82CC-9B49-64B8A8444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1" y="2899878"/>
            <a:ext cx="5499248" cy="271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017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6C0F-2AAD-55A7-7ECA-72412392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Recursion stack: factorial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A53DC9-45F0-49B7-48E8-085094F26F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5" name="Picture 2" descr="recursion-stack - eProgrammerz">
            <a:extLst>
              <a:ext uri="{FF2B5EF4-FFF2-40B4-BE49-F238E27FC236}">
                <a16:creationId xmlns:a16="http://schemas.microsoft.com/office/drawing/2014/main" id="{7F9CCD97-7EDA-7218-F2AA-1ABF7121F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3" y="3020977"/>
            <a:ext cx="3384376" cy="358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9E58A4B-D974-5997-54E7-B75A7186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59" y="2695587"/>
            <a:ext cx="4655840" cy="405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cursion Demystified">
            <a:extLst>
              <a:ext uri="{FF2B5EF4-FFF2-40B4-BE49-F238E27FC236}">
                <a16:creationId xmlns:a16="http://schemas.microsoft.com/office/drawing/2014/main" id="{663C52F5-A343-BEEC-5A28-EC174363E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8" t="6950" r="13980" b="10100"/>
          <a:stretch/>
        </p:blipFill>
        <p:spPr bwMode="auto">
          <a:xfrm>
            <a:off x="0" y="1704795"/>
            <a:ext cx="4159980" cy="456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actorial Calculator - Solve n! - Inch Calculator">
            <a:extLst>
              <a:ext uri="{FF2B5EF4-FFF2-40B4-BE49-F238E27FC236}">
                <a16:creationId xmlns:a16="http://schemas.microsoft.com/office/drawing/2014/main" id="{AE4923CB-A8C0-9CAB-1492-A25090955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109" y="1199835"/>
            <a:ext cx="2148890" cy="112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030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B0DD-216E-F7B6-13E7-0E050C1A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			&gt;&lt; 				Recursive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CA1E9-9D3B-3FC1-E34C-1FC2B01FFE5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2605C-9447-E515-DF78-AAEB7492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3" y="2255187"/>
            <a:ext cx="4156364" cy="3463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A6F62-9A2B-1991-7484-6C0E48E7B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864" y="1359180"/>
            <a:ext cx="4922823" cy="548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05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626E-2050-43F0-7B82-A662C87D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84871"/>
            <a:ext cx="11160125" cy="1116012"/>
          </a:xfrm>
        </p:spPr>
        <p:txBody>
          <a:bodyPr/>
          <a:lstStyle/>
          <a:p>
            <a:r>
              <a:rPr lang="en-US"/>
              <a:t>Recursive Fibonacci vs iterative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20F607-CA65-7D1D-6CEA-A04E9153872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FBD2D-8793-C386-6FF3-99BF5973641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FE6DF-7D2A-639E-9BCB-B8EC0BD9E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338" y="1212386"/>
            <a:ext cx="5353397" cy="57121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9FD1F5F-BBAC-9781-625C-78D7E96CCA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8" t="11063" r="59287" b="47394"/>
          <a:stretch/>
        </p:blipFill>
        <p:spPr bwMode="auto">
          <a:xfrm>
            <a:off x="9441619" y="4479584"/>
            <a:ext cx="2592288" cy="2295016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rgbClr val="FF0000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5808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36F2-390D-94EC-E86C-13A5D293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Towers of Hanoi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FE942-DE50-91FA-E5D0-5CF115E8B88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9BD0B-8E0B-96B5-EDB9-F62D1F7A9D7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1F709-6AAB-B933-8E3A-D1FF6B15C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4" y="1673958"/>
            <a:ext cx="3895614" cy="468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979926-3B60-9CD6-5600-CADD11DA8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896" y="496036"/>
            <a:ext cx="7032104" cy="5849202"/>
          </a:xfrm>
          <a:prstGeom prst="rect">
            <a:avLst/>
          </a:prstGeom>
        </p:spPr>
      </p:pic>
      <p:pic>
        <p:nvPicPr>
          <p:cNvPr id="7" name="Picture 2" descr="How to make and solve the Tower of Hanoi - STEM Little Explorers">
            <a:extLst>
              <a:ext uri="{FF2B5EF4-FFF2-40B4-BE49-F238E27FC236}">
                <a16:creationId xmlns:a16="http://schemas.microsoft.com/office/drawing/2014/main" id="{8CC9DA46-110E-77A2-D8D1-2FA4706D7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033" y="300472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404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5892-AA08-C58D-2AB5-473B0272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46668"/>
            <a:ext cx="11160125" cy="1116012"/>
          </a:xfrm>
        </p:spPr>
        <p:txBody>
          <a:bodyPr/>
          <a:lstStyle/>
          <a:p>
            <a:r>
              <a:rPr lang="en-US" dirty="0"/>
              <a:t>Recursion on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F61838-9DE3-A871-E44B-150A22427A1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0E7DD1-EECB-D397-A6C5-6139DB6C3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62" y="1099258"/>
            <a:ext cx="8179938" cy="5646416"/>
          </a:xfrm>
          <a:prstGeom prst="rect">
            <a:avLst/>
          </a:prstGeom>
        </p:spPr>
      </p:pic>
      <p:pic>
        <p:nvPicPr>
          <p:cNvPr id="6" name="Picture 2" descr="Regular Expressions - Grouping and string methods - DEV Community">
            <a:extLst>
              <a:ext uri="{FF2B5EF4-FFF2-40B4-BE49-F238E27FC236}">
                <a16:creationId xmlns:a16="http://schemas.microsoft.com/office/drawing/2014/main" id="{600DE1ED-A5F0-9731-3E4E-45DDE7A9D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7" t="14300" r="11020" b="14300"/>
          <a:stretch/>
        </p:blipFill>
        <p:spPr bwMode="auto">
          <a:xfrm>
            <a:off x="374435" y="3429000"/>
            <a:ext cx="3468487" cy="163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92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5013-FB33-6C65-F572-243F9A07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info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53ADCE-87E6-5E8A-F055-A08FFD2CA36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4C11F-36F1-9DD3-1FDE-8B9E33EBFF3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nline Media 5" title="What on Earth is Recursion? - Computerphile">
            <a:hlinkClick r:id="" action="ppaction://media"/>
            <a:extLst>
              <a:ext uri="{FF2B5EF4-FFF2-40B4-BE49-F238E27FC236}">
                <a16:creationId xmlns:a16="http://schemas.microsoft.com/office/drawing/2014/main" id="{7E2CCABD-4602-DD40-CAB7-CF85B96BF4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9841" y="2348880"/>
            <a:ext cx="4826497" cy="2727127"/>
          </a:xfrm>
          <a:prstGeom prst="rect">
            <a:avLst/>
          </a:prstGeom>
        </p:spPr>
      </p:pic>
      <p:pic>
        <p:nvPicPr>
          <p:cNvPr id="6" name="Online Media 6" title="Recursion 'Super Power' (in Python) - Computerphile">
            <a:hlinkClick r:id="" action="ppaction://media"/>
            <a:extLst>
              <a:ext uri="{FF2B5EF4-FFF2-40B4-BE49-F238E27FC236}">
                <a16:creationId xmlns:a16="http://schemas.microsoft.com/office/drawing/2014/main" id="{8772CB64-C448-7FFB-5F29-0ACDA21A7BF8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5231904" y="1700808"/>
            <a:ext cx="6750255" cy="38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1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94" y="2479656"/>
            <a:ext cx="2995050" cy="2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2A61-DA5E-83E3-7652-E33DC644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14" y="2490042"/>
            <a:ext cx="2656862" cy="2736080"/>
          </a:xfrm>
          <a:prstGeom prst="rect">
            <a:avLst/>
          </a:prstGeom>
        </p:spPr>
      </p:pic>
      <p:pic>
        <p:nvPicPr>
          <p:cNvPr id="1026" name="Picture 2" descr="Create Interactive Presentations with Wooclap and engage Your Audience">
            <a:extLst>
              <a:ext uri="{FF2B5EF4-FFF2-40B4-BE49-F238E27FC236}">
                <a16:creationId xmlns:a16="http://schemas.microsoft.com/office/drawing/2014/main" id="{4E5F28FD-CD75-83B7-EC5D-C2D2952C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2" y="3429000"/>
            <a:ext cx="3739053" cy="8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EF84DE-A9E1-41BA-A1A9-89715600EE7E}">
  <ds:schemaRefs>
    <ds:schemaRef ds:uri="1946ab53-a53d-4984-8df3-e4b9666a144b"/>
    <ds:schemaRef ds:uri="254ef4c1-7c04-4bd8-aace-2dac36451d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1946ab53-a53d-4984-8df3-e4b9666a144b"/>
    <ds:schemaRef ds:uri="254ef4c1-7c04-4bd8-aace-2dac36451d1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331</Words>
  <Application>Microsoft Office PowerPoint</Application>
  <PresentationFormat>Widescreen</PresentationFormat>
  <Paragraphs>69</Paragraphs>
  <Slides>20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Century Gothic</vt:lpstr>
      <vt:lpstr>Consolas</vt:lpstr>
      <vt:lpstr>Wingdings</vt:lpstr>
      <vt:lpstr>WIT</vt:lpstr>
      <vt:lpstr>ORANJE</vt:lpstr>
      <vt:lpstr>BLAUW</vt:lpstr>
      <vt:lpstr>Artificial Intelligence</vt:lpstr>
      <vt:lpstr>Definition of AI</vt:lpstr>
      <vt:lpstr>Turing Test</vt:lpstr>
      <vt:lpstr>History of AI</vt:lpstr>
      <vt:lpstr>History of AI</vt:lpstr>
      <vt:lpstr>Why is Deep Learning booming only now?</vt:lpstr>
      <vt:lpstr>Types of AI</vt:lpstr>
      <vt:lpstr>Artificial Intelligence</vt:lpstr>
      <vt:lpstr>Recursion</vt:lpstr>
      <vt:lpstr>Problem statement:</vt:lpstr>
      <vt:lpstr>Recursive    &gt;&lt;    Iterative</vt:lpstr>
      <vt:lpstr>Another example</vt:lpstr>
      <vt:lpstr>Base case &amp; recursive case</vt:lpstr>
      <vt:lpstr>Recursion stack: factorial example</vt:lpstr>
      <vt:lpstr>Iterative    &gt;&lt;     Recursive</vt:lpstr>
      <vt:lpstr>Recursive Fibonacci vs iterative</vt:lpstr>
      <vt:lpstr>Towers of Hanoi</vt:lpstr>
      <vt:lpstr>Recursion on text</vt:lpstr>
      <vt:lpstr>More info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Bram Heyns</cp:lastModifiedBy>
  <cp:revision>1</cp:revision>
  <cp:lastPrinted>2023-01-03T10:29:33Z</cp:lastPrinted>
  <dcterms:created xsi:type="dcterms:W3CDTF">2022-09-05T06:43:33Z</dcterms:created>
  <dcterms:modified xsi:type="dcterms:W3CDTF">2025-02-10T19:56:00Z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