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46"/>
  </p:notesMasterIdLst>
  <p:handoutMasterIdLst>
    <p:handoutMasterId r:id="rId47"/>
  </p:handoutMasterIdLst>
  <p:sldIdLst>
    <p:sldId id="256" r:id="rId7"/>
    <p:sldId id="363" r:id="rId8"/>
    <p:sldId id="361" r:id="rId9"/>
    <p:sldId id="367" r:id="rId10"/>
    <p:sldId id="368" r:id="rId11"/>
    <p:sldId id="369" r:id="rId12"/>
    <p:sldId id="370" r:id="rId13"/>
    <p:sldId id="371" r:id="rId14"/>
    <p:sldId id="380" r:id="rId15"/>
    <p:sldId id="390" r:id="rId16"/>
    <p:sldId id="374" r:id="rId17"/>
    <p:sldId id="377" r:id="rId18"/>
    <p:sldId id="379" r:id="rId19"/>
    <p:sldId id="378" r:id="rId20"/>
    <p:sldId id="381" r:id="rId21"/>
    <p:sldId id="375" r:id="rId22"/>
    <p:sldId id="383" r:id="rId23"/>
    <p:sldId id="384" r:id="rId24"/>
    <p:sldId id="385" r:id="rId25"/>
    <p:sldId id="386" r:id="rId26"/>
    <p:sldId id="382" r:id="rId27"/>
    <p:sldId id="376" r:id="rId28"/>
    <p:sldId id="391" r:id="rId29"/>
    <p:sldId id="387" r:id="rId30"/>
    <p:sldId id="388" r:id="rId31"/>
    <p:sldId id="389" r:id="rId32"/>
    <p:sldId id="392" r:id="rId33"/>
    <p:sldId id="393" r:id="rId34"/>
    <p:sldId id="404" r:id="rId35"/>
    <p:sldId id="396" r:id="rId36"/>
    <p:sldId id="394" r:id="rId37"/>
    <p:sldId id="401" r:id="rId38"/>
    <p:sldId id="403" r:id="rId39"/>
    <p:sldId id="399" r:id="rId40"/>
    <p:sldId id="400" r:id="rId41"/>
    <p:sldId id="395" r:id="rId42"/>
    <p:sldId id="405" r:id="rId43"/>
    <p:sldId id="397" r:id="rId44"/>
    <p:sldId id="275" r:id="rId4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432"/>
    <a:srgbClr val="F2F5F8"/>
    <a:srgbClr val="000000"/>
    <a:srgbClr val="F04619"/>
    <a:srgbClr val="E8EBEE"/>
    <a:srgbClr val="000A1E"/>
    <a:srgbClr val="00283C"/>
    <a:srgbClr val="DEE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92FDA-A50E-43E4-BE66-6B8F17872571}" v="7" dt="2025-04-15T12:12:12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m Heyns" userId="7a623cc0-5b6c-43c7-88a0-ff55db19c79e" providerId="ADAL" clId="{8A4D126B-ECE4-4840-86F5-653F22C293F7}"/>
    <pc:docChg chg="custSel addSld modSld">
      <pc:chgData name="Bram Heyns" userId="7a623cc0-5b6c-43c7-88a0-ff55db19c79e" providerId="ADAL" clId="{8A4D126B-ECE4-4840-86F5-653F22C293F7}" dt="2024-04-29T07:17:56.180" v="878" actId="20577"/>
      <pc:docMkLst>
        <pc:docMk/>
      </pc:docMkLst>
      <pc:sldChg chg="modSp mod">
        <pc:chgData name="Bram Heyns" userId="7a623cc0-5b6c-43c7-88a0-ff55db19c79e" providerId="ADAL" clId="{8A4D126B-ECE4-4840-86F5-653F22C293F7}" dt="2024-04-11T13:24:03.597" v="3" actId="20577"/>
        <pc:sldMkLst>
          <pc:docMk/>
          <pc:sldMk cId="270576367" sldId="367"/>
        </pc:sldMkLst>
      </pc:sldChg>
      <pc:sldChg chg="modSp mod">
        <pc:chgData name="Bram Heyns" userId="7a623cc0-5b6c-43c7-88a0-ff55db19c79e" providerId="ADAL" clId="{8A4D126B-ECE4-4840-86F5-653F22C293F7}" dt="2024-04-11T13:55:58.656" v="411" actId="1076"/>
        <pc:sldMkLst>
          <pc:docMk/>
          <pc:sldMk cId="3166844444" sldId="384"/>
        </pc:sldMkLst>
      </pc:sldChg>
      <pc:sldChg chg="modSp mod">
        <pc:chgData name="Bram Heyns" userId="7a623cc0-5b6c-43c7-88a0-ff55db19c79e" providerId="ADAL" clId="{8A4D126B-ECE4-4840-86F5-653F22C293F7}" dt="2024-04-29T07:12:33.971" v="870" actId="20577"/>
        <pc:sldMkLst>
          <pc:docMk/>
          <pc:sldMk cId="1937382956" sldId="385"/>
        </pc:sldMkLst>
      </pc:sldChg>
      <pc:sldChg chg="modSp mod">
        <pc:chgData name="Bram Heyns" userId="7a623cc0-5b6c-43c7-88a0-ff55db19c79e" providerId="ADAL" clId="{8A4D126B-ECE4-4840-86F5-653F22C293F7}" dt="2024-04-11T13:56:03.400" v="412" actId="1076"/>
        <pc:sldMkLst>
          <pc:docMk/>
          <pc:sldMk cId="4283962803" sldId="386"/>
        </pc:sldMkLst>
      </pc:sldChg>
      <pc:sldChg chg="modSp mod">
        <pc:chgData name="Bram Heyns" userId="7a623cc0-5b6c-43c7-88a0-ff55db19c79e" providerId="ADAL" clId="{8A4D126B-ECE4-4840-86F5-653F22C293F7}" dt="2024-04-29T07:17:56.180" v="878" actId="20577"/>
        <pc:sldMkLst>
          <pc:docMk/>
          <pc:sldMk cId="608419166" sldId="397"/>
        </pc:sldMkLst>
      </pc:sldChg>
      <pc:sldChg chg="modSp mod">
        <pc:chgData name="Bram Heyns" userId="7a623cc0-5b6c-43c7-88a0-ff55db19c79e" providerId="ADAL" clId="{8A4D126B-ECE4-4840-86F5-653F22C293F7}" dt="2024-04-11T13:57:21.032" v="430" actId="113"/>
        <pc:sldMkLst>
          <pc:docMk/>
          <pc:sldMk cId="2920515876" sldId="399"/>
        </pc:sldMkLst>
      </pc:sldChg>
      <pc:sldChg chg="modSp">
        <pc:chgData name="Bram Heyns" userId="7a623cc0-5b6c-43c7-88a0-ff55db19c79e" providerId="ADAL" clId="{8A4D126B-ECE4-4840-86F5-653F22C293F7}" dt="2024-04-11T13:56:42.121" v="414" actId="1076"/>
        <pc:sldMkLst>
          <pc:docMk/>
          <pc:sldMk cId="2174714734" sldId="403"/>
        </pc:sldMkLst>
      </pc:sldChg>
      <pc:sldChg chg="addSp modSp new mod">
        <pc:chgData name="Bram Heyns" userId="7a623cc0-5b6c-43c7-88a0-ff55db19c79e" providerId="ADAL" clId="{8A4D126B-ECE4-4840-86F5-653F22C293F7}" dt="2024-04-11T13:55:34.831" v="410" actId="20577"/>
        <pc:sldMkLst>
          <pc:docMk/>
          <pc:sldMk cId="2710933038" sldId="404"/>
        </pc:sldMkLst>
      </pc:sldChg>
      <pc:sldChg chg="addSp modSp new mod modNotesTx">
        <pc:chgData name="Bram Heyns" userId="7a623cc0-5b6c-43c7-88a0-ff55db19c79e" providerId="ADAL" clId="{8A4D126B-ECE4-4840-86F5-653F22C293F7}" dt="2024-04-11T14:09:48.143" v="869" actId="114"/>
        <pc:sldMkLst>
          <pc:docMk/>
          <pc:sldMk cId="1026198366" sldId="405"/>
        </pc:sldMkLst>
      </pc:sldChg>
    </pc:docChg>
  </pc:docChgLst>
  <pc:docChgLst>
    <pc:chgData name="Bram Heyns" userId="7a623cc0-5b6c-43c7-88a0-ff55db19c79e" providerId="ADAL" clId="{F3F38E83-D2F1-4A69-8465-A48FC929686E}"/>
    <pc:docChg chg="undo custSel addSld delSld modSld sldOrd">
      <pc:chgData name="Bram Heyns" userId="7a623cc0-5b6c-43c7-88a0-ff55db19c79e" providerId="ADAL" clId="{F3F38E83-D2F1-4A69-8465-A48FC929686E}" dt="2024-03-27T20:24:42.017" v="1492" actId="20577"/>
      <pc:docMkLst>
        <pc:docMk/>
      </pc:docMkLst>
      <pc:sldChg chg="modSp mod">
        <pc:chgData name="Bram Heyns" userId="7a623cc0-5b6c-43c7-88a0-ff55db19c79e" providerId="ADAL" clId="{F3F38E83-D2F1-4A69-8465-A48FC929686E}" dt="2024-03-23T13:25:52.401" v="14" actId="20577"/>
        <pc:sldMkLst>
          <pc:docMk/>
          <pc:sldMk cId="3616312771" sldId="256"/>
        </pc:sldMkLst>
      </pc:sldChg>
      <pc:sldChg chg="modSp del mod">
        <pc:chgData name="Bram Heyns" userId="7a623cc0-5b6c-43c7-88a0-ff55db19c79e" providerId="ADAL" clId="{F3F38E83-D2F1-4A69-8465-A48FC929686E}" dt="2024-03-23T13:28:23.011" v="47" actId="47"/>
        <pc:sldMkLst>
          <pc:docMk/>
          <pc:sldMk cId="2967960735" sldId="276"/>
        </pc:sldMkLst>
      </pc:sldChg>
      <pc:sldChg chg="del">
        <pc:chgData name="Bram Heyns" userId="7a623cc0-5b6c-43c7-88a0-ff55db19c79e" providerId="ADAL" clId="{F3F38E83-D2F1-4A69-8465-A48FC929686E}" dt="2024-03-23T13:26:26.794" v="36" actId="47"/>
        <pc:sldMkLst>
          <pc:docMk/>
          <pc:sldMk cId="3210474422" sldId="278"/>
        </pc:sldMkLst>
      </pc:sldChg>
      <pc:sldChg chg="add">
        <pc:chgData name="Bram Heyns" userId="7a623cc0-5b6c-43c7-88a0-ff55db19c79e" providerId="ADAL" clId="{F3F38E83-D2F1-4A69-8465-A48FC929686E}" dt="2024-03-27T09:43:19.335" v="776"/>
        <pc:sldMkLst>
          <pc:docMk/>
          <pc:sldMk cId="1305713584" sldId="297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535898083" sldId="298"/>
        </pc:sldMkLst>
      </pc:sldChg>
      <pc:sldChg chg="del">
        <pc:chgData name="Bram Heyns" userId="7a623cc0-5b6c-43c7-88a0-ff55db19c79e" providerId="ADAL" clId="{F3F38E83-D2F1-4A69-8465-A48FC929686E}" dt="2024-03-23T13:25:57.280" v="16" actId="47"/>
        <pc:sldMkLst>
          <pc:docMk/>
          <pc:sldMk cId="3905224926" sldId="299"/>
        </pc:sldMkLst>
      </pc:sldChg>
      <pc:sldChg chg="del">
        <pc:chgData name="Bram Heyns" userId="7a623cc0-5b6c-43c7-88a0-ff55db19c79e" providerId="ADAL" clId="{F3F38E83-D2F1-4A69-8465-A48FC929686E}" dt="2024-03-23T13:25:56.621" v="15" actId="47"/>
        <pc:sldMkLst>
          <pc:docMk/>
          <pc:sldMk cId="598872473" sldId="300"/>
        </pc:sldMkLst>
      </pc:sldChg>
      <pc:sldChg chg="del">
        <pc:chgData name="Bram Heyns" userId="7a623cc0-5b6c-43c7-88a0-ff55db19c79e" providerId="ADAL" clId="{F3F38E83-D2F1-4A69-8465-A48FC929686E}" dt="2024-03-23T13:25:57.911" v="17" actId="47"/>
        <pc:sldMkLst>
          <pc:docMk/>
          <pc:sldMk cId="3020566849" sldId="325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836928335" sldId="326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2107275339" sldId="327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132616460" sldId="328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349766767" sldId="329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89175944" sldId="330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90372241" sldId="331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4024725787" sldId="332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660873040" sldId="333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3885272106" sldId="334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687382830" sldId="335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543209766" sldId="336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1348875364" sldId="337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1241473050" sldId="338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3940026190" sldId="339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533404214" sldId="340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1912127846" sldId="341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3051477127" sldId="342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1681361722" sldId="343"/>
        </pc:sldMkLst>
      </pc:sldChg>
      <pc:sldChg chg="addSp delSp modSp mod">
        <pc:chgData name="Bram Heyns" userId="7a623cc0-5b6c-43c7-88a0-ff55db19c79e" providerId="ADAL" clId="{F3F38E83-D2F1-4A69-8465-A48FC929686E}" dt="2024-03-23T13:28:50.353" v="52" actId="1076"/>
        <pc:sldMkLst>
          <pc:docMk/>
          <pc:sldMk cId="361776133" sldId="344"/>
        </pc:sldMkLst>
      </pc:sldChg>
      <pc:sldChg chg="del">
        <pc:chgData name="Bram Heyns" userId="7a623cc0-5b6c-43c7-88a0-ff55db19c79e" providerId="ADAL" clId="{F3F38E83-D2F1-4A69-8465-A48FC929686E}" dt="2024-03-23T13:28:55.166" v="54" actId="47"/>
        <pc:sldMkLst>
          <pc:docMk/>
          <pc:sldMk cId="3108591951" sldId="345"/>
        </pc:sldMkLst>
      </pc:sldChg>
      <pc:sldChg chg="del">
        <pc:chgData name="Bram Heyns" userId="7a623cc0-5b6c-43c7-88a0-ff55db19c79e" providerId="ADAL" clId="{F3F38E83-D2F1-4A69-8465-A48FC929686E}" dt="2024-03-23T13:29:23.579" v="71" actId="47"/>
        <pc:sldMkLst>
          <pc:docMk/>
          <pc:sldMk cId="913900522" sldId="346"/>
        </pc:sldMkLst>
      </pc:sldChg>
      <pc:sldChg chg="del">
        <pc:chgData name="Bram Heyns" userId="7a623cc0-5b6c-43c7-88a0-ff55db19c79e" providerId="ADAL" clId="{F3F38E83-D2F1-4A69-8465-A48FC929686E}" dt="2024-03-23T13:29:06.979" v="55" actId="47"/>
        <pc:sldMkLst>
          <pc:docMk/>
          <pc:sldMk cId="1378221559" sldId="347"/>
        </pc:sldMkLst>
      </pc:sldChg>
      <pc:sldChg chg="del">
        <pc:chgData name="Bram Heyns" userId="7a623cc0-5b6c-43c7-88a0-ff55db19c79e" providerId="ADAL" clId="{F3F38E83-D2F1-4A69-8465-A48FC929686E}" dt="2024-03-23T13:29:26.207" v="72" actId="47"/>
        <pc:sldMkLst>
          <pc:docMk/>
          <pc:sldMk cId="3929160776" sldId="348"/>
        </pc:sldMkLst>
      </pc:sldChg>
      <pc:sldChg chg="del">
        <pc:chgData name="Bram Heyns" userId="7a623cc0-5b6c-43c7-88a0-ff55db19c79e" providerId="ADAL" clId="{F3F38E83-D2F1-4A69-8465-A48FC929686E}" dt="2024-03-23T13:29:39.058" v="73" actId="47"/>
        <pc:sldMkLst>
          <pc:docMk/>
          <pc:sldMk cId="713956221" sldId="350"/>
        </pc:sldMkLst>
      </pc:sldChg>
      <pc:sldChg chg="del">
        <pc:chgData name="Bram Heyns" userId="7a623cc0-5b6c-43c7-88a0-ff55db19c79e" providerId="ADAL" clId="{F3F38E83-D2F1-4A69-8465-A48FC929686E}" dt="2024-03-23T13:29:49.499" v="75" actId="47"/>
        <pc:sldMkLst>
          <pc:docMk/>
          <pc:sldMk cId="1794700837" sldId="352"/>
        </pc:sldMkLst>
      </pc:sldChg>
      <pc:sldChg chg="del">
        <pc:chgData name="Bram Heyns" userId="7a623cc0-5b6c-43c7-88a0-ff55db19c79e" providerId="ADAL" clId="{F3F38E83-D2F1-4A69-8465-A48FC929686E}" dt="2024-03-23T13:28:52.926" v="53" actId="47"/>
        <pc:sldMkLst>
          <pc:docMk/>
          <pc:sldMk cId="2925158581" sldId="353"/>
        </pc:sldMkLst>
      </pc:sldChg>
      <pc:sldChg chg="modSp mod">
        <pc:chgData name="Bram Heyns" userId="7a623cc0-5b6c-43c7-88a0-ff55db19c79e" providerId="ADAL" clId="{F3F38E83-D2F1-4A69-8465-A48FC929686E}" dt="2024-03-23T13:29:18.626" v="70" actId="20577"/>
        <pc:sldMkLst>
          <pc:docMk/>
          <pc:sldMk cId="1402989704" sldId="355"/>
        </pc:sldMkLst>
      </pc:sldChg>
      <pc:sldChg chg="del">
        <pc:chgData name="Bram Heyns" userId="7a623cc0-5b6c-43c7-88a0-ff55db19c79e" providerId="ADAL" clId="{F3F38E83-D2F1-4A69-8465-A48FC929686E}" dt="2024-03-23T13:29:40.113" v="74" actId="47"/>
        <pc:sldMkLst>
          <pc:docMk/>
          <pc:sldMk cId="1703768777" sldId="356"/>
        </pc:sldMkLst>
      </pc:sldChg>
      <pc:sldChg chg="add">
        <pc:chgData name="Bram Heyns" userId="7a623cc0-5b6c-43c7-88a0-ff55db19c79e" providerId="ADAL" clId="{F3F38E83-D2F1-4A69-8465-A48FC929686E}" dt="2024-03-23T13:26:24.744" v="35"/>
        <pc:sldMkLst>
          <pc:docMk/>
          <pc:sldMk cId="4187077559" sldId="357"/>
        </pc:sldMkLst>
      </pc:sldChg>
      <pc:sldChg chg="addSp modSp add mod">
        <pc:chgData name="Bram Heyns" userId="7a623cc0-5b6c-43c7-88a0-ff55db19c79e" providerId="ADAL" clId="{F3F38E83-D2F1-4A69-8465-A48FC929686E}" dt="2024-03-23T13:28:05.833" v="46" actId="14100"/>
        <pc:sldMkLst>
          <pc:docMk/>
          <pc:sldMk cId="2010210726" sldId="358"/>
        </pc:sldMkLst>
      </pc:sldChg>
      <pc:sldChg chg="modSp add mod">
        <pc:chgData name="Bram Heyns" userId="7a623cc0-5b6c-43c7-88a0-ff55db19c79e" providerId="ADAL" clId="{F3F38E83-D2F1-4A69-8465-A48FC929686E}" dt="2024-03-23T13:30:36.871" v="93" actId="20577"/>
        <pc:sldMkLst>
          <pc:docMk/>
          <pc:sldMk cId="320494530" sldId="359"/>
        </pc:sldMkLst>
      </pc:sldChg>
      <pc:sldChg chg="addSp delSp modSp new mod">
        <pc:chgData name="Bram Heyns" userId="7a623cc0-5b6c-43c7-88a0-ff55db19c79e" providerId="ADAL" clId="{F3F38E83-D2F1-4A69-8465-A48FC929686E}" dt="2024-03-27T09:30:42.295" v="720" actId="20577"/>
        <pc:sldMkLst>
          <pc:docMk/>
          <pc:sldMk cId="3707120390" sldId="360"/>
        </pc:sldMkLst>
      </pc:sldChg>
      <pc:sldChg chg="addSp delSp modSp new mod">
        <pc:chgData name="Bram Heyns" userId="7a623cc0-5b6c-43c7-88a0-ff55db19c79e" providerId="ADAL" clId="{F3F38E83-D2F1-4A69-8465-A48FC929686E}" dt="2024-03-27T20:22:34.807" v="1490" actId="478"/>
        <pc:sldMkLst>
          <pc:docMk/>
          <pc:sldMk cId="754016630" sldId="361"/>
        </pc:sldMkLst>
      </pc:sldChg>
      <pc:sldChg chg="addSp modSp new mod ord">
        <pc:chgData name="Bram Heyns" userId="7a623cc0-5b6c-43c7-88a0-ff55db19c79e" providerId="ADAL" clId="{F3F38E83-D2F1-4A69-8465-A48FC929686E}" dt="2024-03-27T09:30:21.526" v="690" actId="20577"/>
        <pc:sldMkLst>
          <pc:docMk/>
          <pc:sldMk cId="2292662533" sldId="362"/>
        </pc:sldMkLst>
      </pc:sldChg>
      <pc:sldChg chg="addSp modSp new mod ord">
        <pc:chgData name="Bram Heyns" userId="7a623cc0-5b6c-43c7-88a0-ff55db19c79e" providerId="ADAL" clId="{F3F38E83-D2F1-4A69-8465-A48FC929686E}" dt="2024-03-27T20:21:09.644" v="1469" actId="20577"/>
        <pc:sldMkLst>
          <pc:docMk/>
          <pc:sldMk cId="2472057008" sldId="363"/>
        </pc:sldMkLst>
      </pc:sldChg>
      <pc:sldChg chg="addSp delSp modSp new mod">
        <pc:chgData name="Bram Heyns" userId="7a623cc0-5b6c-43c7-88a0-ff55db19c79e" providerId="ADAL" clId="{F3F38E83-D2F1-4A69-8465-A48FC929686E}" dt="2024-03-27T20:21:49.864" v="1489" actId="20577"/>
        <pc:sldMkLst>
          <pc:docMk/>
          <pc:sldMk cId="3261204590" sldId="364"/>
        </pc:sldMkLst>
      </pc:sldChg>
      <pc:sldChg chg="new del">
        <pc:chgData name="Bram Heyns" userId="7a623cc0-5b6c-43c7-88a0-ff55db19c79e" providerId="ADAL" clId="{F3F38E83-D2F1-4A69-8465-A48FC929686E}" dt="2024-03-27T09:22:33.078" v="335" actId="680"/>
        <pc:sldMkLst>
          <pc:docMk/>
          <pc:sldMk cId="889757928" sldId="365"/>
        </pc:sldMkLst>
      </pc:sldChg>
      <pc:sldChg chg="addSp delSp modSp new mod ord">
        <pc:chgData name="Bram Heyns" userId="7a623cc0-5b6c-43c7-88a0-ff55db19c79e" providerId="ADAL" clId="{F3F38E83-D2F1-4A69-8465-A48FC929686E}" dt="2024-03-27T09:27:59.018" v="566" actId="1076"/>
        <pc:sldMkLst>
          <pc:docMk/>
          <pc:sldMk cId="3492292058" sldId="365"/>
        </pc:sldMkLst>
      </pc:sldChg>
      <pc:sldChg chg="addSp modSp new mod">
        <pc:chgData name="Bram Heyns" userId="7a623cc0-5b6c-43c7-88a0-ff55db19c79e" providerId="ADAL" clId="{F3F38E83-D2F1-4A69-8465-A48FC929686E}" dt="2024-03-27T15:03:34.669" v="1067" actId="27636"/>
        <pc:sldMkLst>
          <pc:docMk/>
          <pc:sldMk cId="1400258766" sldId="366"/>
        </pc:sldMkLst>
      </pc:sldChg>
      <pc:sldChg chg="addSp delSp modSp new mod ord">
        <pc:chgData name="Bram Heyns" userId="7a623cc0-5b6c-43c7-88a0-ff55db19c79e" providerId="ADAL" clId="{F3F38E83-D2F1-4A69-8465-A48FC929686E}" dt="2024-03-27T15:05:53.599" v="1106"/>
        <pc:sldMkLst>
          <pc:docMk/>
          <pc:sldMk cId="270576367" sldId="367"/>
        </pc:sldMkLst>
      </pc:sldChg>
      <pc:sldChg chg="addSp modSp new mod">
        <pc:chgData name="Bram Heyns" userId="7a623cc0-5b6c-43c7-88a0-ff55db19c79e" providerId="ADAL" clId="{F3F38E83-D2F1-4A69-8465-A48FC929686E}" dt="2024-03-27T20:24:42.017" v="1492" actId="20577"/>
        <pc:sldMkLst>
          <pc:docMk/>
          <pc:sldMk cId="1148172492" sldId="368"/>
        </pc:sldMkLst>
      </pc:sldChg>
    </pc:docChg>
  </pc:docChgLst>
  <pc:docChgLst>
    <pc:chgData name="Bram Heyns" userId="7a623cc0-5b6c-43c7-88a0-ff55db19c79e" providerId="ADAL" clId="{644F06E0-9629-4930-B25A-182A5094F172}"/>
    <pc:docChg chg="undo custSel addSld delSld modSld">
      <pc:chgData name="Bram Heyns" userId="7a623cc0-5b6c-43c7-88a0-ff55db19c79e" providerId="ADAL" clId="{644F06E0-9629-4930-B25A-182A5094F172}" dt="2024-01-09T09:31:37.774" v="1939" actId="1038"/>
      <pc:docMkLst>
        <pc:docMk/>
      </pc:docMkLst>
      <pc:sldChg chg="modSp new mod">
        <pc:chgData name="Bram Heyns" userId="7a623cc0-5b6c-43c7-88a0-ff55db19c79e" providerId="ADAL" clId="{644F06E0-9629-4930-B25A-182A5094F172}" dt="2023-11-29T10:16:00.119" v="382" actId="20577"/>
        <pc:sldMkLst>
          <pc:docMk/>
          <pc:sldMk cId="3616312771" sldId="256"/>
        </pc:sldMkLst>
      </pc:sldChg>
      <pc:sldChg chg="addSp modSp new mod">
        <pc:chgData name="Bram Heyns" userId="7a623cc0-5b6c-43c7-88a0-ff55db19c79e" providerId="ADAL" clId="{644F06E0-9629-4930-B25A-182A5094F172}" dt="2023-11-29T10:03:43.897" v="224"/>
        <pc:sldMkLst>
          <pc:docMk/>
          <pc:sldMk cId="276004885" sldId="257"/>
        </pc:sldMkLst>
      </pc:sldChg>
      <pc:sldChg chg="addSp modSp new mod">
        <pc:chgData name="Bram Heyns" userId="7a623cc0-5b6c-43c7-88a0-ff55db19c79e" providerId="ADAL" clId="{644F06E0-9629-4930-B25A-182A5094F172}" dt="2023-11-29T10:06:07.901" v="247" actId="732"/>
        <pc:sldMkLst>
          <pc:docMk/>
          <pc:sldMk cId="1689163299" sldId="258"/>
        </pc:sldMkLst>
      </pc:sldChg>
      <pc:sldChg chg="addSp modSp new mod">
        <pc:chgData name="Bram Heyns" userId="7a623cc0-5b6c-43c7-88a0-ff55db19c79e" providerId="ADAL" clId="{644F06E0-9629-4930-B25A-182A5094F172}" dt="2023-11-29T10:07:04.854" v="264"/>
        <pc:sldMkLst>
          <pc:docMk/>
          <pc:sldMk cId="3317776675" sldId="259"/>
        </pc:sldMkLst>
      </pc:sldChg>
      <pc:sldChg chg="addSp modSp new mod">
        <pc:chgData name="Bram Heyns" userId="7a623cc0-5b6c-43c7-88a0-ff55db19c79e" providerId="ADAL" clId="{644F06E0-9629-4930-B25A-182A5094F172}" dt="2023-11-29T10:07:46.434" v="287"/>
        <pc:sldMkLst>
          <pc:docMk/>
          <pc:sldMk cId="3787647688" sldId="260"/>
        </pc:sldMkLst>
      </pc:sldChg>
      <pc:sldChg chg="addSp modSp new mod">
        <pc:chgData name="Bram Heyns" userId="7a623cc0-5b6c-43c7-88a0-ff55db19c79e" providerId="ADAL" clId="{644F06E0-9629-4930-B25A-182A5094F172}" dt="2023-11-29T10:12:10.299" v="340" actId="1076"/>
        <pc:sldMkLst>
          <pc:docMk/>
          <pc:sldMk cId="1307829333" sldId="261"/>
        </pc:sldMkLst>
      </pc:sldChg>
      <pc:sldChg chg="addSp delSp modSp new mod">
        <pc:chgData name="Bram Heyns" userId="7a623cc0-5b6c-43c7-88a0-ff55db19c79e" providerId="ADAL" clId="{644F06E0-9629-4930-B25A-182A5094F172}" dt="2024-01-09T09:31:37.774" v="1939" actId="1038"/>
        <pc:sldMkLst>
          <pc:docMk/>
          <pc:sldMk cId="3867388527" sldId="262"/>
        </pc:sldMkLst>
      </pc:sldChg>
      <pc:sldChg chg="modSp add mod">
        <pc:chgData name="Bram Heyns" userId="7a623cc0-5b6c-43c7-88a0-ff55db19c79e" providerId="ADAL" clId="{644F06E0-9629-4930-B25A-182A5094F172}" dt="2023-11-29T10:16:11.692" v="400" actId="20577"/>
        <pc:sldMkLst>
          <pc:docMk/>
          <pc:sldMk cId="1388701437" sldId="263"/>
        </pc:sldMkLst>
      </pc:sldChg>
      <pc:sldChg chg="new del">
        <pc:chgData name="Bram Heyns" userId="7a623cc0-5b6c-43c7-88a0-ff55db19c79e" providerId="ADAL" clId="{644F06E0-9629-4930-B25A-182A5094F172}" dt="2023-11-29T10:18:33.857" v="402" actId="680"/>
        <pc:sldMkLst>
          <pc:docMk/>
          <pc:sldMk cId="117293802" sldId="264"/>
        </pc:sldMkLst>
      </pc:sldChg>
      <pc:sldChg chg="addSp modSp new mod">
        <pc:chgData name="Bram Heyns" userId="7a623cc0-5b6c-43c7-88a0-ff55db19c79e" providerId="ADAL" clId="{644F06E0-9629-4930-B25A-182A5094F172}" dt="2023-11-29T10:26:20.347" v="877" actId="20577"/>
        <pc:sldMkLst>
          <pc:docMk/>
          <pc:sldMk cId="4284284052" sldId="264"/>
        </pc:sldMkLst>
      </pc:sldChg>
      <pc:sldChg chg="addSp modSp new mod">
        <pc:chgData name="Bram Heyns" userId="7a623cc0-5b6c-43c7-88a0-ff55db19c79e" providerId="ADAL" clId="{644F06E0-9629-4930-B25A-182A5094F172}" dt="2023-11-29T11:38:36.086" v="1477" actId="13926"/>
        <pc:sldMkLst>
          <pc:docMk/>
          <pc:sldMk cId="1781978728" sldId="265"/>
        </pc:sldMkLst>
      </pc:sldChg>
      <pc:sldChg chg="addSp modSp new mod">
        <pc:chgData name="Bram Heyns" userId="7a623cc0-5b6c-43c7-88a0-ff55db19c79e" providerId="ADAL" clId="{644F06E0-9629-4930-B25A-182A5094F172}" dt="2023-11-29T11:39:30.187" v="1512" actId="1076"/>
        <pc:sldMkLst>
          <pc:docMk/>
          <pc:sldMk cId="1444846290" sldId="266"/>
        </pc:sldMkLst>
      </pc:sldChg>
      <pc:sldChg chg="addSp modSp new mod">
        <pc:chgData name="Bram Heyns" userId="7a623cc0-5b6c-43c7-88a0-ff55db19c79e" providerId="ADAL" clId="{644F06E0-9629-4930-B25A-182A5094F172}" dt="2023-11-29T11:41:41.648" v="1629" actId="1076"/>
        <pc:sldMkLst>
          <pc:docMk/>
          <pc:sldMk cId="2476255192" sldId="267"/>
        </pc:sldMkLst>
      </pc:sldChg>
      <pc:sldChg chg="addSp modSp new mod">
        <pc:chgData name="Bram Heyns" userId="7a623cc0-5b6c-43c7-88a0-ff55db19c79e" providerId="ADAL" clId="{644F06E0-9629-4930-B25A-182A5094F172}" dt="2023-11-29T11:42:33.157" v="1660" actId="1076"/>
        <pc:sldMkLst>
          <pc:docMk/>
          <pc:sldMk cId="1418017200" sldId="268"/>
        </pc:sldMkLst>
      </pc:sldChg>
      <pc:sldChg chg="addSp modSp new mod">
        <pc:chgData name="Bram Heyns" userId="7a623cc0-5b6c-43c7-88a0-ff55db19c79e" providerId="ADAL" clId="{644F06E0-9629-4930-B25A-182A5094F172}" dt="2023-11-29T11:44:04.528" v="1701" actId="1076"/>
        <pc:sldMkLst>
          <pc:docMk/>
          <pc:sldMk cId="2140030491" sldId="269"/>
        </pc:sldMkLst>
      </pc:sldChg>
      <pc:sldChg chg="addSp delSp modSp new mod">
        <pc:chgData name="Bram Heyns" userId="7a623cc0-5b6c-43c7-88a0-ff55db19c79e" providerId="ADAL" clId="{644F06E0-9629-4930-B25A-182A5094F172}" dt="2023-11-29T11:46:23.055" v="1740" actId="1038"/>
        <pc:sldMkLst>
          <pc:docMk/>
          <pc:sldMk cId="4175805643" sldId="270"/>
        </pc:sldMkLst>
      </pc:sldChg>
      <pc:sldChg chg="addSp modSp new mod">
        <pc:chgData name="Bram Heyns" userId="7a623cc0-5b6c-43c7-88a0-ff55db19c79e" providerId="ADAL" clId="{644F06E0-9629-4930-B25A-182A5094F172}" dt="2023-11-29T11:51:55.322" v="1778" actId="14100"/>
        <pc:sldMkLst>
          <pc:docMk/>
          <pc:sldMk cId="2258085311" sldId="271"/>
        </pc:sldMkLst>
      </pc:sldChg>
      <pc:sldChg chg="addSp modSp new mod">
        <pc:chgData name="Bram Heyns" userId="7a623cc0-5b6c-43c7-88a0-ff55db19c79e" providerId="ADAL" clId="{644F06E0-9629-4930-B25A-182A5094F172}" dt="2023-11-29T11:52:48.518" v="1800" actId="1076"/>
        <pc:sldMkLst>
          <pc:docMk/>
          <pc:sldMk cId="3543404890" sldId="272"/>
        </pc:sldMkLst>
      </pc:sldChg>
      <pc:sldChg chg="addSp modSp new mod">
        <pc:chgData name="Bram Heyns" userId="7a623cc0-5b6c-43c7-88a0-ff55db19c79e" providerId="ADAL" clId="{644F06E0-9629-4930-B25A-182A5094F172}" dt="2023-11-29T11:53:41.888" v="1826" actId="1076"/>
        <pc:sldMkLst>
          <pc:docMk/>
          <pc:sldMk cId="1740921288" sldId="273"/>
        </pc:sldMkLst>
      </pc:sldChg>
      <pc:sldChg chg="addSp modSp new mod modAnim">
        <pc:chgData name="Bram Heyns" userId="7a623cc0-5b6c-43c7-88a0-ff55db19c79e" providerId="ADAL" clId="{644F06E0-9629-4930-B25A-182A5094F172}" dt="2023-11-29T11:54:48.373" v="1899" actId="20577"/>
        <pc:sldMkLst>
          <pc:docMk/>
          <pc:sldMk cId="3357417941" sldId="274"/>
        </pc:sldMkLst>
      </pc:sldChg>
      <pc:sldChg chg="addSp delSp modSp new mod">
        <pc:chgData name="Bram Heyns" userId="7a623cc0-5b6c-43c7-88a0-ff55db19c79e" providerId="ADAL" clId="{644F06E0-9629-4930-B25A-182A5094F172}" dt="2023-11-29T11:57:08.996" v="1928" actId="478"/>
        <pc:sldMkLst>
          <pc:docMk/>
          <pc:sldMk cId="2748511644" sldId="27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55949148" sldId="32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58934973" sldId="38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615268733" sldId="43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01466379" sldId="43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71291033" sldId="43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5617810" sldId="43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13929689" sldId="44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10532554" sldId="44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41979605" sldId="44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50386105" sldId="44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43013147" sldId="44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84800617" sldId="44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611324252" sldId="45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384920162" sldId="45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73820199" sldId="45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4438498" sldId="45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610760118" sldId="45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10325520" sldId="45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748646803" sldId="45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06498232" sldId="45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71253007" sldId="45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94807727" sldId="46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895881515" sldId="46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56852169" sldId="46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30544372" sldId="46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55266300" sldId="46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066114407" sldId="46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26111265" sldId="46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689744567" sldId="46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061718130" sldId="46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53929823" sldId="46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988884396" sldId="47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543576137" sldId="47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942596879" sldId="47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79432519" sldId="47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326110373" sldId="47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07163013" sldId="47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98417839" sldId="47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81259855" sldId="47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55783178" sldId="48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15618471" sldId="48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04710219" sldId="48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618915208" sldId="48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07388823" sldId="48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29498824" sldId="48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90278271" sldId="49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606111364" sldId="51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36777152" sldId="51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790378934" sldId="52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23307846" sldId="52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95532597" sldId="52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92704926" sldId="52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836690" sldId="52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738109107" sldId="52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66989497" sldId="52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72792092" sldId="53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15005592" sldId="53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761069141" sldId="53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179475964" sldId="53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25722641" sldId="53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50431584" sldId="53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62567180" sldId="53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28876086" sldId="54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28122828" sldId="54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64678440" sldId="54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702954989" sldId="54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33068465" sldId="54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181742745" sldId="55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70736158" sldId="55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46638086" sldId="55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32941666" sldId="55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10533664" sldId="559"/>
        </pc:sldMkLst>
      </pc:sldChg>
    </pc:docChg>
  </pc:docChgLst>
  <pc:docChgLst>
    <pc:chgData name="Bram Heyns" userId="7a623cc0-5b6c-43c7-88a0-ff55db19c79e" providerId="ADAL" clId="{599C9E88-5DE8-4973-9EEA-433A2C7118BD}"/>
    <pc:docChg chg="custSel addSld delSld modSld">
      <pc:chgData name="Bram Heyns" userId="7a623cc0-5b6c-43c7-88a0-ff55db19c79e" providerId="ADAL" clId="{599C9E88-5DE8-4973-9EEA-433A2C7118BD}" dt="2024-01-15T11:23:06.582" v="1400" actId="20577"/>
      <pc:docMkLst>
        <pc:docMk/>
      </pc:docMkLst>
      <pc:sldChg chg="modSp mod">
        <pc:chgData name="Bram Heyns" userId="7a623cc0-5b6c-43c7-88a0-ff55db19c79e" providerId="ADAL" clId="{599C9E88-5DE8-4973-9EEA-433A2C7118BD}" dt="2024-01-15T09:48:42.104" v="68" actId="20577"/>
        <pc:sldMkLst>
          <pc:docMk/>
          <pc:sldMk cId="3616312771" sldId="256"/>
        </pc:sldMkLst>
      </pc:sldChg>
      <pc:sldChg chg="modSp mod">
        <pc:chgData name="Bram Heyns" userId="7a623cc0-5b6c-43c7-88a0-ff55db19c79e" providerId="ADAL" clId="{599C9E88-5DE8-4973-9EEA-433A2C7118BD}" dt="2024-01-15T09:48:51.405" v="85" actId="20577"/>
        <pc:sldMkLst>
          <pc:docMk/>
          <pc:sldMk cId="2967960735" sldId="276"/>
        </pc:sldMkLst>
      </pc:sldChg>
      <pc:sldChg chg="del">
        <pc:chgData name="Bram Heyns" userId="7a623cc0-5b6c-43c7-88a0-ff55db19c79e" providerId="ADAL" clId="{599C9E88-5DE8-4973-9EEA-433A2C7118BD}" dt="2024-01-15T09:49:15.915" v="87" actId="47"/>
        <pc:sldMkLst>
          <pc:docMk/>
          <pc:sldMk cId="2081295671" sldId="277"/>
        </pc:sldMkLst>
      </pc:sldChg>
      <pc:sldChg chg="addSp delSp modSp mod">
        <pc:chgData name="Bram Heyns" userId="7a623cc0-5b6c-43c7-88a0-ff55db19c79e" providerId="ADAL" clId="{599C9E88-5DE8-4973-9EEA-433A2C7118BD}" dt="2024-01-15T09:50:46.273" v="123" actId="1076"/>
        <pc:sldMkLst>
          <pc:docMk/>
          <pc:sldMk cId="3210474422" sldId="278"/>
        </pc:sldMkLst>
      </pc:sldChg>
      <pc:sldChg chg="addSp modSp add mod">
        <pc:chgData name="Bram Heyns" userId="7a623cc0-5b6c-43c7-88a0-ff55db19c79e" providerId="ADAL" clId="{599C9E88-5DE8-4973-9EEA-433A2C7118BD}" dt="2024-01-15T10:16:45.695" v="625" actId="20577"/>
        <pc:sldMkLst>
          <pc:docMk/>
          <pc:sldMk cId="2465931479" sldId="279"/>
        </pc:sldMkLst>
      </pc:sldChg>
      <pc:sldChg chg="del">
        <pc:chgData name="Bram Heyns" userId="7a623cc0-5b6c-43c7-88a0-ff55db19c79e" providerId="ADAL" clId="{599C9E88-5DE8-4973-9EEA-433A2C7118BD}" dt="2024-01-15T09:49:17.018" v="88" actId="47"/>
        <pc:sldMkLst>
          <pc:docMk/>
          <pc:sldMk cId="3587760759" sldId="279"/>
        </pc:sldMkLst>
      </pc:sldChg>
      <pc:sldChg chg="addSp delSp modSp new mod">
        <pc:chgData name="Bram Heyns" userId="7a623cc0-5b6c-43c7-88a0-ff55db19c79e" providerId="ADAL" clId="{599C9E88-5DE8-4973-9EEA-433A2C7118BD}" dt="2024-01-15T09:52:29.178" v="172" actId="1076"/>
        <pc:sldMkLst>
          <pc:docMk/>
          <pc:sldMk cId="1993953639" sldId="280"/>
        </pc:sldMkLst>
      </pc:sldChg>
      <pc:sldChg chg="del">
        <pc:chgData name="Bram Heyns" userId="7a623cc0-5b6c-43c7-88a0-ff55db19c79e" providerId="ADAL" clId="{599C9E88-5DE8-4973-9EEA-433A2C7118BD}" dt="2024-01-15T09:49:18.385" v="89" actId="47"/>
        <pc:sldMkLst>
          <pc:docMk/>
          <pc:sldMk cId="2023957802" sldId="280"/>
        </pc:sldMkLst>
      </pc:sldChg>
      <pc:sldChg chg="addSp modSp new mod">
        <pc:chgData name="Bram Heyns" userId="7a623cc0-5b6c-43c7-88a0-ff55db19c79e" providerId="ADAL" clId="{599C9E88-5DE8-4973-9EEA-433A2C7118BD}" dt="2024-01-15T09:55:10.686" v="238" actId="1076"/>
        <pc:sldMkLst>
          <pc:docMk/>
          <pc:sldMk cId="1421185277" sldId="28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757175392" sldId="28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438338052" sldId="282"/>
        </pc:sldMkLst>
      </pc:sldChg>
      <pc:sldChg chg="addSp modSp new mod">
        <pc:chgData name="Bram Heyns" userId="7a623cc0-5b6c-43c7-88a0-ff55db19c79e" providerId="ADAL" clId="{599C9E88-5DE8-4973-9EEA-433A2C7118BD}" dt="2024-01-15T09:57:10.695" v="267" actId="1076"/>
        <pc:sldMkLst>
          <pc:docMk/>
          <pc:sldMk cId="2714648332" sldId="282"/>
        </pc:sldMkLst>
      </pc:sldChg>
      <pc:sldChg chg="addSp delSp modSp new mod">
        <pc:chgData name="Bram Heyns" userId="7a623cc0-5b6c-43c7-88a0-ff55db19c79e" providerId="ADAL" clId="{599C9E88-5DE8-4973-9EEA-433A2C7118BD}" dt="2024-01-15T11:22:54.484" v="1383"/>
        <pc:sldMkLst>
          <pc:docMk/>
          <pc:sldMk cId="839736251" sldId="28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338526081" sldId="283"/>
        </pc:sldMkLst>
      </pc:sldChg>
      <pc:sldChg chg="addSp modSp new mod">
        <pc:chgData name="Bram Heyns" userId="7a623cc0-5b6c-43c7-88a0-ff55db19c79e" providerId="ADAL" clId="{599C9E88-5DE8-4973-9EEA-433A2C7118BD}" dt="2024-01-15T09:59:41.779" v="362" actId="1076"/>
        <pc:sldMkLst>
          <pc:docMk/>
          <pc:sldMk cId="11579472" sldId="28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092321943" sldId="284"/>
        </pc:sldMkLst>
      </pc:sldChg>
      <pc:sldChg chg="addSp modSp new mod">
        <pc:chgData name="Bram Heyns" userId="7a623cc0-5b6c-43c7-88a0-ff55db19c79e" providerId="ADAL" clId="{599C9E88-5DE8-4973-9EEA-433A2C7118BD}" dt="2024-01-15T10:00:26.999" v="394" actId="20577"/>
        <pc:sldMkLst>
          <pc:docMk/>
          <pc:sldMk cId="755707336" sldId="28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974154351" sldId="28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19914966" sldId="28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74430358" sldId="28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049261955" sldId="28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932052699" sldId="28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659521274" sldId="29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776585867" sldId="29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97883879" sldId="29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228819793" sldId="29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40560955" sldId="29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827468612" sldId="29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535898083" sldId="29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990673949" sldId="29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88478275" sldId="30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467197886" sldId="30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2891467" sldId="30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8309365" sldId="30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800705516" sldId="30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612434242" sldId="30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61052094" sldId="30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043890503" sldId="30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493160093" sldId="30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28102229" sldId="30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387683895" sldId="31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611358941" sldId="31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70942096" sldId="31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288066975" sldId="31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635299756" sldId="31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28093412" sldId="31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729543206" sldId="316"/>
        </pc:sldMkLst>
      </pc:sldChg>
      <pc:sldChg chg="modSp add del mod">
        <pc:chgData name="Bram Heyns" userId="7a623cc0-5b6c-43c7-88a0-ff55db19c79e" providerId="ADAL" clId="{599C9E88-5DE8-4973-9EEA-433A2C7118BD}" dt="2024-01-15T10:02:07.581" v="456" actId="313"/>
        <pc:sldMkLst>
          <pc:docMk/>
          <pc:sldMk cId="3482395737" sldId="31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85104249" sldId="318"/>
        </pc:sldMkLst>
      </pc:sldChg>
      <pc:sldChg chg="addSp modSp new mod">
        <pc:chgData name="Bram Heyns" userId="7a623cc0-5b6c-43c7-88a0-ff55db19c79e" providerId="ADAL" clId="{599C9E88-5DE8-4973-9EEA-433A2C7118BD}" dt="2024-01-15T10:02:43.875" v="492"/>
        <pc:sldMkLst>
          <pc:docMk/>
          <pc:sldMk cId="3442410483" sldId="318"/>
        </pc:sldMkLst>
      </pc:sldChg>
      <pc:sldChg chg="addSp modSp new mod">
        <pc:chgData name="Bram Heyns" userId="7a623cc0-5b6c-43c7-88a0-ff55db19c79e" providerId="ADAL" clId="{599C9E88-5DE8-4973-9EEA-433A2C7118BD}" dt="2024-01-15T10:03:41.445" v="536" actId="1076"/>
        <pc:sldMkLst>
          <pc:docMk/>
          <pc:sldMk cId="885033471" sldId="31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05486269" sldId="319"/>
        </pc:sldMkLst>
      </pc:sldChg>
      <pc:sldChg chg="addSp delSp modSp new mod">
        <pc:chgData name="Bram Heyns" userId="7a623cc0-5b6c-43c7-88a0-ff55db19c79e" providerId="ADAL" clId="{599C9E88-5DE8-4973-9EEA-433A2C7118BD}" dt="2024-01-15T10:20:13.337" v="674" actId="404"/>
        <pc:sldMkLst>
          <pc:docMk/>
          <pc:sldMk cId="6602497" sldId="32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241877734" sldId="320"/>
        </pc:sldMkLst>
      </pc:sldChg>
      <pc:sldChg chg="addSp modSp new mod">
        <pc:chgData name="Bram Heyns" userId="7a623cc0-5b6c-43c7-88a0-ff55db19c79e" providerId="ADAL" clId="{599C9E88-5DE8-4973-9EEA-433A2C7118BD}" dt="2024-01-15T10:56:25.503" v="950" actId="20577"/>
        <pc:sldMkLst>
          <pc:docMk/>
          <pc:sldMk cId="533324637" sldId="32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595877681" sldId="32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299453" sldId="322"/>
        </pc:sldMkLst>
      </pc:sldChg>
      <pc:sldChg chg="addSp modSp new mod">
        <pc:chgData name="Bram Heyns" userId="7a623cc0-5b6c-43c7-88a0-ff55db19c79e" providerId="ADAL" clId="{599C9E88-5DE8-4973-9EEA-433A2C7118BD}" dt="2024-01-15T10:51:55.793" v="771" actId="1076"/>
        <pc:sldMkLst>
          <pc:docMk/>
          <pc:sldMk cId="374042384" sldId="322"/>
        </pc:sldMkLst>
      </pc:sldChg>
      <pc:sldChg chg="addSp modSp new mod">
        <pc:chgData name="Bram Heyns" userId="7a623cc0-5b6c-43c7-88a0-ff55db19c79e" providerId="ADAL" clId="{599C9E88-5DE8-4973-9EEA-433A2C7118BD}" dt="2024-01-15T10:58:51.157" v="1113" actId="1076"/>
        <pc:sldMkLst>
          <pc:docMk/>
          <pc:sldMk cId="2541751677" sldId="32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743490353" sldId="323"/>
        </pc:sldMkLst>
      </pc:sldChg>
      <pc:sldChg chg="addSp modSp new mod">
        <pc:chgData name="Bram Heyns" userId="7a623cc0-5b6c-43c7-88a0-ff55db19c79e" providerId="ADAL" clId="{599C9E88-5DE8-4973-9EEA-433A2C7118BD}" dt="2024-01-15T10:59:54.080" v="1159" actId="404"/>
        <pc:sldMkLst>
          <pc:docMk/>
          <pc:sldMk cId="4149084777" sldId="32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198651980" sldId="324"/>
        </pc:sldMkLst>
      </pc:sldChg>
      <pc:sldChg chg="addSp modSp new mod">
        <pc:chgData name="Bram Heyns" userId="7a623cc0-5b6c-43c7-88a0-ff55db19c79e" providerId="ADAL" clId="{599C9E88-5DE8-4973-9EEA-433A2C7118BD}" dt="2024-01-15T11:05:43.303" v="1274" actId="1076"/>
        <pc:sldMkLst>
          <pc:docMk/>
          <pc:sldMk cId="2309687984" sldId="32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896885377" sldId="32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9603223" sldId="326"/>
        </pc:sldMkLst>
      </pc:sldChg>
      <pc:sldChg chg="addSp modSp new mod">
        <pc:chgData name="Bram Heyns" userId="7a623cc0-5b6c-43c7-88a0-ff55db19c79e" providerId="ADAL" clId="{599C9E88-5DE8-4973-9EEA-433A2C7118BD}" dt="2024-01-15T11:04:41.315" v="1269" actId="1076"/>
        <pc:sldMkLst>
          <pc:docMk/>
          <pc:sldMk cId="4289142109" sldId="32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50413602" sldId="327"/>
        </pc:sldMkLst>
      </pc:sldChg>
      <pc:sldChg chg="addSp modSp new mod">
        <pc:chgData name="Bram Heyns" userId="7a623cc0-5b6c-43c7-88a0-ff55db19c79e" providerId="ADAL" clId="{599C9E88-5DE8-4973-9EEA-433A2C7118BD}" dt="2024-01-15T11:08:46.983" v="1339" actId="1076"/>
        <pc:sldMkLst>
          <pc:docMk/>
          <pc:sldMk cId="1060826525" sldId="32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735143729" sldId="328"/>
        </pc:sldMkLst>
      </pc:sldChg>
      <pc:sldChg chg="addSp modSp new mod">
        <pc:chgData name="Bram Heyns" userId="7a623cc0-5b6c-43c7-88a0-ff55db19c79e" providerId="ADAL" clId="{599C9E88-5DE8-4973-9EEA-433A2C7118BD}" dt="2024-01-15T11:10:49.210" v="1380" actId="1076"/>
        <pc:sldMkLst>
          <pc:docMk/>
          <pc:sldMk cId="744625132" sldId="328"/>
        </pc:sldMkLst>
      </pc:sldChg>
      <pc:sldChg chg="addSp modSp new mod">
        <pc:chgData name="Bram Heyns" userId="7a623cc0-5b6c-43c7-88a0-ff55db19c79e" providerId="ADAL" clId="{599C9E88-5DE8-4973-9EEA-433A2C7118BD}" dt="2024-01-15T11:23:06.582" v="1400" actId="20577"/>
        <pc:sldMkLst>
          <pc:docMk/>
          <pc:sldMk cId="1024797918" sldId="32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13552394" sldId="32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583434045" sldId="33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349508426" sldId="33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09763745" sldId="33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137141630" sldId="333"/>
        </pc:sldMkLst>
      </pc:sldChg>
    </pc:docChg>
  </pc:docChgLst>
  <pc:docChgLst>
    <pc:chgData name="Bram Heyns" userId="7a623cc0-5b6c-43c7-88a0-ff55db19c79e" providerId="ADAL" clId="{8D3F124E-B48C-49F3-B17E-7C0FC527AD02}"/>
    <pc:docChg chg="undo custSel addSld delSld modSld sldOrd">
      <pc:chgData name="Bram Heyns" userId="7a623cc0-5b6c-43c7-88a0-ff55db19c79e" providerId="ADAL" clId="{8D3F124E-B48C-49F3-B17E-7C0FC527AD02}" dt="2024-01-15T09:41:20.899" v="5904" actId="1076"/>
      <pc:docMkLst>
        <pc:docMk/>
      </pc:docMkLst>
      <pc:sldChg chg="modSp mod">
        <pc:chgData name="Bram Heyns" userId="7a623cc0-5b6c-43c7-88a0-ff55db19c79e" providerId="ADAL" clId="{8D3F124E-B48C-49F3-B17E-7C0FC527AD02}" dt="2024-01-11T12:56:17.997" v="138" actId="20577"/>
        <pc:sldMkLst>
          <pc:docMk/>
          <pc:sldMk cId="3616312771" sldId="256"/>
        </pc:sldMkLst>
      </pc:sldChg>
      <pc:sldChg chg="del">
        <pc:chgData name="Bram Heyns" userId="7a623cc0-5b6c-43c7-88a0-ff55db19c79e" providerId="ADAL" clId="{8D3F124E-B48C-49F3-B17E-7C0FC527AD02}" dt="2024-01-11T13:01:25.383" v="389" actId="47"/>
        <pc:sldMkLst>
          <pc:docMk/>
          <pc:sldMk cId="276004885" sldId="257"/>
        </pc:sldMkLst>
      </pc:sldChg>
      <pc:sldChg chg="addSp delSp modSp mod">
        <pc:chgData name="Bram Heyns" userId="7a623cc0-5b6c-43c7-88a0-ff55db19c79e" providerId="ADAL" clId="{8D3F124E-B48C-49F3-B17E-7C0FC527AD02}" dt="2024-01-11T20:53:39.979" v="3932" actId="21"/>
        <pc:sldMkLst>
          <pc:docMk/>
          <pc:sldMk cId="2967960735" sldId="276"/>
        </pc:sldMkLst>
      </pc:sldChg>
      <pc:sldChg chg="addSp delSp modSp mod">
        <pc:chgData name="Bram Heyns" userId="7a623cc0-5b6c-43c7-88a0-ff55db19c79e" providerId="ADAL" clId="{8D3F124E-B48C-49F3-B17E-7C0FC527AD02}" dt="2024-01-11T12:57:41.486" v="217" actId="20577"/>
        <pc:sldMkLst>
          <pc:docMk/>
          <pc:sldMk cId="2081295671" sldId="277"/>
        </pc:sldMkLst>
      </pc:sldChg>
      <pc:sldChg chg="del">
        <pc:chgData name="Bram Heyns" userId="7a623cc0-5b6c-43c7-88a0-ff55db19c79e" providerId="ADAL" clId="{8D3F124E-B48C-49F3-B17E-7C0FC527AD02}" dt="2024-01-11T12:53:23.810" v="54" actId="47"/>
        <pc:sldMkLst>
          <pc:docMk/>
          <pc:sldMk cId="1624575407" sldId="278"/>
        </pc:sldMkLst>
      </pc:sldChg>
      <pc:sldChg chg="addSp modSp new mod">
        <pc:chgData name="Bram Heyns" userId="7a623cc0-5b6c-43c7-88a0-ff55db19c79e" providerId="ADAL" clId="{8D3F124E-B48C-49F3-B17E-7C0FC527AD02}" dt="2024-01-11T12:57:58.656" v="226"/>
        <pc:sldMkLst>
          <pc:docMk/>
          <pc:sldMk cId="3210474422" sldId="278"/>
        </pc:sldMkLst>
      </pc:sldChg>
      <pc:sldChg chg="del">
        <pc:chgData name="Bram Heyns" userId="7a623cc0-5b6c-43c7-88a0-ff55db19c79e" providerId="ADAL" clId="{8D3F124E-B48C-49F3-B17E-7C0FC527AD02}" dt="2024-01-11T12:53:24.360" v="55" actId="47"/>
        <pc:sldMkLst>
          <pc:docMk/>
          <pc:sldMk cId="2846727448" sldId="279"/>
        </pc:sldMkLst>
      </pc:sldChg>
      <pc:sldChg chg="addSp modSp new mod">
        <pc:chgData name="Bram Heyns" userId="7a623cc0-5b6c-43c7-88a0-ff55db19c79e" providerId="ADAL" clId="{8D3F124E-B48C-49F3-B17E-7C0FC527AD02}" dt="2024-01-11T12:59:23.957" v="348" actId="1076"/>
        <pc:sldMkLst>
          <pc:docMk/>
          <pc:sldMk cId="3587760759" sldId="279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776558176" sldId="280"/>
        </pc:sldMkLst>
      </pc:sldChg>
      <pc:sldChg chg="addSp modSp new mod">
        <pc:chgData name="Bram Heyns" userId="7a623cc0-5b6c-43c7-88a0-ff55db19c79e" providerId="ADAL" clId="{8D3F124E-B48C-49F3-B17E-7C0FC527AD02}" dt="2024-01-11T13:00:05.006" v="373"/>
        <pc:sldMkLst>
          <pc:docMk/>
          <pc:sldMk cId="2023957802" sldId="280"/>
        </pc:sldMkLst>
      </pc:sldChg>
      <pc:sldChg chg="new del">
        <pc:chgData name="Bram Heyns" userId="7a623cc0-5b6c-43c7-88a0-ff55db19c79e" providerId="ADAL" clId="{8D3F124E-B48C-49F3-B17E-7C0FC527AD02}" dt="2024-01-11T13:00:50.339" v="375" actId="47"/>
        <pc:sldMkLst>
          <pc:docMk/>
          <pc:sldMk cId="1235754573" sldId="28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79919072" sldId="281"/>
        </pc:sldMkLst>
      </pc:sldChg>
      <pc:sldChg chg="addSp modSp new">
        <pc:chgData name="Bram Heyns" userId="7a623cc0-5b6c-43c7-88a0-ff55db19c79e" providerId="ADAL" clId="{8D3F124E-B48C-49F3-B17E-7C0FC527AD02}" dt="2024-01-11T13:01:33.473" v="390"/>
        <pc:sldMkLst>
          <pc:docMk/>
          <pc:sldMk cId="3757175392" sldId="281"/>
        </pc:sldMkLst>
      </pc:sldChg>
      <pc:sldChg chg="addSp modSp new mod">
        <pc:chgData name="Bram Heyns" userId="7a623cc0-5b6c-43c7-88a0-ff55db19c79e" providerId="ADAL" clId="{8D3F124E-B48C-49F3-B17E-7C0FC527AD02}" dt="2024-01-11T13:02:05.135" v="428" actId="1076"/>
        <pc:sldMkLst>
          <pc:docMk/>
          <pc:sldMk cId="2438338052" sldId="28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957128938" sldId="28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127495967" sldId="283"/>
        </pc:sldMkLst>
      </pc:sldChg>
      <pc:sldChg chg="addSp modSp new mod">
        <pc:chgData name="Bram Heyns" userId="7a623cc0-5b6c-43c7-88a0-ff55db19c79e" providerId="ADAL" clId="{8D3F124E-B48C-49F3-B17E-7C0FC527AD02}" dt="2024-01-11T13:02:59.514" v="483" actId="1076"/>
        <pc:sldMkLst>
          <pc:docMk/>
          <pc:sldMk cId="3338526081" sldId="283"/>
        </pc:sldMkLst>
      </pc:sldChg>
      <pc:sldChg chg="addSp modSp new mod">
        <pc:chgData name="Bram Heyns" userId="7a623cc0-5b6c-43c7-88a0-ff55db19c79e" providerId="ADAL" clId="{8D3F124E-B48C-49F3-B17E-7C0FC527AD02}" dt="2024-01-11T13:03:57.763" v="500" actId="1076"/>
        <pc:sldMkLst>
          <pc:docMk/>
          <pc:sldMk cId="2092321943" sldId="284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09800086" sldId="284"/>
        </pc:sldMkLst>
      </pc:sldChg>
      <pc:sldChg chg="addSp modSp new mod">
        <pc:chgData name="Bram Heyns" userId="7a623cc0-5b6c-43c7-88a0-ff55db19c79e" providerId="ADAL" clId="{8D3F124E-B48C-49F3-B17E-7C0FC527AD02}" dt="2024-01-11T13:04:41.521" v="526" actId="1076"/>
        <pc:sldMkLst>
          <pc:docMk/>
          <pc:sldMk cId="1974154351" sldId="28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143338881" sldId="28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55898384" sldId="286"/>
        </pc:sldMkLst>
      </pc:sldChg>
      <pc:sldChg chg="addSp modSp new mod">
        <pc:chgData name="Bram Heyns" userId="7a623cc0-5b6c-43c7-88a0-ff55db19c79e" providerId="ADAL" clId="{8D3F124E-B48C-49F3-B17E-7C0FC527AD02}" dt="2024-01-11T13:06:32.193" v="589" actId="403"/>
        <pc:sldMkLst>
          <pc:docMk/>
          <pc:sldMk cId="3219914966" sldId="286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72553522" sldId="287"/>
        </pc:sldMkLst>
      </pc:sldChg>
      <pc:sldChg chg="addSp delSp modSp new mod">
        <pc:chgData name="Bram Heyns" userId="7a623cc0-5b6c-43c7-88a0-ff55db19c79e" providerId="ADAL" clId="{8D3F124E-B48C-49F3-B17E-7C0FC527AD02}" dt="2024-01-11T19:25:27.787" v="1999" actId="478"/>
        <pc:sldMkLst>
          <pc:docMk/>
          <pc:sldMk cId="2874430358" sldId="287"/>
        </pc:sldMkLst>
      </pc:sldChg>
      <pc:sldChg chg="addSp modSp new mod">
        <pc:chgData name="Bram Heyns" userId="7a623cc0-5b6c-43c7-88a0-ff55db19c79e" providerId="ADAL" clId="{8D3F124E-B48C-49F3-B17E-7C0FC527AD02}" dt="2024-01-11T13:09:17.903" v="643" actId="1076"/>
        <pc:sldMkLst>
          <pc:docMk/>
          <pc:sldMk cId="3049261955" sldId="28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48433426" sldId="28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12664771" sldId="289"/>
        </pc:sldMkLst>
      </pc:sldChg>
      <pc:sldChg chg="addSp modSp add mod">
        <pc:chgData name="Bram Heyns" userId="7a623cc0-5b6c-43c7-88a0-ff55db19c79e" providerId="ADAL" clId="{8D3F124E-B48C-49F3-B17E-7C0FC527AD02}" dt="2024-01-11T20:53:47.306" v="3933"/>
        <pc:sldMkLst>
          <pc:docMk/>
          <pc:sldMk cId="3932052699" sldId="289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61322704" sldId="290"/>
        </pc:sldMkLst>
      </pc:sldChg>
      <pc:sldChg chg="new del">
        <pc:chgData name="Bram Heyns" userId="7a623cc0-5b6c-43c7-88a0-ff55db19c79e" providerId="ADAL" clId="{8D3F124E-B48C-49F3-B17E-7C0FC527AD02}" dt="2024-01-11T13:26:14.035" v="710" actId="680"/>
        <pc:sldMkLst>
          <pc:docMk/>
          <pc:sldMk cId="280369724" sldId="290"/>
        </pc:sldMkLst>
      </pc:sldChg>
      <pc:sldChg chg="addSp delSp modSp add mod">
        <pc:chgData name="Bram Heyns" userId="7a623cc0-5b6c-43c7-88a0-ff55db19c79e" providerId="ADAL" clId="{8D3F124E-B48C-49F3-B17E-7C0FC527AD02}" dt="2024-01-11T13:26:56.303" v="751" actId="1076"/>
        <pc:sldMkLst>
          <pc:docMk/>
          <pc:sldMk cId="2659521274" sldId="290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785759542" sldId="291"/>
        </pc:sldMkLst>
      </pc:sldChg>
      <pc:sldChg chg="addSp delSp modSp new mod">
        <pc:chgData name="Bram Heyns" userId="7a623cc0-5b6c-43c7-88a0-ff55db19c79e" providerId="ADAL" clId="{8D3F124E-B48C-49F3-B17E-7C0FC527AD02}" dt="2024-01-11T13:28:32.933" v="770"/>
        <pc:sldMkLst>
          <pc:docMk/>
          <pc:sldMk cId="1776585867" sldId="291"/>
        </pc:sldMkLst>
      </pc:sldChg>
      <pc:sldChg chg="addSp modSp new mod">
        <pc:chgData name="Bram Heyns" userId="7a623cc0-5b6c-43c7-88a0-ff55db19c79e" providerId="ADAL" clId="{8D3F124E-B48C-49F3-B17E-7C0FC527AD02}" dt="2024-01-11T14:14:48.239" v="1901" actId="14100"/>
        <pc:sldMkLst>
          <pc:docMk/>
          <pc:sldMk cId="3297883879" sldId="29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805913376" sldId="293"/>
        </pc:sldMkLst>
      </pc:sldChg>
      <pc:sldChg chg="addSp modSp new mod">
        <pc:chgData name="Bram Heyns" userId="7a623cc0-5b6c-43c7-88a0-ff55db19c79e" providerId="ADAL" clId="{8D3F124E-B48C-49F3-B17E-7C0FC527AD02}" dt="2024-01-11T19:47:31.547" v="2230" actId="20577"/>
        <pc:sldMkLst>
          <pc:docMk/>
          <pc:sldMk cId="4228819793" sldId="293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59032985" sldId="294"/>
        </pc:sldMkLst>
      </pc:sldChg>
      <pc:sldChg chg="modSp add del mod">
        <pc:chgData name="Bram Heyns" userId="7a623cc0-5b6c-43c7-88a0-ff55db19c79e" providerId="ADAL" clId="{8D3F124E-B48C-49F3-B17E-7C0FC527AD02}" dt="2024-01-11T20:51:14.973" v="3873" actId="47"/>
        <pc:sldMkLst>
          <pc:docMk/>
          <pc:sldMk cId="4229467434" sldId="294"/>
        </pc:sldMkLst>
      </pc:sldChg>
      <pc:sldChg chg="modSp add del mod">
        <pc:chgData name="Bram Heyns" userId="7a623cc0-5b6c-43c7-88a0-ff55db19c79e" providerId="ADAL" clId="{8D3F124E-B48C-49F3-B17E-7C0FC527AD02}" dt="2024-01-11T20:51:26.813" v="3874" actId="47"/>
        <pc:sldMkLst>
          <pc:docMk/>
          <pc:sldMk cId="2035773685" sldId="29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356382497" sldId="29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56459990" sldId="296"/>
        </pc:sldMkLst>
      </pc:sldChg>
      <pc:sldChg chg="addSp delSp modSp add mod ord">
        <pc:chgData name="Bram Heyns" userId="7a623cc0-5b6c-43c7-88a0-ff55db19c79e" providerId="ADAL" clId="{8D3F124E-B48C-49F3-B17E-7C0FC527AD02}" dt="2024-01-11T20:53:09.049" v="3928" actId="404"/>
        <pc:sldMkLst>
          <pc:docMk/>
          <pc:sldMk cId="840560955" sldId="296"/>
        </pc:sldMkLst>
      </pc:sldChg>
      <pc:sldChg chg="addSp delSp modSp add mod ord">
        <pc:chgData name="Bram Heyns" userId="7a623cc0-5b6c-43c7-88a0-ff55db19c79e" providerId="ADAL" clId="{8D3F124E-B48C-49F3-B17E-7C0FC527AD02}" dt="2024-01-11T20:53:16.034" v="3931" actId="404"/>
        <pc:sldMkLst>
          <pc:docMk/>
          <pc:sldMk cId="1827468612" sldId="29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233816653" sldId="29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10122103" sldId="298"/>
        </pc:sldMkLst>
      </pc:sldChg>
      <pc:sldChg chg="addSp modSp new mod ord">
        <pc:chgData name="Bram Heyns" userId="7a623cc0-5b6c-43c7-88a0-ff55db19c79e" providerId="ADAL" clId="{8D3F124E-B48C-49F3-B17E-7C0FC527AD02}" dt="2024-01-11T20:51:38.067" v="3876"/>
        <pc:sldMkLst>
          <pc:docMk/>
          <pc:sldMk cId="2535898083" sldId="29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032719985" sldId="299"/>
        </pc:sldMkLst>
      </pc:sldChg>
      <pc:sldChg chg="addSp delSp modSp new mod setBg">
        <pc:chgData name="Bram Heyns" userId="7a623cc0-5b6c-43c7-88a0-ff55db19c79e" providerId="ADAL" clId="{8D3F124E-B48C-49F3-B17E-7C0FC527AD02}" dt="2024-01-11T19:51:37.194" v="2372" actId="688"/>
        <pc:sldMkLst>
          <pc:docMk/>
          <pc:sldMk cId="3990673949" sldId="299"/>
        </pc:sldMkLst>
      </pc:sldChg>
      <pc:sldChg chg="modSp add mod">
        <pc:chgData name="Bram Heyns" userId="7a623cc0-5b6c-43c7-88a0-ff55db19c79e" providerId="ADAL" clId="{8D3F124E-B48C-49F3-B17E-7C0FC527AD02}" dt="2024-01-11T20:55:08.625" v="3949" actId="20577"/>
        <pc:sldMkLst>
          <pc:docMk/>
          <pc:sldMk cId="888478275" sldId="300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899597748" sldId="300"/>
        </pc:sldMkLst>
      </pc:sldChg>
      <pc:sldChg chg="addSp delSp modSp add mod">
        <pc:chgData name="Bram Heyns" userId="7a623cc0-5b6c-43c7-88a0-ff55db19c79e" providerId="ADAL" clId="{8D3F124E-B48C-49F3-B17E-7C0FC527AD02}" dt="2024-01-11T20:21:39.827" v="3031" actId="27636"/>
        <pc:sldMkLst>
          <pc:docMk/>
          <pc:sldMk cId="2467197886" sldId="301"/>
        </pc:sldMkLst>
      </pc:sldChg>
      <pc:sldChg chg="new del">
        <pc:chgData name="Bram Heyns" userId="7a623cc0-5b6c-43c7-88a0-ff55db19c79e" providerId="ADAL" clId="{8D3F124E-B48C-49F3-B17E-7C0FC527AD02}" dt="2024-01-11T19:33:01.293" v="2001" actId="680"/>
        <pc:sldMkLst>
          <pc:docMk/>
          <pc:sldMk cId="2835984716" sldId="30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65208796" sldId="30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937785246" sldId="302"/>
        </pc:sldMkLst>
      </pc:sldChg>
      <pc:sldChg chg="addSp modSp new mod ord">
        <pc:chgData name="Bram Heyns" userId="7a623cc0-5b6c-43c7-88a0-ff55db19c79e" providerId="ADAL" clId="{8D3F124E-B48C-49F3-B17E-7C0FC527AD02}" dt="2024-01-11T20:23:22.859" v="3101" actId="14100"/>
        <pc:sldMkLst>
          <pc:docMk/>
          <pc:sldMk cId="1302891467" sldId="30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877483560" sldId="303"/>
        </pc:sldMkLst>
      </pc:sldChg>
      <pc:sldChg chg="addSp delSp modSp new mod ord">
        <pc:chgData name="Bram Heyns" userId="7a623cc0-5b6c-43c7-88a0-ff55db19c79e" providerId="ADAL" clId="{8D3F124E-B48C-49F3-B17E-7C0FC527AD02}" dt="2024-01-11T20:42:42.432" v="3862" actId="1076"/>
        <pc:sldMkLst>
          <pc:docMk/>
          <pc:sldMk cId="1308309365" sldId="303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94180572" sldId="304"/>
        </pc:sldMkLst>
      </pc:sldChg>
      <pc:sldChg chg="addSp modSp new mod">
        <pc:chgData name="Bram Heyns" userId="7a623cc0-5b6c-43c7-88a0-ff55db19c79e" providerId="ADAL" clId="{8D3F124E-B48C-49F3-B17E-7C0FC527AD02}" dt="2024-01-11T20:20:22.508" v="2980" actId="20577"/>
        <pc:sldMkLst>
          <pc:docMk/>
          <pc:sldMk cId="1800705516" sldId="304"/>
        </pc:sldMkLst>
      </pc:sldChg>
      <pc:sldChg chg="addSp delSp modSp new mod ord">
        <pc:chgData name="Bram Heyns" userId="7a623cc0-5b6c-43c7-88a0-ff55db19c79e" providerId="ADAL" clId="{8D3F124E-B48C-49F3-B17E-7C0FC527AD02}" dt="2024-01-11T20:30:20.560" v="3351" actId="20577"/>
        <pc:sldMkLst>
          <pc:docMk/>
          <pc:sldMk cId="2612434242" sldId="30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037715959" sldId="305"/>
        </pc:sldMkLst>
      </pc:sldChg>
      <pc:sldChg chg="addSp modSp new mod">
        <pc:chgData name="Bram Heyns" userId="7a623cc0-5b6c-43c7-88a0-ff55db19c79e" providerId="ADAL" clId="{8D3F124E-B48C-49F3-B17E-7C0FC527AD02}" dt="2024-01-11T20:12:57.291" v="2725" actId="20577"/>
        <pc:sldMkLst>
          <pc:docMk/>
          <pc:sldMk cId="461052094" sldId="306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561051664" sldId="306"/>
        </pc:sldMkLst>
      </pc:sldChg>
      <pc:sldChg chg="addSp modSp new mod">
        <pc:chgData name="Bram Heyns" userId="7a623cc0-5b6c-43c7-88a0-ff55db19c79e" providerId="ADAL" clId="{8D3F124E-B48C-49F3-B17E-7C0FC527AD02}" dt="2024-01-12T07:36:01.532" v="4448" actId="1037"/>
        <pc:sldMkLst>
          <pc:docMk/>
          <pc:sldMk cId="1043890503" sldId="30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73727764" sldId="30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662188900" sldId="308"/>
        </pc:sldMkLst>
      </pc:sldChg>
      <pc:sldChg chg="modSp add mod">
        <pc:chgData name="Bram Heyns" userId="7a623cc0-5b6c-43c7-88a0-ff55db19c79e" providerId="ADAL" clId="{8D3F124E-B48C-49F3-B17E-7C0FC527AD02}" dt="2024-01-11T20:56:13.490" v="4013" actId="20577"/>
        <pc:sldMkLst>
          <pc:docMk/>
          <pc:sldMk cId="1493160093" sldId="308"/>
        </pc:sldMkLst>
      </pc:sldChg>
      <pc:sldChg chg="addSp modSp add mod">
        <pc:chgData name="Bram Heyns" userId="7a623cc0-5b6c-43c7-88a0-ff55db19c79e" providerId="ADAL" clId="{8D3F124E-B48C-49F3-B17E-7C0FC527AD02}" dt="2024-01-15T08:58:52.132" v="4994" actId="20577"/>
        <pc:sldMkLst>
          <pc:docMk/>
          <pc:sldMk cId="3228102229" sldId="309"/>
        </pc:sldMkLst>
      </pc:sldChg>
      <pc:sldChg chg="addSp delSp modSp add mod">
        <pc:chgData name="Bram Heyns" userId="7a623cc0-5b6c-43c7-88a0-ff55db19c79e" providerId="ADAL" clId="{8D3F124E-B48C-49F3-B17E-7C0FC527AD02}" dt="2024-01-12T07:13:14.645" v="4156" actId="1076"/>
        <pc:sldMkLst>
          <pc:docMk/>
          <pc:sldMk cId="2387683895" sldId="310"/>
        </pc:sldMkLst>
      </pc:sldChg>
      <pc:sldChg chg="addSp modSp new mod">
        <pc:chgData name="Bram Heyns" userId="7a623cc0-5b6c-43c7-88a0-ff55db19c79e" providerId="ADAL" clId="{8D3F124E-B48C-49F3-B17E-7C0FC527AD02}" dt="2024-01-12T07:11:05.427" v="4146" actId="1037"/>
        <pc:sldMkLst>
          <pc:docMk/>
          <pc:sldMk cId="3611358941" sldId="311"/>
        </pc:sldMkLst>
      </pc:sldChg>
      <pc:sldChg chg="addSp modSp new mod modNotesTx">
        <pc:chgData name="Bram Heyns" userId="7a623cc0-5b6c-43c7-88a0-ff55db19c79e" providerId="ADAL" clId="{8D3F124E-B48C-49F3-B17E-7C0FC527AD02}" dt="2024-01-12T07:14:12.760" v="4189" actId="1076"/>
        <pc:sldMkLst>
          <pc:docMk/>
          <pc:sldMk cId="70942096" sldId="312"/>
        </pc:sldMkLst>
      </pc:sldChg>
      <pc:sldChg chg="addSp modSp new mod">
        <pc:chgData name="Bram Heyns" userId="7a623cc0-5b6c-43c7-88a0-ff55db19c79e" providerId="ADAL" clId="{8D3F124E-B48C-49F3-B17E-7C0FC527AD02}" dt="2024-01-12T07:16:14.811" v="4237" actId="207"/>
        <pc:sldMkLst>
          <pc:docMk/>
          <pc:sldMk cId="2288066975" sldId="313"/>
        </pc:sldMkLst>
      </pc:sldChg>
      <pc:sldChg chg="addSp modSp new mod">
        <pc:chgData name="Bram Heyns" userId="7a623cc0-5b6c-43c7-88a0-ff55db19c79e" providerId="ADAL" clId="{8D3F124E-B48C-49F3-B17E-7C0FC527AD02}" dt="2024-01-12T07:22:55.817" v="4311" actId="1076"/>
        <pc:sldMkLst>
          <pc:docMk/>
          <pc:sldMk cId="3635299756" sldId="314"/>
        </pc:sldMkLst>
      </pc:sldChg>
      <pc:sldChg chg="addSp modSp new mod">
        <pc:chgData name="Bram Heyns" userId="7a623cc0-5b6c-43c7-88a0-ff55db19c79e" providerId="ADAL" clId="{8D3F124E-B48C-49F3-B17E-7C0FC527AD02}" dt="2024-01-12T07:24:23.591" v="4342" actId="1076"/>
        <pc:sldMkLst>
          <pc:docMk/>
          <pc:sldMk cId="828093412" sldId="315"/>
        </pc:sldMkLst>
      </pc:sldChg>
      <pc:sldChg chg="addSp modSp new mod">
        <pc:chgData name="Bram Heyns" userId="7a623cc0-5b6c-43c7-88a0-ff55db19c79e" providerId="ADAL" clId="{8D3F124E-B48C-49F3-B17E-7C0FC527AD02}" dt="2024-01-12T07:28:53.518" v="4390" actId="20577"/>
        <pc:sldMkLst>
          <pc:docMk/>
          <pc:sldMk cId="1729543206" sldId="316"/>
        </pc:sldMkLst>
      </pc:sldChg>
      <pc:sldChg chg="addSp modSp new mod">
        <pc:chgData name="Bram Heyns" userId="7a623cc0-5b6c-43c7-88a0-ff55db19c79e" providerId="ADAL" clId="{8D3F124E-B48C-49F3-B17E-7C0FC527AD02}" dt="2024-01-12T07:37:06.629" v="4460" actId="1037"/>
        <pc:sldMkLst>
          <pc:docMk/>
          <pc:sldMk cId="3482395737" sldId="317"/>
        </pc:sldMkLst>
      </pc:sldChg>
      <pc:sldChg chg="addSp modSp new mod">
        <pc:chgData name="Bram Heyns" userId="7a623cc0-5b6c-43c7-88a0-ff55db19c79e" providerId="ADAL" clId="{8D3F124E-B48C-49F3-B17E-7C0FC527AD02}" dt="2024-01-12T07:34:56.134" v="4438" actId="1076"/>
        <pc:sldMkLst>
          <pc:docMk/>
          <pc:sldMk cId="2885104249" sldId="318"/>
        </pc:sldMkLst>
      </pc:sldChg>
      <pc:sldChg chg="addSp modSp new mod">
        <pc:chgData name="Bram Heyns" userId="7a623cc0-5b6c-43c7-88a0-ff55db19c79e" providerId="ADAL" clId="{8D3F124E-B48C-49F3-B17E-7C0FC527AD02}" dt="2024-01-12T07:47:51.526" v="4486" actId="1076"/>
        <pc:sldMkLst>
          <pc:docMk/>
          <pc:sldMk cId="3205486269" sldId="319"/>
        </pc:sldMkLst>
      </pc:sldChg>
      <pc:sldChg chg="addSp modSp new mod">
        <pc:chgData name="Bram Heyns" userId="7a623cc0-5b6c-43c7-88a0-ff55db19c79e" providerId="ADAL" clId="{8D3F124E-B48C-49F3-B17E-7C0FC527AD02}" dt="2024-01-12T07:49:16.601" v="4527"/>
        <pc:sldMkLst>
          <pc:docMk/>
          <pc:sldMk cId="2241877734" sldId="320"/>
        </pc:sldMkLst>
      </pc:sldChg>
      <pc:sldChg chg="addSp modSp new mod">
        <pc:chgData name="Bram Heyns" userId="7a623cc0-5b6c-43c7-88a0-ff55db19c79e" providerId="ADAL" clId="{8D3F124E-B48C-49F3-B17E-7C0FC527AD02}" dt="2024-01-12T07:52:49.555" v="4697" actId="20577"/>
        <pc:sldMkLst>
          <pc:docMk/>
          <pc:sldMk cId="3595877681" sldId="321"/>
        </pc:sldMkLst>
      </pc:sldChg>
      <pc:sldChg chg="addSp modSp new mod">
        <pc:chgData name="Bram Heyns" userId="7a623cc0-5b6c-43c7-88a0-ff55db19c79e" providerId="ADAL" clId="{8D3F124E-B48C-49F3-B17E-7C0FC527AD02}" dt="2024-01-12T08:17:56.324" v="4735" actId="20577"/>
        <pc:sldMkLst>
          <pc:docMk/>
          <pc:sldMk cId="28299453" sldId="322"/>
        </pc:sldMkLst>
      </pc:sldChg>
      <pc:sldChg chg="addSp modSp new mod">
        <pc:chgData name="Bram Heyns" userId="7a623cc0-5b6c-43c7-88a0-ff55db19c79e" providerId="ADAL" clId="{8D3F124E-B48C-49F3-B17E-7C0FC527AD02}" dt="2024-01-12T08:24:51.048" v="4892" actId="166"/>
        <pc:sldMkLst>
          <pc:docMk/>
          <pc:sldMk cId="3743490353" sldId="323"/>
        </pc:sldMkLst>
      </pc:sldChg>
      <pc:sldChg chg="addSp delSp modSp new mod">
        <pc:chgData name="Bram Heyns" userId="7a623cc0-5b6c-43c7-88a0-ff55db19c79e" providerId="ADAL" clId="{8D3F124E-B48C-49F3-B17E-7C0FC527AD02}" dt="2024-01-12T08:28:54.571" v="4941" actId="20577"/>
        <pc:sldMkLst>
          <pc:docMk/>
          <pc:sldMk cId="4198651980" sldId="324"/>
        </pc:sldMkLst>
      </pc:sldChg>
      <pc:sldChg chg="addSp delSp modSp new mod">
        <pc:chgData name="Bram Heyns" userId="7a623cc0-5b6c-43c7-88a0-ff55db19c79e" providerId="ADAL" clId="{8D3F124E-B48C-49F3-B17E-7C0FC527AD02}" dt="2024-01-15T08:57:34.730" v="4972" actId="478"/>
        <pc:sldMkLst>
          <pc:docMk/>
          <pc:sldMk cId="3896885377" sldId="325"/>
        </pc:sldMkLst>
      </pc:sldChg>
      <pc:sldChg chg="addSp delSp modSp add mod modNotesTx">
        <pc:chgData name="Bram Heyns" userId="7a623cc0-5b6c-43c7-88a0-ff55db19c79e" providerId="ADAL" clId="{8D3F124E-B48C-49F3-B17E-7C0FC527AD02}" dt="2024-01-15T09:02:26.595" v="5115" actId="20577"/>
        <pc:sldMkLst>
          <pc:docMk/>
          <pc:sldMk cId="1309603223" sldId="326"/>
        </pc:sldMkLst>
      </pc:sldChg>
      <pc:sldChg chg="addSp delSp modSp new mod ord">
        <pc:chgData name="Bram Heyns" userId="7a623cc0-5b6c-43c7-88a0-ff55db19c79e" providerId="ADAL" clId="{8D3F124E-B48C-49F3-B17E-7C0FC527AD02}" dt="2024-01-15T09:29:12.874" v="5773" actId="167"/>
        <pc:sldMkLst>
          <pc:docMk/>
          <pc:sldMk cId="350413602" sldId="327"/>
        </pc:sldMkLst>
      </pc:sldChg>
      <pc:sldChg chg="addSp modSp new mod">
        <pc:chgData name="Bram Heyns" userId="7a623cc0-5b6c-43c7-88a0-ff55db19c79e" providerId="ADAL" clId="{8D3F124E-B48C-49F3-B17E-7C0FC527AD02}" dt="2024-01-15T09:05:35.279" v="5197" actId="14100"/>
        <pc:sldMkLst>
          <pc:docMk/>
          <pc:sldMk cId="735143729" sldId="328"/>
        </pc:sldMkLst>
      </pc:sldChg>
      <pc:sldChg chg="addSp modSp new mod">
        <pc:chgData name="Bram Heyns" userId="7a623cc0-5b6c-43c7-88a0-ff55db19c79e" providerId="ADAL" clId="{8D3F124E-B48C-49F3-B17E-7C0FC527AD02}" dt="2024-01-15T09:05:52.445" v="5198" actId="167"/>
        <pc:sldMkLst>
          <pc:docMk/>
          <pc:sldMk cId="1313552394" sldId="329"/>
        </pc:sldMkLst>
      </pc:sldChg>
      <pc:sldChg chg="addSp modSp new mod">
        <pc:chgData name="Bram Heyns" userId="7a623cc0-5b6c-43c7-88a0-ff55db19c79e" providerId="ADAL" clId="{8D3F124E-B48C-49F3-B17E-7C0FC527AD02}" dt="2024-01-15T09:31:49.110" v="5827" actId="20577"/>
        <pc:sldMkLst>
          <pc:docMk/>
          <pc:sldMk cId="2583434045" sldId="330"/>
        </pc:sldMkLst>
      </pc:sldChg>
      <pc:sldChg chg="addSp modSp new mod">
        <pc:chgData name="Bram Heyns" userId="7a623cc0-5b6c-43c7-88a0-ff55db19c79e" providerId="ADAL" clId="{8D3F124E-B48C-49F3-B17E-7C0FC527AD02}" dt="2024-01-15T09:31:14.915" v="5803"/>
        <pc:sldMkLst>
          <pc:docMk/>
          <pc:sldMk cId="3349508426" sldId="331"/>
        </pc:sldMkLst>
      </pc:sldChg>
      <pc:sldChg chg="addSp modSp new mod">
        <pc:chgData name="Bram Heyns" userId="7a623cc0-5b6c-43c7-88a0-ff55db19c79e" providerId="ADAL" clId="{8D3F124E-B48C-49F3-B17E-7C0FC527AD02}" dt="2024-01-15T09:32:21.881" v="5857" actId="1076"/>
        <pc:sldMkLst>
          <pc:docMk/>
          <pc:sldMk cId="309763745" sldId="332"/>
        </pc:sldMkLst>
      </pc:sldChg>
      <pc:sldChg chg="addSp modSp new mod">
        <pc:chgData name="Bram Heyns" userId="7a623cc0-5b6c-43c7-88a0-ff55db19c79e" providerId="ADAL" clId="{8D3F124E-B48C-49F3-B17E-7C0FC527AD02}" dt="2024-01-15T09:41:20.899" v="5904" actId="1076"/>
        <pc:sldMkLst>
          <pc:docMk/>
          <pc:sldMk cId="2137141630" sldId="333"/>
        </pc:sldMkLst>
      </pc:sldChg>
    </pc:docChg>
  </pc:docChgLst>
  <pc:docChgLst>
    <pc:chgData name="Stef Van Wolputte" userId="53954008-e772-4081-b24d-77d1e8f1f00e" providerId="ADAL" clId="{BC492FDA-A50E-43E4-BE66-6B8F17872571}"/>
    <pc:docChg chg="custSel modSld">
      <pc:chgData name="Stef Van Wolputte" userId="53954008-e772-4081-b24d-77d1e8f1f00e" providerId="ADAL" clId="{BC492FDA-A50E-43E4-BE66-6B8F17872571}" dt="2025-04-15T12:12:12.013" v="26" actId="14100"/>
      <pc:docMkLst>
        <pc:docMk/>
      </pc:docMkLst>
      <pc:sldChg chg="delSp mod">
        <pc:chgData name="Stef Van Wolputte" userId="53954008-e772-4081-b24d-77d1e8f1f00e" providerId="ADAL" clId="{BC492FDA-A50E-43E4-BE66-6B8F17872571}" dt="2025-04-15T11:12:39.642" v="0" actId="478"/>
        <pc:sldMkLst>
          <pc:docMk/>
          <pc:sldMk cId="2472057008" sldId="363"/>
        </pc:sldMkLst>
        <pc:spChg chg="del">
          <ac:chgData name="Stef Van Wolputte" userId="53954008-e772-4081-b24d-77d1e8f1f00e" providerId="ADAL" clId="{BC492FDA-A50E-43E4-BE66-6B8F17872571}" dt="2025-04-15T11:12:39.642" v="0" actId="478"/>
          <ac:spMkLst>
            <pc:docMk/>
            <pc:sldMk cId="2472057008" sldId="363"/>
            <ac:spMk id="4" creationId="{6FF552FD-96EF-F741-C183-9600A635C8C5}"/>
          </ac:spMkLst>
        </pc:spChg>
      </pc:sldChg>
      <pc:sldChg chg="delSp mod">
        <pc:chgData name="Stef Van Wolputte" userId="53954008-e772-4081-b24d-77d1e8f1f00e" providerId="ADAL" clId="{BC492FDA-A50E-43E4-BE66-6B8F17872571}" dt="2025-04-15T11:12:42.988" v="1" actId="478"/>
        <pc:sldMkLst>
          <pc:docMk/>
          <pc:sldMk cId="270576367" sldId="367"/>
        </pc:sldMkLst>
        <pc:spChg chg="del">
          <ac:chgData name="Stef Van Wolputte" userId="53954008-e772-4081-b24d-77d1e8f1f00e" providerId="ADAL" clId="{BC492FDA-A50E-43E4-BE66-6B8F17872571}" dt="2025-04-15T11:12:42.988" v="1" actId="478"/>
          <ac:spMkLst>
            <pc:docMk/>
            <pc:sldMk cId="270576367" sldId="367"/>
            <ac:spMk id="4" creationId="{7971CC21-2D09-853A-EA71-A4C0814626BB}"/>
          </ac:spMkLst>
        </pc:spChg>
      </pc:sldChg>
      <pc:sldChg chg="delSp mod">
        <pc:chgData name="Stef Van Wolputte" userId="53954008-e772-4081-b24d-77d1e8f1f00e" providerId="ADAL" clId="{BC492FDA-A50E-43E4-BE66-6B8F17872571}" dt="2025-04-15T11:12:45.745" v="2" actId="478"/>
        <pc:sldMkLst>
          <pc:docMk/>
          <pc:sldMk cId="3724029127" sldId="369"/>
        </pc:sldMkLst>
        <pc:spChg chg="del">
          <ac:chgData name="Stef Van Wolputte" userId="53954008-e772-4081-b24d-77d1e8f1f00e" providerId="ADAL" clId="{BC492FDA-A50E-43E4-BE66-6B8F17872571}" dt="2025-04-15T11:12:45.745" v="2" actId="478"/>
          <ac:spMkLst>
            <pc:docMk/>
            <pc:sldMk cId="3724029127" sldId="369"/>
            <ac:spMk id="4" creationId="{E96DC863-86AD-0BC7-A990-ED38A4CC8E69}"/>
          </ac:spMkLst>
        </pc:spChg>
      </pc:sldChg>
      <pc:sldChg chg="modSp mod">
        <pc:chgData name="Stef Van Wolputte" userId="53954008-e772-4081-b24d-77d1e8f1f00e" providerId="ADAL" clId="{BC492FDA-A50E-43E4-BE66-6B8F17872571}" dt="2025-04-15T11:13:25.008" v="6" actId="14100"/>
        <pc:sldMkLst>
          <pc:docMk/>
          <pc:sldMk cId="2066602931" sldId="371"/>
        </pc:sldMkLst>
        <pc:picChg chg="mod">
          <ac:chgData name="Stef Van Wolputte" userId="53954008-e772-4081-b24d-77d1e8f1f00e" providerId="ADAL" clId="{BC492FDA-A50E-43E4-BE66-6B8F17872571}" dt="2025-04-15T11:13:25.008" v="6" actId="14100"/>
          <ac:picMkLst>
            <pc:docMk/>
            <pc:sldMk cId="2066602931" sldId="371"/>
            <ac:picMk id="5" creationId="{928D22E3-4DFA-F79D-B7E2-1E2097C9E9D2}"/>
          </ac:picMkLst>
        </pc:picChg>
        <pc:picChg chg="mod">
          <ac:chgData name="Stef Van Wolputte" userId="53954008-e772-4081-b24d-77d1e8f1f00e" providerId="ADAL" clId="{BC492FDA-A50E-43E4-BE66-6B8F17872571}" dt="2025-04-15T11:13:16.471" v="3" actId="14100"/>
          <ac:picMkLst>
            <pc:docMk/>
            <pc:sldMk cId="2066602931" sldId="371"/>
            <ac:picMk id="6" creationId="{AB38447D-1171-2BB1-3C29-CE520D0AD33D}"/>
          </ac:picMkLst>
        </pc:picChg>
      </pc:sldChg>
      <pc:sldChg chg="delSp mod">
        <pc:chgData name="Stef Van Wolputte" userId="53954008-e772-4081-b24d-77d1e8f1f00e" providerId="ADAL" clId="{BC492FDA-A50E-43E4-BE66-6B8F17872571}" dt="2025-04-15T11:14:57.788" v="10" actId="478"/>
        <pc:sldMkLst>
          <pc:docMk/>
          <pc:sldMk cId="3412987788" sldId="375"/>
        </pc:sldMkLst>
        <pc:spChg chg="del">
          <ac:chgData name="Stef Van Wolputte" userId="53954008-e772-4081-b24d-77d1e8f1f00e" providerId="ADAL" clId="{BC492FDA-A50E-43E4-BE66-6B8F17872571}" dt="2025-04-15T11:14:57.788" v="10" actId="478"/>
          <ac:spMkLst>
            <pc:docMk/>
            <pc:sldMk cId="3412987788" sldId="375"/>
            <ac:spMk id="8" creationId="{73DD816F-C616-5706-9A92-3652F18B17CE}"/>
          </ac:spMkLst>
        </pc:spChg>
      </pc:sldChg>
      <pc:sldChg chg="delSp modSp mod">
        <pc:chgData name="Stef Van Wolputte" userId="53954008-e772-4081-b24d-77d1e8f1f00e" providerId="ADAL" clId="{BC492FDA-A50E-43E4-BE66-6B8F17872571}" dt="2025-04-15T11:17:11.371" v="20" actId="1076"/>
        <pc:sldMkLst>
          <pc:docMk/>
          <pc:sldMk cId="895727634" sldId="376"/>
        </pc:sldMkLst>
        <pc:spChg chg="del">
          <ac:chgData name="Stef Van Wolputte" userId="53954008-e772-4081-b24d-77d1e8f1f00e" providerId="ADAL" clId="{BC492FDA-A50E-43E4-BE66-6B8F17872571}" dt="2025-04-15T11:17:05.359" v="17" actId="478"/>
          <ac:spMkLst>
            <pc:docMk/>
            <pc:sldMk cId="895727634" sldId="376"/>
            <ac:spMk id="4" creationId="{0E48B258-C4BF-5800-7C52-F9A8E3FB7B09}"/>
          </ac:spMkLst>
        </pc:spChg>
        <pc:picChg chg="mod">
          <ac:chgData name="Stef Van Wolputte" userId="53954008-e772-4081-b24d-77d1e8f1f00e" providerId="ADAL" clId="{BC492FDA-A50E-43E4-BE66-6B8F17872571}" dt="2025-04-15T11:17:11.371" v="20" actId="1076"/>
          <ac:picMkLst>
            <pc:docMk/>
            <pc:sldMk cId="895727634" sldId="376"/>
            <ac:picMk id="2050" creationId="{4BD741F8-D102-B6F9-B001-AB9AB6B3F823}"/>
          </ac:picMkLst>
        </pc:picChg>
      </pc:sldChg>
      <pc:sldChg chg="delSp mod">
        <pc:chgData name="Stef Van Wolputte" userId="53954008-e772-4081-b24d-77d1e8f1f00e" providerId="ADAL" clId="{BC492FDA-A50E-43E4-BE66-6B8F17872571}" dt="2025-04-15T11:13:55.427" v="8" actId="478"/>
        <pc:sldMkLst>
          <pc:docMk/>
          <pc:sldMk cId="1234051666" sldId="377"/>
        </pc:sldMkLst>
        <pc:spChg chg="del">
          <ac:chgData name="Stef Van Wolputte" userId="53954008-e772-4081-b24d-77d1e8f1f00e" providerId="ADAL" clId="{BC492FDA-A50E-43E4-BE66-6B8F17872571}" dt="2025-04-15T11:13:55.427" v="8" actId="478"/>
          <ac:spMkLst>
            <pc:docMk/>
            <pc:sldMk cId="1234051666" sldId="377"/>
            <ac:spMk id="4" creationId="{D631D444-EB3B-C6A5-97E9-46BDB12BDD33}"/>
          </ac:spMkLst>
        </pc:spChg>
      </pc:sldChg>
      <pc:sldChg chg="delSp mod">
        <pc:chgData name="Stef Van Wolputte" userId="53954008-e772-4081-b24d-77d1e8f1f00e" providerId="ADAL" clId="{BC492FDA-A50E-43E4-BE66-6B8F17872571}" dt="2025-04-15T11:14:00.053" v="9" actId="478"/>
        <pc:sldMkLst>
          <pc:docMk/>
          <pc:sldMk cId="4164747600" sldId="379"/>
        </pc:sldMkLst>
        <pc:spChg chg="del">
          <ac:chgData name="Stef Van Wolputte" userId="53954008-e772-4081-b24d-77d1e8f1f00e" providerId="ADAL" clId="{BC492FDA-A50E-43E4-BE66-6B8F17872571}" dt="2025-04-15T11:14:00.053" v="9" actId="478"/>
          <ac:spMkLst>
            <pc:docMk/>
            <pc:sldMk cId="4164747600" sldId="379"/>
            <ac:spMk id="4" creationId="{33E5806F-78E1-DD4F-39FC-A0C9ABE05F85}"/>
          </ac:spMkLst>
        </pc:spChg>
      </pc:sldChg>
      <pc:sldChg chg="delSp mod">
        <pc:chgData name="Stef Van Wolputte" userId="53954008-e772-4081-b24d-77d1e8f1f00e" providerId="ADAL" clId="{BC492FDA-A50E-43E4-BE66-6B8F17872571}" dt="2025-04-15T11:13:31.780" v="7" actId="478"/>
        <pc:sldMkLst>
          <pc:docMk/>
          <pc:sldMk cId="2952975409" sldId="380"/>
        </pc:sldMkLst>
        <pc:spChg chg="del">
          <ac:chgData name="Stef Van Wolputte" userId="53954008-e772-4081-b24d-77d1e8f1f00e" providerId="ADAL" clId="{BC492FDA-A50E-43E4-BE66-6B8F17872571}" dt="2025-04-15T11:13:31.780" v="7" actId="478"/>
          <ac:spMkLst>
            <pc:docMk/>
            <pc:sldMk cId="2952975409" sldId="380"/>
            <ac:spMk id="4" creationId="{9986CCAE-DCFF-BF82-1284-AC419473555E}"/>
          </ac:spMkLst>
        </pc:spChg>
      </pc:sldChg>
      <pc:sldChg chg="delSp mod">
        <pc:chgData name="Stef Van Wolputte" userId="53954008-e772-4081-b24d-77d1e8f1f00e" providerId="ADAL" clId="{BC492FDA-A50E-43E4-BE66-6B8F17872571}" dt="2025-04-15T11:15:08.997" v="12" actId="478"/>
        <pc:sldMkLst>
          <pc:docMk/>
          <pc:sldMk cId="1273456044" sldId="383"/>
        </pc:sldMkLst>
        <pc:spChg chg="del">
          <ac:chgData name="Stef Van Wolputte" userId="53954008-e772-4081-b24d-77d1e8f1f00e" providerId="ADAL" clId="{BC492FDA-A50E-43E4-BE66-6B8F17872571}" dt="2025-04-15T11:15:08.997" v="12" actId="478"/>
          <ac:spMkLst>
            <pc:docMk/>
            <pc:sldMk cId="1273456044" sldId="383"/>
            <ac:spMk id="2" creationId="{19CB5A58-6E8C-A26F-456C-215C059203B4}"/>
          </ac:spMkLst>
        </pc:spChg>
        <pc:spChg chg="del">
          <ac:chgData name="Stef Van Wolputte" userId="53954008-e772-4081-b24d-77d1e8f1f00e" providerId="ADAL" clId="{BC492FDA-A50E-43E4-BE66-6B8F17872571}" dt="2025-04-15T11:15:05.853" v="11" actId="478"/>
          <ac:spMkLst>
            <pc:docMk/>
            <pc:sldMk cId="1273456044" sldId="383"/>
            <ac:spMk id="4" creationId="{AB0DA8C8-B855-47F0-0F5A-3D3AFDBC4412}"/>
          </ac:spMkLst>
        </pc:spChg>
      </pc:sldChg>
      <pc:sldChg chg="delSp mod">
        <pc:chgData name="Stef Van Wolputte" userId="53954008-e772-4081-b24d-77d1e8f1f00e" providerId="ADAL" clId="{BC492FDA-A50E-43E4-BE66-6B8F17872571}" dt="2025-04-15T11:15:16.766" v="13" actId="478"/>
        <pc:sldMkLst>
          <pc:docMk/>
          <pc:sldMk cId="3166844444" sldId="384"/>
        </pc:sldMkLst>
        <pc:spChg chg="del">
          <ac:chgData name="Stef Van Wolputte" userId="53954008-e772-4081-b24d-77d1e8f1f00e" providerId="ADAL" clId="{BC492FDA-A50E-43E4-BE66-6B8F17872571}" dt="2025-04-15T11:15:16.766" v="13" actId="478"/>
          <ac:spMkLst>
            <pc:docMk/>
            <pc:sldMk cId="3166844444" sldId="384"/>
            <ac:spMk id="4" creationId="{C8C7E54E-CE6E-2FB0-A63D-0F0D9FDD5DFF}"/>
          </ac:spMkLst>
        </pc:spChg>
      </pc:sldChg>
      <pc:sldChg chg="delSp modSp mod">
        <pc:chgData name="Stef Van Wolputte" userId="53954008-e772-4081-b24d-77d1e8f1f00e" providerId="ADAL" clId="{BC492FDA-A50E-43E4-BE66-6B8F17872571}" dt="2025-04-15T11:16:02.907" v="15" actId="1076"/>
        <pc:sldMkLst>
          <pc:docMk/>
          <pc:sldMk cId="1937382956" sldId="385"/>
        </pc:sldMkLst>
        <pc:spChg chg="del">
          <ac:chgData name="Stef Van Wolputte" userId="53954008-e772-4081-b24d-77d1e8f1f00e" providerId="ADAL" clId="{BC492FDA-A50E-43E4-BE66-6B8F17872571}" dt="2025-04-15T11:15:49.646" v="14" actId="478"/>
          <ac:spMkLst>
            <pc:docMk/>
            <pc:sldMk cId="1937382956" sldId="385"/>
            <ac:spMk id="4" creationId="{057614FD-6DA6-8A83-C10E-3A9EB4884685}"/>
          </ac:spMkLst>
        </pc:spChg>
        <pc:picChg chg="mod">
          <ac:chgData name="Stef Van Wolputte" userId="53954008-e772-4081-b24d-77d1e8f1f00e" providerId="ADAL" clId="{BC492FDA-A50E-43E4-BE66-6B8F17872571}" dt="2025-04-15T11:16:02.907" v="15" actId="1076"/>
          <ac:picMkLst>
            <pc:docMk/>
            <pc:sldMk cId="1937382956" sldId="385"/>
            <ac:picMk id="5" creationId="{8A8B966D-4592-44D8-1C3E-E77A45E37362}"/>
          </ac:picMkLst>
        </pc:picChg>
      </pc:sldChg>
      <pc:sldChg chg="delSp mod">
        <pc:chgData name="Stef Van Wolputte" userId="53954008-e772-4081-b24d-77d1e8f1f00e" providerId="ADAL" clId="{BC492FDA-A50E-43E4-BE66-6B8F17872571}" dt="2025-04-15T11:16:06.878" v="16" actId="478"/>
        <pc:sldMkLst>
          <pc:docMk/>
          <pc:sldMk cId="4283962803" sldId="386"/>
        </pc:sldMkLst>
        <pc:spChg chg="del">
          <ac:chgData name="Stef Van Wolputte" userId="53954008-e772-4081-b24d-77d1e8f1f00e" providerId="ADAL" clId="{BC492FDA-A50E-43E4-BE66-6B8F17872571}" dt="2025-04-15T11:16:06.878" v="16" actId="478"/>
          <ac:spMkLst>
            <pc:docMk/>
            <pc:sldMk cId="4283962803" sldId="386"/>
            <ac:spMk id="4" creationId="{252F07BF-87AB-541F-97B0-EF34A1E4B13D}"/>
          </ac:spMkLst>
        </pc:spChg>
      </pc:sldChg>
      <pc:sldChg chg="delSp mod">
        <pc:chgData name="Stef Van Wolputte" userId="53954008-e772-4081-b24d-77d1e8f1f00e" providerId="ADAL" clId="{BC492FDA-A50E-43E4-BE66-6B8F17872571}" dt="2025-04-15T11:17:52.162" v="21" actId="478"/>
        <pc:sldMkLst>
          <pc:docMk/>
          <pc:sldMk cId="3291026646" sldId="388"/>
        </pc:sldMkLst>
        <pc:spChg chg="del">
          <ac:chgData name="Stef Van Wolputte" userId="53954008-e772-4081-b24d-77d1e8f1f00e" providerId="ADAL" clId="{BC492FDA-A50E-43E4-BE66-6B8F17872571}" dt="2025-04-15T11:17:52.162" v="21" actId="478"/>
          <ac:spMkLst>
            <pc:docMk/>
            <pc:sldMk cId="3291026646" sldId="388"/>
            <ac:spMk id="4" creationId="{197DA8EC-858A-1C58-C718-D1519487FFBC}"/>
          </ac:spMkLst>
        </pc:spChg>
      </pc:sldChg>
      <pc:sldChg chg="delSp mod">
        <pc:chgData name="Stef Van Wolputte" userId="53954008-e772-4081-b24d-77d1e8f1f00e" providerId="ADAL" clId="{BC492FDA-A50E-43E4-BE66-6B8F17872571}" dt="2025-04-15T11:18:14.857" v="22" actId="478"/>
        <pc:sldMkLst>
          <pc:docMk/>
          <pc:sldMk cId="1870708401" sldId="389"/>
        </pc:sldMkLst>
        <pc:spChg chg="del">
          <ac:chgData name="Stef Van Wolputte" userId="53954008-e772-4081-b24d-77d1e8f1f00e" providerId="ADAL" clId="{BC492FDA-A50E-43E4-BE66-6B8F17872571}" dt="2025-04-15T11:18:14.857" v="22" actId="478"/>
          <ac:spMkLst>
            <pc:docMk/>
            <pc:sldMk cId="1870708401" sldId="389"/>
            <ac:spMk id="4" creationId="{85C482B7-19B8-0F69-AF91-4D3455512DE0}"/>
          </ac:spMkLst>
        </pc:spChg>
      </pc:sldChg>
      <pc:sldChg chg="delSp mod">
        <pc:chgData name="Stef Van Wolputte" userId="53954008-e772-4081-b24d-77d1e8f1f00e" providerId="ADAL" clId="{BC492FDA-A50E-43E4-BE66-6B8F17872571}" dt="2025-04-15T11:18:23.049" v="23" actId="478"/>
        <pc:sldMkLst>
          <pc:docMk/>
          <pc:sldMk cId="2724917686" sldId="392"/>
        </pc:sldMkLst>
        <pc:spChg chg="del">
          <ac:chgData name="Stef Van Wolputte" userId="53954008-e772-4081-b24d-77d1e8f1f00e" providerId="ADAL" clId="{BC492FDA-A50E-43E4-BE66-6B8F17872571}" dt="2025-04-15T11:18:23.049" v="23" actId="478"/>
          <ac:spMkLst>
            <pc:docMk/>
            <pc:sldMk cId="2724917686" sldId="392"/>
            <ac:spMk id="4" creationId="{8268AAE2-DDAE-F564-092E-215C98D5DA5E}"/>
          </ac:spMkLst>
        </pc:spChg>
      </pc:sldChg>
      <pc:sldChg chg="delSp mod">
        <pc:chgData name="Stef Van Wolputte" userId="53954008-e772-4081-b24d-77d1e8f1f00e" providerId="ADAL" clId="{BC492FDA-A50E-43E4-BE66-6B8F17872571}" dt="2025-04-15T11:18:30.273" v="24" actId="478"/>
        <pc:sldMkLst>
          <pc:docMk/>
          <pc:sldMk cId="3216151993" sldId="393"/>
        </pc:sldMkLst>
        <pc:spChg chg="del">
          <ac:chgData name="Stef Van Wolputte" userId="53954008-e772-4081-b24d-77d1e8f1f00e" providerId="ADAL" clId="{BC492FDA-A50E-43E4-BE66-6B8F17872571}" dt="2025-04-15T11:18:30.273" v="24" actId="478"/>
          <ac:spMkLst>
            <pc:docMk/>
            <pc:sldMk cId="3216151993" sldId="393"/>
            <ac:spMk id="4" creationId="{7170B750-C780-5932-259E-4B1DF2393B7B}"/>
          </ac:spMkLst>
        </pc:spChg>
      </pc:sldChg>
      <pc:sldChg chg="modSp">
        <pc:chgData name="Stef Van Wolputte" userId="53954008-e772-4081-b24d-77d1e8f1f00e" providerId="ADAL" clId="{BC492FDA-A50E-43E4-BE66-6B8F17872571}" dt="2025-04-15T12:12:12.013" v="26" actId="14100"/>
        <pc:sldMkLst>
          <pc:docMk/>
          <pc:sldMk cId="3380516334" sldId="395"/>
        </pc:sldMkLst>
        <pc:spChg chg="mod">
          <ac:chgData name="Stef Van Wolputte" userId="53954008-e772-4081-b24d-77d1e8f1f00e" providerId="ADAL" clId="{BC492FDA-A50E-43E4-BE66-6B8F17872571}" dt="2025-04-15T12:12:12.013" v="26" actId="14100"/>
          <ac:spMkLst>
            <pc:docMk/>
            <pc:sldMk cId="3380516334" sldId="395"/>
            <ac:spMk id="5" creationId="{42DFB424-0AD8-D6D2-DF9F-DAE9F94FF449}"/>
          </ac:spMkLst>
        </pc:spChg>
        <pc:grpChg chg="mod">
          <ac:chgData name="Stef Van Wolputte" userId="53954008-e772-4081-b24d-77d1e8f1f00e" providerId="ADAL" clId="{BC492FDA-A50E-43E4-BE66-6B8F17872571}" dt="2025-04-15T12:12:12.013" v="26" actId="14100"/>
          <ac:grpSpMkLst>
            <pc:docMk/>
            <pc:sldMk cId="3380516334" sldId="395"/>
            <ac:grpSpMk id="7" creationId="{6F249831-9055-1764-D5E5-3486731D07E6}"/>
          </ac:grpSpMkLst>
        </pc:grpChg>
        <pc:picChg chg="mod">
          <ac:chgData name="Stef Van Wolputte" userId="53954008-e772-4081-b24d-77d1e8f1f00e" providerId="ADAL" clId="{BC492FDA-A50E-43E4-BE66-6B8F17872571}" dt="2025-04-15T12:12:12.013" v="26" actId="14100"/>
          <ac:picMkLst>
            <pc:docMk/>
            <pc:sldMk cId="3380516334" sldId="395"/>
            <ac:picMk id="6146" creationId="{777E9E37-C269-B5AA-4A10-9DEAE0A14EC1}"/>
          </ac:picMkLst>
        </pc:picChg>
      </pc:sldChg>
      <pc:sldChg chg="delSp mod">
        <pc:chgData name="Stef Van Wolputte" userId="53954008-e772-4081-b24d-77d1e8f1f00e" providerId="ADAL" clId="{BC492FDA-A50E-43E4-BE66-6B8F17872571}" dt="2025-04-15T11:19:12.556" v="25" actId="478"/>
        <pc:sldMkLst>
          <pc:docMk/>
          <pc:sldMk cId="2987849494" sldId="401"/>
        </pc:sldMkLst>
        <pc:spChg chg="del">
          <ac:chgData name="Stef Van Wolputte" userId="53954008-e772-4081-b24d-77d1e8f1f00e" providerId="ADAL" clId="{BC492FDA-A50E-43E4-BE66-6B8F17872571}" dt="2025-04-15T11:19:12.556" v="25" actId="478"/>
          <ac:spMkLst>
            <pc:docMk/>
            <pc:sldMk cId="2987849494" sldId="401"/>
            <ac:spMk id="4" creationId="{7E939A43-CAC8-1CF8-2827-4EB2D2410423}"/>
          </ac:spMkLst>
        </pc:spChg>
      </pc:sldChg>
    </pc:docChg>
  </pc:docChgLst>
  <pc:docChgLst>
    <pc:chgData name="Bram Heyns" userId="7a623cc0-5b6c-43c7-88a0-ff55db19c79e" providerId="ADAL" clId="{936AACFE-9E91-48D8-94B7-4291B5ECC86F}"/>
    <pc:docChg chg="undo custSel addSld delSld modSld sldOrd">
      <pc:chgData name="Bram Heyns" userId="7a623cc0-5b6c-43c7-88a0-ff55db19c79e" providerId="ADAL" clId="{936AACFE-9E91-48D8-94B7-4291B5ECC86F}" dt="2024-03-17T16:30:51.808" v="2886" actId="1076"/>
      <pc:docMkLst>
        <pc:docMk/>
      </pc:docMkLst>
      <pc:sldChg chg="modSp mod">
        <pc:chgData name="Bram Heyns" userId="7a623cc0-5b6c-43c7-88a0-ff55db19c79e" providerId="ADAL" clId="{936AACFE-9E91-48D8-94B7-4291B5ECC86F}" dt="2024-01-30T09:47:29.678" v="13" actId="20577"/>
        <pc:sldMkLst>
          <pc:docMk/>
          <pc:sldMk cId="3616312771" sldId="256"/>
        </pc:sldMkLst>
      </pc:sldChg>
      <pc:sldChg chg="modSp mod">
        <pc:chgData name="Bram Heyns" userId="7a623cc0-5b6c-43c7-88a0-ff55db19c79e" providerId="ADAL" clId="{936AACFE-9E91-48D8-94B7-4291B5ECC86F}" dt="2024-01-30T12:07:25.232" v="758" actId="20577"/>
        <pc:sldMkLst>
          <pc:docMk/>
          <pc:sldMk cId="2967960735" sldId="276"/>
        </pc:sldMkLst>
      </pc:sldChg>
      <pc:sldChg chg="addSp delSp modSp mod">
        <pc:chgData name="Bram Heyns" userId="7a623cc0-5b6c-43c7-88a0-ff55db19c79e" providerId="ADAL" clId="{936AACFE-9E91-48D8-94B7-4291B5ECC86F}" dt="2024-01-30T09:49:26.396" v="123" actId="1076"/>
        <pc:sldMkLst>
          <pc:docMk/>
          <pc:sldMk cId="3210474422" sldId="278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465931479" sldId="279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675346817" sldId="28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185047141" sldId="281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183630081" sldId="282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033429285" sldId="283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826445652" sldId="284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650695426" sldId="285"/>
        </pc:sldMkLst>
      </pc:sldChg>
      <pc:sldChg chg="addSp delSp modSp mod">
        <pc:chgData name="Bram Heyns" userId="7a623cc0-5b6c-43c7-88a0-ff55db19c79e" providerId="ADAL" clId="{936AACFE-9E91-48D8-94B7-4291B5ECC86F}" dt="2024-01-30T11:51:50.253" v="196" actId="1076"/>
        <pc:sldMkLst>
          <pc:docMk/>
          <pc:sldMk cId="2535898083" sldId="298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708097636" sldId="299"/>
        </pc:sldMkLst>
      </pc:sldChg>
      <pc:sldChg chg="addSp modSp add mod">
        <pc:chgData name="Bram Heyns" userId="7a623cc0-5b6c-43c7-88a0-ff55db19c79e" providerId="ADAL" clId="{936AACFE-9E91-48D8-94B7-4291B5ECC86F}" dt="2024-01-30T09:49:58.992" v="126" actId="20577"/>
        <pc:sldMkLst>
          <pc:docMk/>
          <pc:sldMk cId="3905224926" sldId="299"/>
        </pc:sldMkLst>
      </pc:sldChg>
      <pc:sldChg chg="addSp modSp new mod">
        <pc:chgData name="Bram Heyns" userId="7a623cc0-5b6c-43c7-88a0-ff55db19c79e" providerId="ADAL" clId="{936AACFE-9E91-48D8-94B7-4291B5ECC86F}" dt="2024-01-30T09:51:21.206" v="151"/>
        <pc:sldMkLst>
          <pc:docMk/>
          <pc:sldMk cId="598872473" sldId="30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4013225468" sldId="30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248583022" sldId="301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971161913" sldId="302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145181234" sldId="303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566315820" sldId="304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70361596" sldId="305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224651308" sldId="306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944041244" sldId="307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887199483" sldId="308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435739501" sldId="309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881143464" sldId="31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249367165" sldId="311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296303338" sldId="312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719144268" sldId="313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205367446" sldId="314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964774666" sldId="315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792295475" sldId="316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944783119" sldId="317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913914842" sldId="318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234746842" sldId="319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694163260" sldId="32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699658295" sldId="321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757763836" sldId="322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989379054" sldId="323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10629636" sldId="324"/>
        </pc:sldMkLst>
      </pc:sldChg>
      <pc:sldChg chg="add">
        <pc:chgData name="Bram Heyns" userId="7a623cc0-5b6c-43c7-88a0-ff55db19c79e" providerId="ADAL" clId="{936AACFE-9E91-48D8-94B7-4291B5ECC86F}" dt="2024-01-30T09:51:37.586" v="152"/>
        <pc:sldMkLst>
          <pc:docMk/>
          <pc:sldMk cId="3020566849" sldId="325"/>
        </pc:sldMkLst>
      </pc:sldChg>
      <pc:sldChg chg="modSp add mod">
        <pc:chgData name="Bram Heyns" userId="7a623cc0-5b6c-43c7-88a0-ff55db19c79e" providerId="ADAL" clId="{936AACFE-9E91-48D8-94B7-4291B5ECC86F}" dt="2024-01-30T12:10:14.528" v="974" actId="20577"/>
        <pc:sldMkLst>
          <pc:docMk/>
          <pc:sldMk cId="836928335" sldId="326"/>
        </pc:sldMkLst>
      </pc:sldChg>
      <pc:sldChg chg="addSp modSp add mod ord">
        <pc:chgData name="Bram Heyns" userId="7a623cc0-5b6c-43c7-88a0-ff55db19c79e" providerId="ADAL" clId="{936AACFE-9E91-48D8-94B7-4291B5ECC86F}" dt="2024-01-30T13:18:09.803" v="1649" actId="14100"/>
        <pc:sldMkLst>
          <pc:docMk/>
          <pc:sldMk cId="2107275339" sldId="327"/>
        </pc:sldMkLst>
      </pc:sldChg>
      <pc:sldChg chg="addSp modSp new">
        <pc:chgData name="Bram Heyns" userId="7a623cc0-5b6c-43c7-88a0-ff55db19c79e" providerId="ADAL" clId="{936AACFE-9E91-48D8-94B7-4291B5ECC86F}" dt="2024-01-30T11:54:09.277" v="206" actId="1076"/>
        <pc:sldMkLst>
          <pc:docMk/>
          <pc:sldMk cId="2132616460" sldId="328"/>
        </pc:sldMkLst>
      </pc:sldChg>
      <pc:sldChg chg="addSp modSp new mod">
        <pc:chgData name="Bram Heyns" userId="7a623cc0-5b6c-43c7-88a0-ff55db19c79e" providerId="ADAL" clId="{936AACFE-9E91-48D8-94B7-4291B5ECC86F}" dt="2024-01-30T11:55:58.501" v="242"/>
        <pc:sldMkLst>
          <pc:docMk/>
          <pc:sldMk cId="2349766767" sldId="329"/>
        </pc:sldMkLst>
      </pc:sldChg>
      <pc:sldChg chg="addSp modSp new mod">
        <pc:chgData name="Bram Heyns" userId="7a623cc0-5b6c-43c7-88a0-ff55db19c79e" providerId="ADAL" clId="{936AACFE-9E91-48D8-94B7-4291B5ECC86F}" dt="2024-01-30T11:56:35.065" v="289" actId="1076"/>
        <pc:sldMkLst>
          <pc:docMk/>
          <pc:sldMk cId="289175944" sldId="330"/>
        </pc:sldMkLst>
      </pc:sldChg>
      <pc:sldChg chg="addSp modSp new mod">
        <pc:chgData name="Bram Heyns" userId="7a623cc0-5b6c-43c7-88a0-ff55db19c79e" providerId="ADAL" clId="{936AACFE-9E91-48D8-94B7-4291B5ECC86F}" dt="2024-01-30T11:57:33.566" v="316" actId="20577"/>
        <pc:sldMkLst>
          <pc:docMk/>
          <pc:sldMk cId="90372241" sldId="331"/>
        </pc:sldMkLst>
      </pc:sldChg>
      <pc:sldChg chg="addSp modSp new mod">
        <pc:chgData name="Bram Heyns" userId="7a623cc0-5b6c-43c7-88a0-ff55db19c79e" providerId="ADAL" clId="{936AACFE-9E91-48D8-94B7-4291B5ECC86F}" dt="2024-01-30T12:04:57.819" v="652" actId="1076"/>
        <pc:sldMkLst>
          <pc:docMk/>
          <pc:sldMk cId="4024725787" sldId="332"/>
        </pc:sldMkLst>
      </pc:sldChg>
      <pc:sldChg chg="addSp delSp modSp new mod">
        <pc:chgData name="Bram Heyns" userId="7a623cc0-5b6c-43c7-88a0-ff55db19c79e" providerId="ADAL" clId="{936AACFE-9E91-48D8-94B7-4291B5ECC86F}" dt="2024-01-30T12:05:14.146" v="654" actId="1076"/>
        <pc:sldMkLst>
          <pc:docMk/>
          <pc:sldMk cId="2660873040" sldId="333"/>
        </pc:sldMkLst>
      </pc:sldChg>
      <pc:sldChg chg="addSp modSp new mod">
        <pc:chgData name="Bram Heyns" userId="7a623cc0-5b6c-43c7-88a0-ff55db19c79e" providerId="ADAL" clId="{936AACFE-9E91-48D8-94B7-4291B5ECC86F}" dt="2024-01-30T12:05:52.459" v="689" actId="14100"/>
        <pc:sldMkLst>
          <pc:docMk/>
          <pc:sldMk cId="3885272106" sldId="334"/>
        </pc:sldMkLst>
      </pc:sldChg>
      <pc:sldChg chg="addSp modSp new mod">
        <pc:chgData name="Bram Heyns" userId="7a623cc0-5b6c-43c7-88a0-ff55db19c79e" providerId="ADAL" clId="{936AACFE-9E91-48D8-94B7-4291B5ECC86F}" dt="2024-01-30T12:06:30.021" v="736" actId="1076"/>
        <pc:sldMkLst>
          <pc:docMk/>
          <pc:sldMk cId="687382830" sldId="335"/>
        </pc:sldMkLst>
      </pc:sldChg>
      <pc:sldChg chg="addSp delSp modSp add mod">
        <pc:chgData name="Bram Heyns" userId="7a623cc0-5b6c-43c7-88a0-ff55db19c79e" providerId="ADAL" clId="{936AACFE-9E91-48D8-94B7-4291B5ECC86F}" dt="2024-01-30T12:07:01.747" v="742" actId="1076"/>
        <pc:sldMkLst>
          <pc:docMk/>
          <pc:sldMk cId="2543209766" sldId="336"/>
        </pc:sldMkLst>
      </pc:sldChg>
      <pc:sldChg chg="addSp modSp new mod modAnim">
        <pc:chgData name="Bram Heyns" userId="7a623cc0-5b6c-43c7-88a0-ff55db19c79e" providerId="ADAL" clId="{936AACFE-9E91-48D8-94B7-4291B5ECC86F}" dt="2024-02-29T14:14:12.311" v="1771" actId="20577"/>
        <pc:sldMkLst>
          <pc:docMk/>
          <pc:sldMk cId="1348875364" sldId="337"/>
        </pc:sldMkLst>
      </pc:sldChg>
      <pc:sldChg chg="addSp modSp new mod">
        <pc:chgData name="Bram Heyns" userId="7a623cc0-5b6c-43c7-88a0-ff55db19c79e" providerId="ADAL" clId="{936AACFE-9E91-48D8-94B7-4291B5ECC86F}" dt="2024-01-30T12:09:00.579" v="820" actId="1076"/>
        <pc:sldMkLst>
          <pc:docMk/>
          <pc:sldMk cId="1241473050" sldId="338"/>
        </pc:sldMkLst>
      </pc:sldChg>
      <pc:sldChg chg="addSp modSp new mod">
        <pc:chgData name="Bram Heyns" userId="7a623cc0-5b6c-43c7-88a0-ff55db19c79e" providerId="ADAL" clId="{936AACFE-9E91-48D8-94B7-4291B5ECC86F}" dt="2024-02-29T14:23:34.594" v="1802" actId="1076"/>
        <pc:sldMkLst>
          <pc:docMk/>
          <pc:sldMk cId="3940026190" sldId="339"/>
        </pc:sldMkLst>
      </pc:sldChg>
      <pc:sldChg chg="addSp modSp new mod ord">
        <pc:chgData name="Bram Heyns" userId="7a623cc0-5b6c-43c7-88a0-ff55db19c79e" providerId="ADAL" clId="{936AACFE-9E91-48D8-94B7-4291B5ECC86F}" dt="2024-01-30T12:42:38.254" v="1431" actId="1582"/>
        <pc:sldMkLst>
          <pc:docMk/>
          <pc:sldMk cId="533404214" sldId="340"/>
        </pc:sldMkLst>
      </pc:sldChg>
      <pc:sldChg chg="new del">
        <pc:chgData name="Bram Heyns" userId="7a623cc0-5b6c-43c7-88a0-ff55db19c79e" providerId="ADAL" clId="{936AACFE-9E91-48D8-94B7-4291B5ECC86F}" dt="2024-01-30T12:19:23.202" v="1100" actId="680"/>
        <pc:sldMkLst>
          <pc:docMk/>
          <pc:sldMk cId="2437452281" sldId="340"/>
        </pc:sldMkLst>
      </pc:sldChg>
      <pc:sldChg chg="addSp modSp new mod">
        <pc:chgData name="Bram Heyns" userId="7a623cc0-5b6c-43c7-88a0-ff55db19c79e" providerId="ADAL" clId="{936AACFE-9E91-48D8-94B7-4291B5ECC86F}" dt="2024-01-30T12:37:21.423" v="1197" actId="20577"/>
        <pc:sldMkLst>
          <pc:docMk/>
          <pc:sldMk cId="1912127846" sldId="341"/>
        </pc:sldMkLst>
      </pc:sldChg>
      <pc:sldChg chg="addSp modSp new mod">
        <pc:chgData name="Bram Heyns" userId="7a623cc0-5b6c-43c7-88a0-ff55db19c79e" providerId="ADAL" clId="{936AACFE-9E91-48D8-94B7-4291B5ECC86F}" dt="2024-01-30T12:37:56.890" v="1245" actId="1076"/>
        <pc:sldMkLst>
          <pc:docMk/>
          <pc:sldMk cId="3051477127" sldId="342"/>
        </pc:sldMkLst>
      </pc:sldChg>
      <pc:sldChg chg="addSp modSp new mod ord">
        <pc:chgData name="Bram Heyns" userId="7a623cc0-5b6c-43c7-88a0-ff55db19c79e" providerId="ADAL" clId="{936AACFE-9E91-48D8-94B7-4291B5ECC86F}" dt="2024-01-30T12:38:46.288" v="1297" actId="1076"/>
        <pc:sldMkLst>
          <pc:docMk/>
          <pc:sldMk cId="1681361722" sldId="343"/>
        </pc:sldMkLst>
      </pc:sldChg>
      <pc:sldChg chg="addSp delSp modSp new mod">
        <pc:chgData name="Bram Heyns" userId="7a623cc0-5b6c-43c7-88a0-ff55db19c79e" providerId="ADAL" clId="{936AACFE-9E91-48D8-94B7-4291B5ECC86F}" dt="2024-02-29T14:29:26.782" v="1870" actId="1076"/>
        <pc:sldMkLst>
          <pc:docMk/>
          <pc:sldMk cId="361776133" sldId="344"/>
        </pc:sldMkLst>
      </pc:sldChg>
      <pc:sldChg chg="modSp add mod">
        <pc:chgData name="Bram Heyns" userId="7a623cc0-5b6c-43c7-88a0-ff55db19c79e" providerId="ADAL" clId="{936AACFE-9E91-48D8-94B7-4291B5ECC86F}" dt="2024-01-30T12:43:06.645" v="1434" actId="1076"/>
        <pc:sldMkLst>
          <pc:docMk/>
          <pc:sldMk cId="3108591951" sldId="345"/>
        </pc:sldMkLst>
      </pc:sldChg>
      <pc:sldChg chg="modSp add mod">
        <pc:chgData name="Bram Heyns" userId="7a623cc0-5b6c-43c7-88a0-ff55db19c79e" providerId="ADAL" clId="{936AACFE-9E91-48D8-94B7-4291B5ECC86F}" dt="2024-01-30T12:43:20.215" v="1436" actId="14100"/>
        <pc:sldMkLst>
          <pc:docMk/>
          <pc:sldMk cId="913900522" sldId="346"/>
        </pc:sldMkLst>
      </pc:sldChg>
      <pc:sldChg chg="addSp modSp new mod">
        <pc:chgData name="Bram Heyns" userId="7a623cc0-5b6c-43c7-88a0-ff55db19c79e" providerId="ADAL" clId="{936AACFE-9E91-48D8-94B7-4291B5ECC86F}" dt="2024-01-30T12:44:22.204" v="1482" actId="1076"/>
        <pc:sldMkLst>
          <pc:docMk/>
          <pc:sldMk cId="1378221559" sldId="347"/>
        </pc:sldMkLst>
      </pc:sldChg>
      <pc:sldChg chg="addSp modSp new mod">
        <pc:chgData name="Bram Heyns" userId="7a623cc0-5b6c-43c7-88a0-ff55db19c79e" providerId="ADAL" clId="{936AACFE-9E91-48D8-94B7-4291B5ECC86F}" dt="2024-03-01T08:19:43.605" v="2550" actId="20577"/>
        <pc:sldMkLst>
          <pc:docMk/>
          <pc:sldMk cId="3929160776" sldId="348"/>
        </pc:sldMkLst>
      </pc:sldChg>
      <pc:sldChg chg="addSp modSp new mod">
        <pc:chgData name="Bram Heyns" userId="7a623cc0-5b6c-43c7-88a0-ff55db19c79e" providerId="ADAL" clId="{936AACFE-9E91-48D8-94B7-4291B5ECC86F}" dt="2024-01-30T12:45:57.118" v="1583" actId="14100"/>
        <pc:sldMkLst>
          <pc:docMk/>
          <pc:sldMk cId="1771227885" sldId="349"/>
        </pc:sldMkLst>
      </pc:sldChg>
      <pc:sldChg chg="addSp modSp new mod">
        <pc:chgData name="Bram Heyns" userId="7a623cc0-5b6c-43c7-88a0-ff55db19c79e" providerId="ADAL" clId="{936AACFE-9E91-48D8-94B7-4291B5ECC86F}" dt="2024-01-30T13:19:28.524" v="1680" actId="1035"/>
        <pc:sldMkLst>
          <pc:docMk/>
          <pc:sldMk cId="713956221" sldId="350"/>
        </pc:sldMkLst>
      </pc:sldChg>
      <pc:sldChg chg="addSp delSp modSp new mod">
        <pc:chgData name="Bram Heyns" userId="7a623cc0-5b6c-43c7-88a0-ff55db19c79e" providerId="ADAL" clId="{936AACFE-9E91-48D8-94B7-4291B5ECC86F}" dt="2024-03-17T16:27:11.752" v="2832" actId="1076"/>
        <pc:sldMkLst>
          <pc:docMk/>
          <pc:sldMk cId="314980536" sldId="351"/>
        </pc:sldMkLst>
      </pc:sldChg>
      <pc:sldChg chg="addSp modSp new mod">
        <pc:chgData name="Bram Heyns" userId="7a623cc0-5b6c-43c7-88a0-ff55db19c79e" providerId="ADAL" clId="{936AACFE-9E91-48D8-94B7-4291B5ECC86F}" dt="2024-03-17T16:30:51.808" v="2886" actId="1076"/>
        <pc:sldMkLst>
          <pc:docMk/>
          <pc:sldMk cId="1794700837" sldId="352"/>
        </pc:sldMkLst>
      </pc:sldChg>
      <pc:sldChg chg="addSp delSp modSp add mod">
        <pc:chgData name="Bram Heyns" userId="7a623cc0-5b6c-43c7-88a0-ff55db19c79e" providerId="ADAL" clId="{936AACFE-9E91-48D8-94B7-4291B5ECC86F}" dt="2024-02-29T14:32:39.145" v="2052" actId="166"/>
        <pc:sldMkLst>
          <pc:docMk/>
          <pc:sldMk cId="2925158581" sldId="353"/>
        </pc:sldMkLst>
      </pc:sldChg>
      <pc:sldChg chg="addSp delSp modSp new mod">
        <pc:chgData name="Bram Heyns" userId="7a623cc0-5b6c-43c7-88a0-ff55db19c79e" providerId="ADAL" clId="{936AACFE-9E91-48D8-94B7-4291B5ECC86F}" dt="2024-03-01T08:18:51.271" v="2529" actId="403"/>
        <pc:sldMkLst>
          <pc:docMk/>
          <pc:sldMk cId="3569684313" sldId="354"/>
        </pc:sldMkLst>
      </pc:sldChg>
      <pc:sldChg chg="addSp modSp new mod">
        <pc:chgData name="Bram Heyns" userId="7a623cc0-5b6c-43c7-88a0-ff55db19c79e" providerId="ADAL" clId="{936AACFE-9E91-48D8-94B7-4291B5ECC86F}" dt="2024-03-01T08:34:15.035" v="2638" actId="14100"/>
        <pc:sldMkLst>
          <pc:docMk/>
          <pc:sldMk cId="1402989704" sldId="355"/>
        </pc:sldMkLst>
      </pc:sldChg>
      <pc:sldChg chg="new del">
        <pc:chgData name="Bram Heyns" userId="7a623cc0-5b6c-43c7-88a0-ff55db19c79e" providerId="ADAL" clId="{936AACFE-9E91-48D8-94B7-4291B5ECC86F}" dt="2024-03-01T08:34:29.197" v="2639" actId="47"/>
        <pc:sldMkLst>
          <pc:docMk/>
          <pc:sldMk cId="498789099" sldId="356"/>
        </pc:sldMkLst>
      </pc:sldChg>
      <pc:sldChg chg="addSp delSp modSp new mod">
        <pc:chgData name="Bram Heyns" userId="7a623cc0-5b6c-43c7-88a0-ff55db19c79e" providerId="ADAL" clId="{936AACFE-9E91-48D8-94B7-4291B5ECC86F}" dt="2024-03-01T13:08:29.982" v="2797" actId="1035"/>
        <pc:sldMkLst>
          <pc:docMk/>
          <pc:sldMk cId="1703768777" sldId="356"/>
        </pc:sldMkLst>
      </pc:sldChg>
    </pc:docChg>
  </pc:docChgLst>
  <pc:docChgLst>
    <pc:chgData name="Stef Van Wolputte" userId="53954008-e772-4081-b24d-77d1e8f1f00e" providerId="ADAL" clId="{6BCAF94D-CD4B-4F05-A115-CC2F560EEEE9}"/>
    <pc:docChg chg="modSld">
      <pc:chgData name="Stef Van Wolputte" userId="53954008-e772-4081-b24d-77d1e8f1f00e" providerId="ADAL" clId="{6BCAF94D-CD4B-4F05-A115-CC2F560EEEE9}" dt="2024-01-17T12:17:20.815" v="0" actId="1076"/>
      <pc:docMkLst>
        <pc:docMk/>
      </pc:docMkLst>
      <pc:sldChg chg="modSp mod">
        <pc:chgData name="Stef Van Wolputte" userId="53954008-e772-4081-b24d-77d1e8f1f00e" providerId="ADAL" clId="{6BCAF94D-CD4B-4F05-A115-CC2F560EEEE9}" dt="2024-01-17T12:17:20.815" v="0" actId="1076"/>
        <pc:sldMkLst>
          <pc:docMk/>
          <pc:sldMk cId="1650695426" sldId="285"/>
        </pc:sldMkLst>
      </pc:sldChg>
    </pc:docChg>
  </pc:docChgLst>
  <pc:docChgLst>
    <pc:chgData name="Bram Heyns" userId="7a623cc0-5b6c-43c7-88a0-ff55db19c79e" providerId="ADAL" clId="{1DEBF00B-3D6B-4F0D-96FF-5744CABBB069}"/>
    <pc:docChg chg="undo custSel addSld delSld modSld">
      <pc:chgData name="Bram Heyns" userId="7a623cc0-5b6c-43c7-88a0-ff55db19c79e" providerId="ADAL" clId="{1DEBF00B-3D6B-4F0D-96FF-5744CABBB069}" dt="2024-01-15T18:52:16.463" v="1579" actId="1076"/>
      <pc:docMkLst>
        <pc:docMk/>
      </pc:docMkLst>
      <pc:sldChg chg="modSp mod">
        <pc:chgData name="Bram Heyns" userId="7a623cc0-5b6c-43c7-88a0-ff55db19c79e" providerId="ADAL" clId="{1DEBF00B-3D6B-4F0D-96FF-5744CABBB069}" dt="2024-01-15T12:44:13.976" v="28" actId="20577"/>
        <pc:sldMkLst>
          <pc:docMk/>
          <pc:sldMk cId="3616312771" sldId="256"/>
        </pc:sldMkLst>
      </pc:sldChg>
      <pc:sldChg chg="modSp mod">
        <pc:chgData name="Bram Heyns" userId="7a623cc0-5b6c-43c7-88a0-ff55db19c79e" providerId="ADAL" clId="{1DEBF00B-3D6B-4F0D-96FF-5744CABBB069}" dt="2024-01-15T15:30:03.538" v="416" actId="6549"/>
        <pc:sldMkLst>
          <pc:docMk/>
          <pc:sldMk cId="2967960735" sldId="276"/>
        </pc:sldMkLst>
      </pc:sldChg>
      <pc:sldChg chg="addSp delSp modSp mod">
        <pc:chgData name="Bram Heyns" userId="7a623cc0-5b6c-43c7-88a0-ff55db19c79e" providerId="ADAL" clId="{1DEBF00B-3D6B-4F0D-96FF-5744CABBB069}" dt="2024-01-15T12:46:17.940" v="139" actId="20577"/>
        <pc:sldMkLst>
          <pc:docMk/>
          <pc:sldMk cId="2465931479" sldId="279"/>
        </pc:sldMkLst>
      </pc:sldChg>
      <pc:sldChg chg="addSp modSp new mod">
        <pc:chgData name="Bram Heyns" userId="7a623cc0-5b6c-43c7-88a0-ff55db19c79e" providerId="ADAL" clId="{1DEBF00B-3D6B-4F0D-96FF-5744CABBB069}" dt="2024-01-15T15:20:59.581" v="200" actId="404"/>
        <pc:sldMkLst>
          <pc:docMk/>
          <pc:sldMk cId="675346817" sldId="280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1993953639" sldId="280"/>
        </pc:sldMkLst>
      </pc:sldChg>
      <pc:sldChg chg="addSp modSp new mod">
        <pc:chgData name="Bram Heyns" userId="7a623cc0-5b6c-43c7-88a0-ff55db19c79e" providerId="ADAL" clId="{1DEBF00B-3D6B-4F0D-96FF-5744CABBB069}" dt="2024-01-15T15:22:03.546" v="264" actId="1076"/>
        <pc:sldMkLst>
          <pc:docMk/>
          <pc:sldMk cId="1185047141" sldId="281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1421185277" sldId="281"/>
        </pc:sldMkLst>
      </pc:sldChg>
      <pc:sldChg chg="addSp modSp new mod">
        <pc:chgData name="Bram Heyns" userId="7a623cc0-5b6c-43c7-88a0-ff55db19c79e" providerId="ADAL" clId="{1DEBF00B-3D6B-4F0D-96FF-5744CABBB069}" dt="2024-01-15T15:22:52.037" v="294" actId="1076"/>
        <pc:sldMkLst>
          <pc:docMk/>
          <pc:sldMk cId="1183630081" sldId="282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2714648332" sldId="282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839736251" sldId="283"/>
        </pc:sldMkLst>
      </pc:sldChg>
      <pc:sldChg chg="addSp modSp new mod">
        <pc:chgData name="Bram Heyns" userId="7a623cc0-5b6c-43c7-88a0-ff55db19c79e" providerId="ADAL" clId="{1DEBF00B-3D6B-4F0D-96FF-5744CABBB069}" dt="2024-01-15T15:23:33.090" v="330" actId="1076"/>
        <pc:sldMkLst>
          <pc:docMk/>
          <pc:sldMk cId="2033429285" sldId="283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11579472" sldId="284"/>
        </pc:sldMkLst>
      </pc:sldChg>
      <pc:sldChg chg="addSp modSp new mod">
        <pc:chgData name="Bram Heyns" userId="7a623cc0-5b6c-43c7-88a0-ff55db19c79e" providerId="ADAL" clId="{1DEBF00B-3D6B-4F0D-96FF-5744CABBB069}" dt="2024-01-15T15:24:08.859" v="354"/>
        <pc:sldMkLst>
          <pc:docMk/>
          <pc:sldMk cId="1826445652" sldId="284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755707336" sldId="285"/>
        </pc:sldMkLst>
      </pc:sldChg>
      <pc:sldChg chg="addSp modSp new mod">
        <pc:chgData name="Bram Heyns" userId="7a623cc0-5b6c-43c7-88a0-ff55db19c79e" providerId="ADAL" clId="{1DEBF00B-3D6B-4F0D-96FF-5744CABBB069}" dt="2024-01-15T15:25:28.534" v="415" actId="1076"/>
        <pc:sldMkLst>
          <pc:docMk/>
          <pc:sldMk cId="1650695426" sldId="285"/>
        </pc:sldMkLst>
      </pc:sldChg>
      <pc:sldChg chg="new del">
        <pc:chgData name="Bram Heyns" userId="7a623cc0-5b6c-43c7-88a0-ff55db19c79e" providerId="ADAL" clId="{1DEBF00B-3D6B-4F0D-96FF-5744CABBB069}" dt="2024-01-15T15:31:05.130" v="419" actId="47"/>
        <pc:sldMkLst>
          <pc:docMk/>
          <pc:sldMk cId="1260102349" sldId="286"/>
        </pc:sldMkLst>
      </pc:sldChg>
      <pc:sldChg chg="add">
        <pc:chgData name="Bram Heyns" userId="7a623cc0-5b6c-43c7-88a0-ff55db19c79e" providerId="ADAL" clId="{1DEBF00B-3D6B-4F0D-96FF-5744CABBB069}" dt="2024-01-15T15:31:02.375" v="418"/>
        <pc:sldMkLst>
          <pc:docMk/>
          <pc:sldMk cId="2535898083" sldId="298"/>
        </pc:sldMkLst>
      </pc:sldChg>
      <pc:sldChg chg="modSp add mod">
        <pc:chgData name="Bram Heyns" userId="7a623cc0-5b6c-43c7-88a0-ff55db19c79e" providerId="ADAL" clId="{1DEBF00B-3D6B-4F0D-96FF-5744CABBB069}" dt="2024-01-15T15:31:36.030" v="439" actId="20577"/>
        <pc:sldMkLst>
          <pc:docMk/>
          <pc:sldMk cId="708097636" sldId="299"/>
        </pc:sldMkLst>
      </pc:sldChg>
      <pc:sldChg chg="addSp delSp modSp add mod">
        <pc:chgData name="Bram Heyns" userId="7a623cc0-5b6c-43c7-88a0-ff55db19c79e" providerId="ADAL" clId="{1DEBF00B-3D6B-4F0D-96FF-5744CABBB069}" dt="2024-01-15T18:02:39.073" v="474" actId="1076"/>
        <pc:sldMkLst>
          <pc:docMk/>
          <pc:sldMk cId="4013225468" sldId="300"/>
        </pc:sldMkLst>
      </pc:sldChg>
      <pc:sldChg chg="addSp modSp new mod">
        <pc:chgData name="Bram Heyns" userId="7a623cc0-5b6c-43c7-88a0-ff55db19c79e" providerId="ADAL" clId="{1DEBF00B-3D6B-4F0D-96FF-5744CABBB069}" dt="2024-01-15T18:03:38.476" v="522" actId="1076"/>
        <pc:sldMkLst>
          <pc:docMk/>
          <pc:sldMk cId="1248583022" sldId="301"/>
        </pc:sldMkLst>
      </pc:sldChg>
      <pc:sldChg chg="addSp modSp new mod">
        <pc:chgData name="Bram Heyns" userId="7a623cc0-5b6c-43c7-88a0-ff55db19c79e" providerId="ADAL" clId="{1DEBF00B-3D6B-4F0D-96FF-5744CABBB069}" dt="2024-01-15T18:06:49.468" v="546" actId="1076"/>
        <pc:sldMkLst>
          <pc:docMk/>
          <pc:sldMk cId="3971161913" sldId="302"/>
        </pc:sldMkLst>
      </pc:sldChg>
      <pc:sldChg chg="addSp modSp new mod">
        <pc:chgData name="Bram Heyns" userId="7a623cc0-5b6c-43c7-88a0-ff55db19c79e" providerId="ADAL" clId="{1DEBF00B-3D6B-4F0D-96FF-5744CABBB069}" dt="2024-01-15T18:09:11.311" v="592" actId="20577"/>
        <pc:sldMkLst>
          <pc:docMk/>
          <pc:sldMk cId="2145181234" sldId="303"/>
        </pc:sldMkLst>
      </pc:sldChg>
      <pc:sldChg chg="addSp modSp add mod">
        <pc:chgData name="Bram Heyns" userId="7a623cc0-5b6c-43c7-88a0-ff55db19c79e" providerId="ADAL" clId="{1DEBF00B-3D6B-4F0D-96FF-5744CABBB069}" dt="2024-01-15T18:07:40.042" v="569"/>
        <pc:sldMkLst>
          <pc:docMk/>
          <pc:sldMk cId="1566315820" sldId="304"/>
        </pc:sldMkLst>
      </pc:sldChg>
      <pc:sldChg chg="addSp delSp modSp new mod">
        <pc:chgData name="Bram Heyns" userId="7a623cc0-5b6c-43c7-88a0-ff55db19c79e" providerId="ADAL" clId="{1DEBF00B-3D6B-4F0D-96FF-5744CABBB069}" dt="2024-01-15T18:10:22.827" v="613" actId="478"/>
        <pc:sldMkLst>
          <pc:docMk/>
          <pc:sldMk cId="70361596" sldId="305"/>
        </pc:sldMkLst>
      </pc:sldChg>
      <pc:sldChg chg="addSp modSp new mod">
        <pc:chgData name="Bram Heyns" userId="7a623cc0-5b6c-43c7-88a0-ff55db19c79e" providerId="ADAL" clId="{1DEBF00B-3D6B-4F0D-96FF-5744CABBB069}" dt="2024-01-15T18:12:15.032" v="664" actId="1076"/>
        <pc:sldMkLst>
          <pc:docMk/>
          <pc:sldMk cId="2224651308" sldId="306"/>
        </pc:sldMkLst>
      </pc:sldChg>
      <pc:sldChg chg="addSp delSp modSp add mod">
        <pc:chgData name="Bram Heyns" userId="7a623cc0-5b6c-43c7-88a0-ff55db19c79e" providerId="ADAL" clId="{1DEBF00B-3D6B-4F0D-96FF-5744CABBB069}" dt="2024-01-15T18:33:15.649" v="1021"/>
        <pc:sldMkLst>
          <pc:docMk/>
          <pc:sldMk cId="1944041244" sldId="307"/>
        </pc:sldMkLst>
      </pc:sldChg>
      <pc:sldChg chg="addSp delSp modSp add mod">
        <pc:chgData name="Bram Heyns" userId="7a623cc0-5b6c-43c7-88a0-ff55db19c79e" providerId="ADAL" clId="{1DEBF00B-3D6B-4F0D-96FF-5744CABBB069}" dt="2024-01-15T18:25:09.976" v="767" actId="13926"/>
        <pc:sldMkLst>
          <pc:docMk/>
          <pc:sldMk cId="1887199483" sldId="308"/>
        </pc:sldMkLst>
      </pc:sldChg>
      <pc:sldChg chg="addSp modSp new mod">
        <pc:chgData name="Bram Heyns" userId="7a623cc0-5b6c-43c7-88a0-ff55db19c79e" providerId="ADAL" clId="{1DEBF00B-3D6B-4F0D-96FF-5744CABBB069}" dt="2024-01-15T18:30:30.755" v="1016" actId="313"/>
        <pc:sldMkLst>
          <pc:docMk/>
          <pc:sldMk cId="1435739501" sldId="309"/>
        </pc:sldMkLst>
      </pc:sldChg>
      <pc:sldChg chg="addSp modSp new mod">
        <pc:chgData name="Bram Heyns" userId="7a623cc0-5b6c-43c7-88a0-ff55db19c79e" providerId="ADAL" clId="{1DEBF00B-3D6B-4F0D-96FF-5744CABBB069}" dt="2024-01-15T18:27:11.688" v="844" actId="1076"/>
        <pc:sldMkLst>
          <pc:docMk/>
          <pc:sldMk cId="881143464" sldId="310"/>
        </pc:sldMkLst>
      </pc:sldChg>
      <pc:sldChg chg="addSp modSp new mod">
        <pc:chgData name="Bram Heyns" userId="7a623cc0-5b6c-43c7-88a0-ff55db19c79e" providerId="ADAL" clId="{1DEBF00B-3D6B-4F0D-96FF-5744CABBB069}" dt="2024-01-15T18:27:52.600" v="883" actId="1076"/>
        <pc:sldMkLst>
          <pc:docMk/>
          <pc:sldMk cId="2249367165" sldId="311"/>
        </pc:sldMkLst>
      </pc:sldChg>
      <pc:sldChg chg="addSp modSp new mod">
        <pc:chgData name="Bram Heyns" userId="7a623cc0-5b6c-43c7-88a0-ff55db19c79e" providerId="ADAL" clId="{1DEBF00B-3D6B-4F0D-96FF-5744CABBB069}" dt="2024-01-15T18:28:17.081" v="901" actId="1076"/>
        <pc:sldMkLst>
          <pc:docMk/>
          <pc:sldMk cId="1296303338" sldId="312"/>
        </pc:sldMkLst>
      </pc:sldChg>
      <pc:sldChg chg="addSp modSp new mod">
        <pc:chgData name="Bram Heyns" userId="7a623cc0-5b6c-43c7-88a0-ff55db19c79e" providerId="ADAL" clId="{1DEBF00B-3D6B-4F0D-96FF-5744CABBB069}" dt="2024-01-15T18:31:23.600" v="1018" actId="1076"/>
        <pc:sldMkLst>
          <pc:docMk/>
          <pc:sldMk cId="719144268" sldId="313"/>
        </pc:sldMkLst>
      </pc:sldChg>
      <pc:sldChg chg="addSp modSp new mod">
        <pc:chgData name="Bram Heyns" userId="7a623cc0-5b6c-43c7-88a0-ff55db19c79e" providerId="ADAL" clId="{1DEBF00B-3D6B-4F0D-96FF-5744CABBB069}" dt="2024-01-15T18:39:38.500" v="1205" actId="20577"/>
        <pc:sldMkLst>
          <pc:docMk/>
          <pc:sldMk cId="2205367446" sldId="314"/>
        </pc:sldMkLst>
      </pc:sldChg>
      <pc:sldChg chg="addSp modSp new mod">
        <pc:chgData name="Bram Heyns" userId="7a623cc0-5b6c-43c7-88a0-ff55db19c79e" providerId="ADAL" clId="{1DEBF00B-3D6B-4F0D-96FF-5744CABBB069}" dt="2024-01-15T18:41:04.838" v="1269" actId="313"/>
        <pc:sldMkLst>
          <pc:docMk/>
          <pc:sldMk cId="964774666" sldId="315"/>
        </pc:sldMkLst>
      </pc:sldChg>
      <pc:sldChg chg="addSp modSp new mod">
        <pc:chgData name="Bram Heyns" userId="7a623cc0-5b6c-43c7-88a0-ff55db19c79e" providerId="ADAL" clId="{1DEBF00B-3D6B-4F0D-96FF-5744CABBB069}" dt="2024-01-15T18:42:01.415" v="1332" actId="1076"/>
        <pc:sldMkLst>
          <pc:docMk/>
          <pc:sldMk cId="1792295475" sldId="316"/>
        </pc:sldMkLst>
      </pc:sldChg>
      <pc:sldChg chg="addSp delSp modSp add mod">
        <pc:chgData name="Bram Heyns" userId="7a623cc0-5b6c-43c7-88a0-ff55db19c79e" providerId="ADAL" clId="{1DEBF00B-3D6B-4F0D-96FF-5744CABBB069}" dt="2024-01-15T18:43:36.594" v="1375" actId="20577"/>
        <pc:sldMkLst>
          <pc:docMk/>
          <pc:sldMk cId="944783119" sldId="317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3482395737" sldId="317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3442410483" sldId="318"/>
        </pc:sldMkLst>
      </pc:sldChg>
      <pc:sldChg chg="addSp delSp modSp add mod">
        <pc:chgData name="Bram Heyns" userId="7a623cc0-5b6c-43c7-88a0-ff55db19c79e" providerId="ADAL" clId="{1DEBF00B-3D6B-4F0D-96FF-5744CABBB069}" dt="2024-01-15T18:44:16.041" v="1386" actId="1076"/>
        <pc:sldMkLst>
          <pc:docMk/>
          <pc:sldMk cId="3913914842" sldId="318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885033471" sldId="319"/>
        </pc:sldMkLst>
      </pc:sldChg>
      <pc:sldChg chg="addSp delSp modSp new mod">
        <pc:chgData name="Bram Heyns" userId="7a623cc0-5b6c-43c7-88a0-ff55db19c79e" providerId="ADAL" clId="{1DEBF00B-3D6B-4F0D-96FF-5744CABBB069}" dt="2024-01-15T18:45:20.302" v="1431" actId="478"/>
        <pc:sldMkLst>
          <pc:docMk/>
          <pc:sldMk cId="3234746842" sldId="319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6602497" sldId="320"/>
        </pc:sldMkLst>
      </pc:sldChg>
      <pc:sldChg chg="addSp delSp modSp add mod">
        <pc:chgData name="Bram Heyns" userId="7a623cc0-5b6c-43c7-88a0-ff55db19c79e" providerId="ADAL" clId="{1DEBF00B-3D6B-4F0D-96FF-5744CABBB069}" dt="2024-01-15T18:51:15.796" v="1544" actId="20577"/>
        <pc:sldMkLst>
          <pc:docMk/>
          <pc:sldMk cId="694163260" sldId="320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533324637" sldId="321"/>
        </pc:sldMkLst>
      </pc:sldChg>
      <pc:sldChg chg="addSp modSp new mod">
        <pc:chgData name="Bram Heyns" userId="7a623cc0-5b6c-43c7-88a0-ff55db19c79e" providerId="ADAL" clId="{1DEBF00B-3D6B-4F0D-96FF-5744CABBB069}" dt="2024-01-15T18:47:04.266" v="1470" actId="208"/>
        <pc:sldMkLst>
          <pc:docMk/>
          <pc:sldMk cId="3699658295" sldId="321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374042384" sldId="322"/>
        </pc:sldMkLst>
      </pc:sldChg>
      <pc:sldChg chg="addSp modSp new mod">
        <pc:chgData name="Bram Heyns" userId="7a623cc0-5b6c-43c7-88a0-ff55db19c79e" providerId="ADAL" clId="{1DEBF00B-3D6B-4F0D-96FF-5744CABBB069}" dt="2024-01-15T18:48:05.656" v="1479"/>
        <pc:sldMkLst>
          <pc:docMk/>
          <pc:sldMk cId="757763836" sldId="322"/>
        </pc:sldMkLst>
      </pc:sldChg>
      <pc:sldChg chg="addSp modSp new mod">
        <pc:chgData name="Bram Heyns" userId="7a623cc0-5b6c-43c7-88a0-ff55db19c79e" providerId="ADAL" clId="{1DEBF00B-3D6B-4F0D-96FF-5744CABBB069}" dt="2024-01-15T18:50:34.212" v="1523" actId="14100"/>
        <pc:sldMkLst>
          <pc:docMk/>
          <pc:sldMk cId="989379054" sldId="323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2541751677" sldId="323"/>
        </pc:sldMkLst>
      </pc:sldChg>
      <pc:sldChg chg="addSp modSp new mod">
        <pc:chgData name="Bram Heyns" userId="7a623cc0-5b6c-43c7-88a0-ff55db19c79e" providerId="ADAL" clId="{1DEBF00B-3D6B-4F0D-96FF-5744CABBB069}" dt="2024-01-15T18:52:16.463" v="1579" actId="1076"/>
        <pc:sldMkLst>
          <pc:docMk/>
          <pc:sldMk cId="310629636" sldId="324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4149084777" sldId="324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2309687984" sldId="325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4289142109" sldId="326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1060826525" sldId="327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744625132" sldId="328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1024797918" sldId="329"/>
        </pc:sldMkLst>
      </pc:sldChg>
    </pc:docChg>
  </pc:docChgLst>
  <pc:docChgLst>
    <pc:chgData name="Bram Heyns" userId="7a623cc0-5b6c-43c7-88a0-ff55db19c79e" providerId="ADAL" clId="{89635E35-14F0-4E13-AF45-950A8A46E94C}"/>
    <pc:docChg chg="undo custSel addSld delSld modSld sldOrd">
      <pc:chgData name="Bram Heyns" userId="7a623cc0-5b6c-43c7-88a0-ff55db19c79e" providerId="ADAL" clId="{89635E35-14F0-4E13-AF45-950A8A46E94C}" dt="2024-03-29T09:01:26.429" v="3555" actId="47"/>
      <pc:docMkLst>
        <pc:docMk/>
      </pc:docMkLst>
      <pc:sldChg chg="modSp mod">
        <pc:chgData name="Bram Heyns" userId="7a623cc0-5b6c-43c7-88a0-ff55db19c79e" providerId="ADAL" clId="{89635E35-14F0-4E13-AF45-950A8A46E94C}" dt="2024-03-27T20:28:33.439" v="18" actId="20577"/>
        <pc:sldMkLst>
          <pc:docMk/>
          <pc:sldMk cId="3616312771" sldId="256"/>
        </pc:sldMkLst>
      </pc:sldChg>
      <pc:sldChg chg="del">
        <pc:chgData name="Bram Heyns" userId="7a623cc0-5b6c-43c7-88a0-ff55db19c79e" providerId="ADAL" clId="{89635E35-14F0-4E13-AF45-950A8A46E94C}" dt="2024-03-27T20:29:09.449" v="26" actId="47"/>
        <pc:sldMkLst>
          <pc:docMk/>
          <pc:sldMk cId="1305713584" sldId="297"/>
        </pc:sldMkLst>
      </pc:sldChg>
      <pc:sldChg chg="del">
        <pc:chgData name="Bram Heyns" userId="7a623cc0-5b6c-43c7-88a0-ff55db19c79e" providerId="ADAL" clId="{89635E35-14F0-4E13-AF45-950A8A46E94C}" dt="2024-03-27T20:28:39.523" v="19" actId="47"/>
        <pc:sldMkLst>
          <pc:docMk/>
          <pc:sldMk cId="361776133" sldId="344"/>
        </pc:sldMkLst>
      </pc:sldChg>
      <pc:sldChg chg="del">
        <pc:chgData name="Bram Heyns" userId="7a623cc0-5b6c-43c7-88a0-ff55db19c79e" providerId="ADAL" clId="{89635E35-14F0-4E13-AF45-950A8A46E94C}" dt="2024-03-27T20:28:39.523" v="19" actId="47"/>
        <pc:sldMkLst>
          <pc:docMk/>
          <pc:sldMk cId="1771227885" sldId="349"/>
        </pc:sldMkLst>
      </pc:sldChg>
      <pc:sldChg chg="del">
        <pc:chgData name="Bram Heyns" userId="7a623cc0-5b6c-43c7-88a0-ff55db19c79e" providerId="ADAL" clId="{89635E35-14F0-4E13-AF45-950A8A46E94C}" dt="2024-03-27T20:28:39.523" v="19" actId="47"/>
        <pc:sldMkLst>
          <pc:docMk/>
          <pc:sldMk cId="314980536" sldId="351"/>
        </pc:sldMkLst>
      </pc:sldChg>
      <pc:sldChg chg="del">
        <pc:chgData name="Bram Heyns" userId="7a623cc0-5b6c-43c7-88a0-ff55db19c79e" providerId="ADAL" clId="{89635E35-14F0-4E13-AF45-950A8A46E94C}" dt="2024-03-27T20:28:39.523" v="19" actId="47"/>
        <pc:sldMkLst>
          <pc:docMk/>
          <pc:sldMk cId="3569684313" sldId="354"/>
        </pc:sldMkLst>
      </pc:sldChg>
      <pc:sldChg chg="del">
        <pc:chgData name="Bram Heyns" userId="7a623cc0-5b6c-43c7-88a0-ff55db19c79e" providerId="ADAL" clId="{89635E35-14F0-4E13-AF45-950A8A46E94C}" dt="2024-03-27T20:28:39.523" v="19" actId="47"/>
        <pc:sldMkLst>
          <pc:docMk/>
          <pc:sldMk cId="1402989704" sldId="355"/>
        </pc:sldMkLst>
      </pc:sldChg>
      <pc:sldChg chg="del">
        <pc:chgData name="Bram Heyns" userId="7a623cc0-5b6c-43c7-88a0-ff55db19c79e" providerId="ADAL" clId="{89635E35-14F0-4E13-AF45-950A8A46E94C}" dt="2024-03-27T20:28:39.523" v="19" actId="47"/>
        <pc:sldMkLst>
          <pc:docMk/>
          <pc:sldMk cId="4187077559" sldId="357"/>
        </pc:sldMkLst>
      </pc:sldChg>
      <pc:sldChg chg="del">
        <pc:chgData name="Bram Heyns" userId="7a623cc0-5b6c-43c7-88a0-ff55db19c79e" providerId="ADAL" clId="{89635E35-14F0-4E13-AF45-950A8A46E94C}" dt="2024-03-27T20:28:39.523" v="19" actId="47"/>
        <pc:sldMkLst>
          <pc:docMk/>
          <pc:sldMk cId="2010210726" sldId="358"/>
        </pc:sldMkLst>
      </pc:sldChg>
      <pc:sldChg chg="del">
        <pc:chgData name="Bram Heyns" userId="7a623cc0-5b6c-43c7-88a0-ff55db19c79e" providerId="ADAL" clId="{89635E35-14F0-4E13-AF45-950A8A46E94C}" dt="2024-03-27T20:28:39.523" v="19" actId="47"/>
        <pc:sldMkLst>
          <pc:docMk/>
          <pc:sldMk cId="320494530" sldId="359"/>
        </pc:sldMkLst>
      </pc:sldChg>
      <pc:sldChg chg="del">
        <pc:chgData name="Bram Heyns" userId="7a623cc0-5b6c-43c7-88a0-ff55db19c79e" providerId="ADAL" clId="{89635E35-14F0-4E13-AF45-950A8A46E94C}" dt="2024-03-27T20:29:00.760" v="23" actId="47"/>
        <pc:sldMkLst>
          <pc:docMk/>
          <pc:sldMk cId="3707120390" sldId="360"/>
        </pc:sldMkLst>
      </pc:sldChg>
      <pc:sldChg chg="del">
        <pc:chgData name="Bram Heyns" userId="7a623cc0-5b6c-43c7-88a0-ff55db19c79e" providerId="ADAL" clId="{89635E35-14F0-4E13-AF45-950A8A46E94C}" dt="2024-03-27T20:28:58.489" v="22" actId="47"/>
        <pc:sldMkLst>
          <pc:docMk/>
          <pc:sldMk cId="2292662533" sldId="362"/>
        </pc:sldMkLst>
      </pc:sldChg>
      <pc:sldChg chg="del">
        <pc:chgData name="Bram Heyns" userId="7a623cc0-5b6c-43c7-88a0-ff55db19c79e" providerId="ADAL" clId="{89635E35-14F0-4E13-AF45-950A8A46E94C}" dt="2024-03-27T20:28:53.966" v="21" actId="47"/>
        <pc:sldMkLst>
          <pc:docMk/>
          <pc:sldMk cId="3261204590" sldId="364"/>
        </pc:sldMkLst>
      </pc:sldChg>
      <pc:sldChg chg="del">
        <pc:chgData name="Bram Heyns" userId="7a623cc0-5b6c-43c7-88a0-ff55db19c79e" providerId="ADAL" clId="{89635E35-14F0-4E13-AF45-950A8A46E94C}" dt="2024-03-27T20:28:47.803" v="20" actId="47"/>
        <pc:sldMkLst>
          <pc:docMk/>
          <pc:sldMk cId="3492292058" sldId="365"/>
        </pc:sldMkLst>
      </pc:sldChg>
      <pc:sldChg chg="del">
        <pc:chgData name="Bram Heyns" userId="7a623cc0-5b6c-43c7-88a0-ff55db19c79e" providerId="ADAL" clId="{89635E35-14F0-4E13-AF45-950A8A46E94C}" dt="2024-03-27T20:29:06.332" v="24" actId="47"/>
        <pc:sldMkLst>
          <pc:docMk/>
          <pc:sldMk cId="1400258766" sldId="366"/>
        </pc:sldMkLst>
      </pc:sldChg>
      <pc:sldChg chg="del">
        <pc:chgData name="Bram Heyns" userId="7a623cc0-5b6c-43c7-88a0-ff55db19c79e" providerId="ADAL" clId="{89635E35-14F0-4E13-AF45-950A8A46E94C}" dt="2024-03-27T20:29:08.569" v="25" actId="47"/>
        <pc:sldMkLst>
          <pc:docMk/>
          <pc:sldMk cId="1148172492" sldId="368"/>
        </pc:sldMkLst>
      </pc:sldChg>
      <pc:sldChg chg="modSp add mod">
        <pc:chgData name="Bram Heyns" userId="7a623cc0-5b6c-43c7-88a0-ff55db19c79e" providerId="ADAL" clId="{89635E35-14F0-4E13-AF45-950A8A46E94C}" dt="2024-03-27T20:29:31.551" v="62" actId="20577"/>
        <pc:sldMkLst>
          <pc:docMk/>
          <pc:sldMk cId="1418803617" sldId="368"/>
        </pc:sldMkLst>
      </pc:sldChg>
      <pc:sldChg chg="addSp delSp modSp add mod">
        <pc:chgData name="Bram Heyns" userId="7a623cc0-5b6c-43c7-88a0-ff55db19c79e" providerId="ADAL" clId="{89635E35-14F0-4E13-AF45-950A8A46E94C}" dt="2024-03-27T20:30:22.613" v="91" actId="1076"/>
        <pc:sldMkLst>
          <pc:docMk/>
          <pc:sldMk cId="3724029127" sldId="369"/>
        </pc:sldMkLst>
      </pc:sldChg>
      <pc:sldChg chg="addSp delSp modSp new mod">
        <pc:chgData name="Bram Heyns" userId="7a623cc0-5b6c-43c7-88a0-ff55db19c79e" providerId="ADAL" clId="{89635E35-14F0-4E13-AF45-950A8A46E94C}" dt="2024-03-28T08:25:01.604" v="186" actId="20577"/>
        <pc:sldMkLst>
          <pc:docMk/>
          <pc:sldMk cId="4207835189" sldId="370"/>
        </pc:sldMkLst>
      </pc:sldChg>
      <pc:sldChg chg="addSp delSp modSp new mod">
        <pc:chgData name="Bram Heyns" userId="7a623cc0-5b6c-43c7-88a0-ff55db19c79e" providerId="ADAL" clId="{89635E35-14F0-4E13-AF45-950A8A46E94C}" dt="2024-03-28T08:25:08.345" v="187" actId="478"/>
        <pc:sldMkLst>
          <pc:docMk/>
          <pc:sldMk cId="2066602931" sldId="371"/>
        </pc:sldMkLst>
      </pc:sldChg>
      <pc:sldChg chg="modSp new del mod">
        <pc:chgData name="Bram Heyns" userId="7a623cc0-5b6c-43c7-88a0-ff55db19c79e" providerId="ADAL" clId="{89635E35-14F0-4E13-AF45-950A8A46E94C}" dt="2024-03-29T09:01:26.429" v="3555" actId="47"/>
        <pc:sldMkLst>
          <pc:docMk/>
          <pc:sldMk cId="4005901415" sldId="372"/>
        </pc:sldMkLst>
      </pc:sldChg>
      <pc:sldChg chg="addSp delSp modSp new del modNotesTx">
        <pc:chgData name="Bram Heyns" userId="7a623cc0-5b6c-43c7-88a0-ff55db19c79e" providerId="ADAL" clId="{89635E35-14F0-4E13-AF45-950A8A46E94C}" dt="2024-03-29T09:01:26.429" v="3555" actId="47"/>
        <pc:sldMkLst>
          <pc:docMk/>
          <pc:sldMk cId="293085829" sldId="373"/>
        </pc:sldMkLst>
      </pc:sldChg>
      <pc:sldChg chg="addSp modSp new mod">
        <pc:chgData name="Bram Heyns" userId="7a623cc0-5b6c-43c7-88a0-ff55db19c79e" providerId="ADAL" clId="{89635E35-14F0-4E13-AF45-950A8A46E94C}" dt="2024-03-28T21:15:27.647" v="760" actId="20577"/>
        <pc:sldMkLst>
          <pc:docMk/>
          <pc:sldMk cId="923983160" sldId="374"/>
        </pc:sldMkLst>
      </pc:sldChg>
      <pc:sldChg chg="addSp delSp modSp new mod">
        <pc:chgData name="Bram Heyns" userId="7a623cc0-5b6c-43c7-88a0-ff55db19c79e" providerId="ADAL" clId="{89635E35-14F0-4E13-AF45-950A8A46E94C}" dt="2024-03-28T21:38:44.115" v="1382" actId="14100"/>
        <pc:sldMkLst>
          <pc:docMk/>
          <pc:sldMk cId="3412987788" sldId="375"/>
        </pc:sldMkLst>
      </pc:sldChg>
      <pc:sldChg chg="addSp modSp new mod">
        <pc:chgData name="Bram Heyns" userId="7a623cc0-5b6c-43c7-88a0-ff55db19c79e" providerId="ADAL" clId="{89635E35-14F0-4E13-AF45-950A8A46E94C}" dt="2024-03-28T21:42:37.010" v="1475" actId="1076"/>
        <pc:sldMkLst>
          <pc:docMk/>
          <pc:sldMk cId="895727634" sldId="376"/>
        </pc:sldMkLst>
      </pc:sldChg>
      <pc:sldChg chg="addSp modSp new mod">
        <pc:chgData name="Bram Heyns" userId="7a623cc0-5b6c-43c7-88a0-ff55db19c79e" providerId="ADAL" clId="{89635E35-14F0-4E13-AF45-950A8A46E94C}" dt="2024-03-28T21:20:37.770" v="880" actId="20577"/>
        <pc:sldMkLst>
          <pc:docMk/>
          <pc:sldMk cId="1234051666" sldId="377"/>
        </pc:sldMkLst>
      </pc:sldChg>
      <pc:sldChg chg="addSp delSp modSp new mod">
        <pc:chgData name="Bram Heyns" userId="7a623cc0-5b6c-43c7-88a0-ff55db19c79e" providerId="ADAL" clId="{89635E35-14F0-4E13-AF45-950A8A46E94C}" dt="2024-03-29T08:04:58.662" v="1999" actId="478"/>
        <pc:sldMkLst>
          <pc:docMk/>
          <pc:sldMk cId="112738983" sldId="378"/>
        </pc:sldMkLst>
      </pc:sldChg>
      <pc:sldChg chg="addSp delSp modSp new mod">
        <pc:chgData name="Bram Heyns" userId="7a623cc0-5b6c-43c7-88a0-ff55db19c79e" providerId="ADAL" clId="{89635E35-14F0-4E13-AF45-950A8A46E94C}" dt="2024-03-28T21:23:34.923" v="904" actId="1076"/>
        <pc:sldMkLst>
          <pc:docMk/>
          <pc:sldMk cId="4164747600" sldId="379"/>
        </pc:sldMkLst>
      </pc:sldChg>
      <pc:sldChg chg="addSp modSp new mod">
        <pc:chgData name="Bram Heyns" userId="7a623cc0-5b6c-43c7-88a0-ff55db19c79e" providerId="ADAL" clId="{89635E35-14F0-4E13-AF45-950A8A46E94C}" dt="2024-03-28T21:25:49.721" v="937"/>
        <pc:sldMkLst>
          <pc:docMk/>
          <pc:sldMk cId="2952975409" sldId="380"/>
        </pc:sldMkLst>
      </pc:sldChg>
      <pc:sldChg chg="addSp modSp new mod ord">
        <pc:chgData name="Bram Heyns" userId="7a623cc0-5b6c-43c7-88a0-ff55db19c79e" providerId="ADAL" clId="{89635E35-14F0-4E13-AF45-950A8A46E94C}" dt="2024-03-28T21:36:39.671" v="1352" actId="1076"/>
        <pc:sldMkLst>
          <pc:docMk/>
          <pc:sldMk cId="69662919" sldId="381"/>
        </pc:sldMkLst>
      </pc:sldChg>
      <pc:sldChg chg="addSp delSp modSp new mod">
        <pc:chgData name="Bram Heyns" userId="7a623cc0-5b6c-43c7-88a0-ff55db19c79e" providerId="ADAL" clId="{89635E35-14F0-4E13-AF45-950A8A46E94C}" dt="2024-03-28T21:42:12.896" v="1445" actId="20577"/>
        <pc:sldMkLst>
          <pc:docMk/>
          <pc:sldMk cId="1187313601" sldId="382"/>
        </pc:sldMkLst>
      </pc:sldChg>
      <pc:sldChg chg="addSp modSp new">
        <pc:chgData name="Bram Heyns" userId="7a623cc0-5b6c-43c7-88a0-ff55db19c79e" providerId="ADAL" clId="{89635E35-14F0-4E13-AF45-950A8A46E94C}" dt="2024-03-28T21:39:03.740" v="1384"/>
        <pc:sldMkLst>
          <pc:docMk/>
          <pc:sldMk cId="1273456044" sldId="383"/>
        </pc:sldMkLst>
      </pc:sldChg>
      <pc:sldChg chg="addSp modSp new mod">
        <pc:chgData name="Bram Heyns" userId="7a623cc0-5b6c-43c7-88a0-ff55db19c79e" providerId="ADAL" clId="{89635E35-14F0-4E13-AF45-950A8A46E94C}" dt="2024-03-28T21:39:37.290" v="1397" actId="1076"/>
        <pc:sldMkLst>
          <pc:docMk/>
          <pc:sldMk cId="3166844444" sldId="384"/>
        </pc:sldMkLst>
      </pc:sldChg>
      <pc:sldChg chg="addSp modSp new">
        <pc:chgData name="Bram Heyns" userId="7a623cc0-5b6c-43c7-88a0-ff55db19c79e" providerId="ADAL" clId="{89635E35-14F0-4E13-AF45-950A8A46E94C}" dt="2024-03-28T21:39:51.160" v="1399"/>
        <pc:sldMkLst>
          <pc:docMk/>
          <pc:sldMk cId="1937382956" sldId="385"/>
        </pc:sldMkLst>
      </pc:sldChg>
      <pc:sldChg chg="addSp modSp new mod">
        <pc:chgData name="Bram Heyns" userId="7a623cc0-5b6c-43c7-88a0-ff55db19c79e" providerId="ADAL" clId="{89635E35-14F0-4E13-AF45-950A8A46E94C}" dt="2024-03-28T21:40:23.942" v="1417" actId="1076"/>
        <pc:sldMkLst>
          <pc:docMk/>
          <pc:sldMk cId="4283962803" sldId="386"/>
        </pc:sldMkLst>
      </pc:sldChg>
      <pc:sldChg chg="addSp modSp new mod">
        <pc:chgData name="Bram Heyns" userId="7a623cc0-5b6c-43c7-88a0-ff55db19c79e" providerId="ADAL" clId="{89635E35-14F0-4E13-AF45-950A8A46E94C}" dt="2024-03-28T21:47:13.367" v="1783" actId="14100"/>
        <pc:sldMkLst>
          <pc:docMk/>
          <pc:sldMk cId="3576775216" sldId="387"/>
        </pc:sldMkLst>
      </pc:sldChg>
      <pc:sldChg chg="addSp modSp new mod">
        <pc:chgData name="Bram Heyns" userId="7a623cc0-5b6c-43c7-88a0-ff55db19c79e" providerId="ADAL" clId="{89635E35-14F0-4E13-AF45-950A8A46E94C}" dt="2024-03-28T21:47:26.646" v="1784"/>
        <pc:sldMkLst>
          <pc:docMk/>
          <pc:sldMk cId="3291026646" sldId="388"/>
        </pc:sldMkLst>
      </pc:sldChg>
      <pc:sldChg chg="addSp modSp new mod">
        <pc:chgData name="Bram Heyns" userId="7a623cc0-5b6c-43c7-88a0-ff55db19c79e" providerId="ADAL" clId="{89635E35-14F0-4E13-AF45-950A8A46E94C}" dt="2024-03-28T21:47:54.700" v="1803" actId="1076"/>
        <pc:sldMkLst>
          <pc:docMk/>
          <pc:sldMk cId="1870708401" sldId="389"/>
        </pc:sldMkLst>
      </pc:sldChg>
      <pc:sldChg chg="addSp delSp modSp add mod">
        <pc:chgData name="Bram Heyns" userId="7a623cc0-5b6c-43c7-88a0-ff55db19c79e" providerId="ADAL" clId="{89635E35-14F0-4E13-AF45-950A8A46E94C}" dt="2024-03-28T21:50:00.285" v="1862" actId="1076"/>
        <pc:sldMkLst>
          <pc:docMk/>
          <pc:sldMk cId="715236937" sldId="390"/>
        </pc:sldMkLst>
      </pc:sldChg>
      <pc:sldChg chg="addSp delSp modSp add mod">
        <pc:chgData name="Bram Heyns" userId="7a623cc0-5b6c-43c7-88a0-ff55db19c79e" providerId="ADAL" clId="{89635E35-14F0-4E13-AF45-950A8A46E94C}" dt="2024-03-28T21:52:02.763" v="1884" actId="1076"/>
        <pc:sldMkLst>
          <pc:docMk/>
          <pc:sldMk cId="1588455420" sldId="391"/>
        </pc:sldMkLst>
      </pc:sldChg>
      <pc:sldChg chg="addSp modSp new mod">
        <pc:chgData name="Bram Heyns" userId="7a623cc0-5b6c-43c7-88a0-ff55db19c79e" providerId="ADAL" clId="{89635E35-14F0-4E13-AF45-950A8A46E94C}" dt="2024-03-28T21:52:52.364" v="1910" actId="14100"/>
        <pc:sldMkLst>
          <pc:docMk/>
          <pc:sldMk cId="2724917686" sldId="392"/>
        </pc:sldMkLst>
      </pc:sldChg>
      <pc:sldChg chg="addSp modSp new mod">
        <pc:chgData name="Bram Heyns" userId="7a623cc0-5b6c-43c7-88a0-ff55db19c79e" providerId="ADAL" clId="{89635E35-14F0-4E13-AF45-950A8A46E94C}" dt="2024-03-28T21:54:14.353" v="1996" actId="1076"/>
        <pc:sldMkLst>
          <pc:docMk/>
          <pc:sldMk cId="3216151993" sldId="393"/>
        </pc:sldMkLst>
      </pc:sldChg>
      <pc:sldChg chg="addSp modSp new mod modNotesTx">
        <pc:chgData name="Bram Heyns" userId="7a623cc0-5b6c-43c7-88a0-ff55db19c79e" providerId="ADAL" clId="{89635E35-14F0-4E13-AF45-950A8A46E94C}" dt="2024-03-29T08:25:27.386" v="2453" actId="1035"/>
        <pc:sldMkLst>
          <pc:docMk/>
          <pc:sldMk cId="1964294996" sldId="394"/>
        </pc:sldMkLst>
      </pc:sldChg>
      <pc:sldChg chg="addSp delSp modSp new mod">
        <pc:chgData name="Bram Heyns" userId="7a623cc0-5b6c-43c7-88a0-ff55db19c79e" providerId="ADAL" clId="{89635E35-14F0-4E13-AF45-950A8A46E94C}" dt="2024-03-29T08:38:45.327" v="2908" actId="1037"/>
        <pc:sldMkLst>
          <pc:docMk/>
          <pc:sldMk cId="3380516334" sldId="395"/>
        </pc:sldMkLst>
      </pc:sldChg>
      <pc:sldChg chg="addSp delSp modSp add mod">
        <pc:chgData name="Bram Heyns" userId="7a623cc0-5b6c-43c7-88a0-ff55db19c79e" providerId="ADAL" clId="{89635E35-14F0-4E13-AF45-950A8A46E94C}" dt="2024-03-29T08:11:29.875" v="2029" actId="1076"/>
        <pc:sldMkLst>
          <pc:docMk/>
          <pc:sldMk cId="3437529667" sldId="396"/>
        </pc:sldMkLst>
      </pc:sldChg>
      <pc:sldChg chg="addSp modSp new mod">
        <pc:chgData name="Bram Heyns" userId="7a623cc0-5b6c-43c7-88a0-ff55db19c79e" providerId="ADAL" clId="{89635E35-14F0-4E13-AF45-950A8A46E94C}" dt="2024-03-29T08:32:56.025" v="2845" actId="14100"/>
        <pc:sldMkLst>
          <pc:docMk/>
          <pc:sldMk cId="608419166" sldId="397"/>
        </pc:sldMkLst>
      </pc:sldChg>
      <pc:sldChg chg="addSp modSp new del mod">
        <pc:chgData name="Bram Heyns" userId="7a623cc0-5b6c-43c7-88a0-ff55db19c79e" providerId="ADAL" clId="{89635E35-14F0-4E13-AF45-950A8A46E94C}" dt="2024-03-29T08:56:48.815" v="3395" actId="47"/>
        <pc:sldMkLst>
          <pc:docMk/>
          <pc:sldMk cId="2093403126" sldId="398"/>
        </pc:sldMkLst>
      </pc:sldChg>
      <pc:sldChg chg="addSp delSp modSp new mod">
        <pc:chgData name="Bram Heyns" userId="7a623cc0-5b6c-43c7-88a0-ff55db19c79e" providerId="ADAL" clId="{89635E35-14F0-4E13-AF45-950A8A46E94C}" dt="2024-03-29T09:01:15.815" v="3554" actId="14100"/>
        <pc:sldMkLst>
          <pc:docMk/>
          <pc:sldMk cId="2920515876" sldId="399"/>
        </pc:sldMkLst>
      </pc:sldChg>
      <pc:sldChg chg="addSp modSp new mod">
        <pc:chgData name="Bram Heyns" userId="7a623cc0-5b6c-43c7-88a0-ff55db19c79e" providerId="ADAL" clId="{89635E35-14F0-4E13-AF45-950A8A46E94C}" dt="2024-03-29T08:30:07.710" v="2627" actId="1036"/>
        <pc:sldMkLst>
          <pc:docMk/>
          <pc:sldMk cId="4108098678" sldId="400"/>
        </pc:sldMkLst>
      </pc:sldChg>
      <pc:sldChg chg="addSp delSp modSp new mod">
        <pc:chgData name="Bram Heyns" userId="7a623cc0-5b6c-43c7-88a0-ff55db19c79e" providerId="ADAL" clId="{89635E35-14F0-4E13-AF45-950A8A46E94C}" dt="2024-03-29T08:56:57.678" v="3398" actId="20577"/>
        <pc:sldMkLst>
          <pc:docMk/>
          <pc:sldMk cId="2987849494" sldId="401"/>
        </pc:sldMkLst>
      </pc:sldChg>
      <pc:sldChg chg="new del">
        <pc:chgData name="Bram Heyns" userId="7a623cc0-5b6c-43c7-88a0-ff55db19c79e" providerId="ADAL" clId="{89635E35-14F0-4E13-AF45-950A8A46E94C}" dt="2024-03-29T09:01:26.429" v="3555" actId="47"/>
        <pc:sldMkLst>
          <pc:docMk/>
          <pc:sldMk cId="759986823" sldId="402"/>
        </pc:sldMkLst>
      </pc:sldChg>
      <pc:sldChg chg="addSp modSp new mod">
        <pc:chgData name="Bram Heyns" userId="7a623cc0-5b6c-43c7-88a0-ff55db19c79e" providerId="ADAL" clId="{89635E35-14F0-4E13-AF45-950A8A46E94C}" dt="2024-03-29T08:51:10.527" v="3394" actId="13926"/>
        <pc:sldMkLst>
          <pc:docMk/>
          <pc:sldMk cId="2174714734" sldId="403"/>
        </pc:sldMkLst>
      </pc:sldChg>
      <pc:sldMasterChg chg="delSldLayout">
        <pc:chgData name="Bram Heyns" userId="7a623cc0-5b6c-43c7-88a0-ff55db19c79e" providerId="ADAL" clId="{89635E35-14F0-4E13-AF45-950A8A46E94C}" dt="2024-03-27T20:29:09.449" v="26" actId="47"/>
        <pc:sldMasterMkLst>
          <pc:docMk/>
          <pc:sldMasterMk cId="3084859822" sldId="2147483648"/>
        </pc:sldMasterMkLst>
        <pc:sldLayoutChg chg="del">
          <pc:chgData name="Bram Heyns" userId="7a623cc0-5b6c-43c7-88a0-ff55db19c79e" providerId="ADAL" clId="{89635E35-14F0-4E13-AF45-950A8A46E94C}" dt="2024-03-27T20:29:09.449" v="26" actId="47"/>
          <pc:sldLayoutMkLst>
            <pc:docMk/>
            <pc:sldMasterMk cId="3084859822" sldId="2147483648"/>
            <pc:sldLayoutMk cId="1536963850" sldId="2147483911"/>
          </pc:sldLayoutMkLst>
        </pc:sldLayoutChg>
      </pc:sldMasterChg>
    </pc:docChg>
  </pc:docChgLst>
  <pc:docChgLst>
    <pc:chgData name="Bram Heyns" userId="7a623cc0-5b6c-43c7-88a0-ff55db19c79e" providerId="ADAL" clId="{1040EB46-B0F6-4C75-B22B-C789F484EF1D}"/>
    <pc:docChg chg="undo custSel addSld delSld modSld">
      <pc:chgData name="Bram Heyns" userId="7a623cc0-5b6c-43c7-88a0-ff55db19c79e" providerId="ADAL" clId="{1040EB46-B0F6-4C75-B22B-C789F484EF1D}" dt="2024-01-11T12:23:49.550" v="1410" actId="1076"/>
      <pc:docMkLst>
        <pc:docMk/>
      </pc:docMkLst>
      <pc:sldChg chg="modSp mod">
        <pc:chgData name="Bram Heyns" userId="7a623cc0-5b6c-43c7-88a0-ff55db19c79e" providerId="ADAL" clId="{1040EB46-B0F6-4C75-B22B-C789F484EF1D}" dt="2024-01-09T19:57:16.013" v="33" actId="20577"/>
        <pc:sldMkLst>
          <pc:docMk/>
          <pc:sldMk cId="3616312771" sldId="256"/>
        </pc:sldMkLst>
      </pc:sldChg>
      <pc:sldChg chg="addSp delSp modSp mod">
        <pc:chgData name="Bram Heyns" userId="7a623cc0-5b6c-43c7-88a0-ff55db19c79e" providerId="ADAL" clId="{1040EB46-B0F6-4C75-B22B-C789F484EF1D}" dt="2024-01-09T20:01:27.836" v="204" actId="1076"/>
        <pc:sldMkLst>
          <pc:docMk/>
          <pc:sldMk cId="276004885" sldId="257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689163299" sldId="258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317776675" sldId="259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787647688" sldId="260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307829333" sldId="261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867388527" sldId="262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388701437" sldId="263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4284284052" sldId="264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781978728" sldId="265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444846290" sldId="266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476255192" sldId="267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418017200" sldId="268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140030491" sldId="269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4175805643" sldId="270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258085311" sldId="271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543404890" sldId="272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740921288" sldId="273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357417941" sldId="274"/>
        </pc:sldMkLst>
      </pc:sldChg>
      <pc:sldChg chg="modSp add mod">
        <pc:chgData name="Bram Heyns" userId="7a623cc0-5b6c-43c7-88a0-ff55db19c79e" providerId="ADAL" clId="{1040EB46-B0F6-4C75-B22B-C789F484EF1D}" dt="2024-01-09T20:00:24.894" v="166" actId="20577"/>
        <pc:sldMkLst>
          <pc:docMk/>
          <pc:sldMk cId="2967960735" sldId="276"/>
        </pc:sldMkLst>
      </pc:sldChg>
      <pc:sldChg chg="addSp delSp modSp add mod">
        <pc:chgData name="Bram Heyns" userId="7a623cc0-5b6c-43c7-88a0-ff55db19c79e" providerId="ADAL" clId="{1040EB46-B0F6-4C75-B22B-C789F484EF1D}" dt="2024-01-09T19:58:30.540" v="87" actId="1076"/>
        <pc:sldMkLst>
          <pc:docMk/>
          <pc:sldMk cId="2081295671" sldId="277"/>
        </pc:sldMkLst>
      </pc:sldChg>
      <pc:sldChg chg="addSp delSp modSp add mod">
        <pc:chgData name="Bram Heyns" userId="7a623cc0-5b6c-43c7-88a0-ff55db19c79e" providerId="ADAL" clId="{1040EB46-B0F6-4C75-B22B-C789F484EF1D}" dt="2024-01-09T19:59:07.236" v="101" actId="1076"/>
        <pc:sldMkLst>
          <pc:docMk/>
          <pc:sldMk cId="1624575407" sldId="278"/>
        </pc:sldMkLst>
      </pc:sldChg>
      <pc:sldChg chg="addSp delSp modSp add mod">
        <pc:chgData name="Bram Heyns" userId="7a623cc0-5b6c-43c7-88a0-ff55db19c79e" providerId="ADAL" clId="{1040EB46-B0F6-4C75-B22B-C789F484EF1D}" dt="2024-01-09T19:59:34.045" v="106" actId="1076"/>
        <pc:sldMkLst>
          <pc:docMk/>
          <pc:sldMk cId="2846727448" sldId="279"/>
        </pc:sldMkLst>
      </pc:sldChg>
      <pc:sldChg chg="addSp delSp modSp new mod">
        <pc:chgData name="Bram Heyns" userId="7a623cc0-5b6c-43c7-88a0-ff55db19c79e" providerId="ADAL" clId="{1040EB46-B0F6-4C75-B22B-C789F484EF1D}" dt="2024-01-09T20:02:53.469" v="267" actId="478"/>
        <pc:sldMkLst>
          <pc:docMk/>
          <pc:sldMk cId="776558176" sldId="280"/>
        </pc:sldMkLst>
      </pc:sldChg>
      <pc:sldChg chg="addSp modSp new mod">
        <pc:chgData name="Bram Heyns" userId="7a623cc0-5b6c-43c7-88a0-ff55db19c79e" providerId="ADAL" clId="{1040EB46-B0F6-4C75-B22B-C789F484EF1D}" dt="2024-01-09T20:08:33.229" v="293" actId="14100"/>
        <pc:sldMkLst>
          <pc:docMk/>
          <pc:sldMk cId="1779919072" sldId="281"/>
        </pc:sldMkLst>
      </pc:sldChg>
      <pc:sldChg chg="addSp delSp modSp new mod">
        <pc:chgData name="Bram Heyns" userId="7a623cc0-5b6c-43c7-88a0-ff55db19c79e" providerId="ADAL" clId="{1040EB46-B0F6-4C75-B22B-C789F484EF1D}" dt="2024-01-10T11:54:44.764" v="556" actId="1076"/>
        <pc:sldMkLst>
          <pc:docMk/>
          <pc:sldMk cId="3957128938" sldId="282"/>
        </pc:sldMkLst>
      </pc:sldChg>
      <pc:sldChg chg="addSp delSp modSp new mod">
        <pc:chgData name="Bram Heyns" userId="7a623cc0-5b6c-43c7-88a0-ff55db19c79e" providerId="ADAL" clId="{1040EB46-B0F6-4C75-B22B-C789F484EF1D}" dt="2024-01-09T20:09:06.509" v="314" actId="478"/>
        <pc:sldMkLst>
          <pc:docMk/>
          <pc:sldMk cId="2127495967" sldId="283"/>
        </pc:sldMkLst>
      </pc:sldChg>
      <pc:sldChg chg="addSp modSp new mod">
        <pc:chgData name="Bram Heyns" userId="7a623cc0-5b6c-43c7-88a0-ff55db19c79e" providerId="ADAL" clId="{1040EB46-B0F6-4C75-B22B-C789F484EF1D}" dt="2024-01-09T20:10:50.718" v="476" actId="20577"/>
        <pc:sldMkLst>
          <pc:docMk/>
          <pc:sldMk cId="3709800086" sldId="284"/>
        </pc:sldMkLst>
      </pc:sldChg>
      <pc:sldChg chg="addSp modSp add mod">
        <pc:chgData name="Bram Heyns" userId="7a623cc0-5b6c-43c7-88a0-ff55db19c79e" providerId="ADAL" clId="{1040EB46-B0F6-4C75-B22B-C789F484EF1D}" dt="2024-01-09T20:11:40.652" v="502" actId="1076"/>
        <pc:sldMkLst>
          <pc:docMk/>
          <pc:sldMk cId="3143338881" sldId="285"/>
        </pc:sldMkLst>
      </pc:sldChg>
      <pc:sldChg chg="addSp modSp new mod">
        <pc:chgData name="Bram Heyns" userId="7a623cc0-5b6c-43c7-88a0-ff55db19c79e" providerId="ADAL" clId="{1040EB46-B0F6-4C75-B22B-C789F484EF1D}" dt="2024-01-10T11:53:56.183" v="548" actId="1076"/>
        <pc:sldMkLst>
          <pc:docMk/>
          <pc:sldMk cId="1755898384" sldId="286"/>
        </pc:sldMkLst>
      </pc:sldChg>
      <pc:sldChg chg="addSp modSp new mod">
        <pc:chgData name="Bram Heyns" userId="7a623cc0-5b6c-43c7-88a0-ff55db19c79e" providerId="ADAL" clId="{1040EB46-B0F6-4C75-B22B-C789F484EF1D}" dt="2024-01-10T11:57:37.602" v="611" actId="1076"/>
        <pc:sldMkLst>
          <pc:docMk/>
          <pc:sldMk cId="272553522" sldId="287"/>
        </pc:sldMkLst>
      </pc:sldChg>
      <pc:sldChg chg="addSp modSp new mod">
        <pc:chgData name="Bram Heyns" userId="7a623cc0-5b6c-43c7-88a0-ff55db19c79e" providerId="ADAL" clId="{1040EB46-B0F6-4C75-B22B-C789F484EF1D}" dt="2024-01-10T11:59:22.841" v="640" actId="207"/>
        <pc:sldMkLst>
          <pc:docMk/>
          <pc:sldMk cId="3748433426" sldId="288"/>
        </pc:sldMkLst>
      </pc:sldChg>
      <pc:sldChg chg="addSp delSp modSp new mod">
        <pc:chgData name="Bram Heyns" userId="7a623cc0-5b6c-43c7-88a0-ff55db19c79e" providerId="ADAL" clId="{1040EB46-B0F6-4C75-B22B-C789F484EF1D}" dt="2024-01-10T12:00:22.439" v="666" actId="14100"/>
        <pc:sldMkLst>
          <pc:docMk/>
          <pc:sldMk cId="3712664771" sldId="289"/>
        </pc:sldMkLst>
      </pc:sldChg>
      <pc:sldChg chg="addSp delSp modSp new mod">
        <pc:chgData name="Bram Heyns" userId="7a623cc0-5b6c-43c7-88a0-ff55db19c79e" providerId="ADAL" clId="{1040EB46-B0F6-4C75-B22B-C789F484EF1D}" dt="2024-01-10T12:01:56.108" v="708" actId="1076"/>
        <pc:sldMkLst>
          <pc:docMk/>
          <pc:sldMk cId="61322704" sldId="290"/>
        </pc:sldMkLst>
      </pc:sldChg>
      <pc:sldChg chg="addSp delSp modSp add mod">
        <pc:chgData name="Bram Heyns" userId="7a623cc0-5b6c-43c7-88a0-ff55db19c79e" providerId="ADAL" clId="{1040EB46-B0F6-4C75-B22B-C789F484EF1D}" dt="2024-01-10T12:09:25.732" v="732" actId="1076"/>
        <pc:sldMkLst>
          <pc:docMk/>
          <pc:sldMk cId="785759542" sldId="291"/>
        </pc:sldMkLst>
      </pc:sldChg>
      <pc:sldChg chg="addSp delSp modSp new del mod">
        <pc:chgData name="Bram Heyns" userId="7a623cc0-5b6c-43c7-88a0-ff55db19c79e" providerId="ADAL" clId="{1040EB46-B0F6-4C75-B22B-C789F484EF1D}" dt="2024-01-10T12:15:40.829" v="800" actId="47"/>
        <pc:sldMkLst>
          <pc:docMk/>
          <pc:sldMk cId="1834471363" sldId="292"/>
        </pc:sldMkLst>
      </pc:sldChg>
      <pc:sldChg chg="addSp modSp new mod">
        <pc:chgData name="Bram Heyns" userId="7a623cc0-5b6c-43c7-88a0-ff55db19c79e" providerId="ADAL" clId="{1040EB46-B0F6-4C75-B22B-C789F484EF1D}" dt="2024-01-10T12:15:22.317" v="799" actId="1076"/>
        <pc:sldMkLst>
          <pc:docMk/>
          <pc:sldMk cId="805913376" sldId="293"/>
        </pc:sldMkLst>
      </pc:sldChg>
      <pc:sldChg chg="addSp delSp modSp add mod">
        <pc:chgData name="Bram Heyns" userId="7a623cc0-5b6c-43c7-88a0-ff55db19c79e" providerId="ADAL" clId="{1040EB46-B0F6-4C75-B22B-C789F484EF1D}" dt="2024-01-10T12:16:23.799" v="807" actId="1076"/>
        <pc:sldMkLst>
          <pc:docMk/>
          <pc:sldMk cId="1759032985" sldId="294"/>
        </pc:sldMkLst>
      </pc:sldChg>
      <pc:sldChg chg="addSp modSp new mod">
        <pc:chgData name="Bram Heyns" userId="7a623cc0-5b6c-43c7-88a0-ff55db19c79e" providerId="ADAL" clId="{1040EB46-B0F6-4C75-B22B-C789F484EF1D}" dt="2024-01-10T12:21:55.402" v="941" actId="5793"/>
        <pc:sldMkLst>
          <pc:docMk/>
          <pc:sldMk cId="3356382497" sldId="295"/>
        </pc:sldMkLst>
      </pc:sldChg>
      <pc:sldChg chg="addSp modSp new mod">
        <pc:chgData name="Bram Heyns" userId="7a623cc0-5b6c-43c7-88a0-ff55db19c79e" providerId="ADAL" clId="{1040EB46-B0F6-4C75-B22B-C789F484EF1D}" dt="2024-01-10T12:32:19.462" v="972" actId="1076"/>
        <pc:sldMkLst>
          <pc:docMk/>
          <pc:sldMk cId="56459990" sldId="296"/>
        </pc:sldMkLst>
      </pc:sldChg>
      <pc:sldChg chg="addSp delSp modSp add mod">
        <pc:chgData name="Bram Heyns" userId="7a623cc0-5b6c-43c7-88a0-ff55db19c79e" providerId="ADAL" clId="{1040EB46-B0F6-4C75-B22B-C789F484EF1D}" dt="2024-01-10T12:34:38.625" v="988" actId="1076"/>
        <pc:sldMkLst>
          <pc:docMk/>
          <pc:sldMk cId="3233816653" sldId="297"/>
        </pc:sldMkLst>
      </pc:sldChg>
      <pc:sldChg chg="addSp modSp new mod">
        <pc:chgData name="Bram Heyns" userId="7a623cc0-5b6c-43c7-88a0-ff55db19c79e" providerId="ADAL" clId="{1040EB46-B0F6-4C75-B22B-C789F484EF1D}" dt="2024-01-10T12:37:43.635" v="1118" actId="1076"/>
        <pc:sldMkLst>
          <pc:docMk/>
          <pc:sldMk cId="1210122103" sldId="298"/>
        </pc:sldMkLst>
      </pc:sldChg>
      <pc:sldChg chg="addSp modSp new mod">
        <pc:chgData name="Bram Heyns" userId="7a623cc0-5b6c-43c7-88a0-ff55db19c79e" providerId="ADAL" clId="{1040EB46-B0F6-4C75-B22B-C789F484EF1D}" dt="2024-01-10T12:39:00.972" v="1124" actId="14100"/>
        <pc:sldMkLst>
          <pc:docMk/>
          <pc:sldMk cId="2032719985" sldId="299"/>
        </pc:sldMkLst>
      </pc:sldChg>
      <pc:sldChg chg="addSp modSp new mod modAnim">
        <pc:chgData name="Bram Heyns" userId="7a623cc0-5b6c-43c7-88a0-ff55db19c79e" providerId="ADAL" clId="{1040EB46-B0F6-4C75-B22B-C789F484EF1D}" dt="2024-01-10T12:40:18.733" v="1148" actId="1076"/>
        <pc:sldMkLst>
          <pc:docMk/>
          <pc:sldMk cId="2899597748" sldId="300"/>
        </pc:sldMkLst>
      </pc:sldChg>
      <pc:sldChg chg="delSp modSp add mod">
        <pc:chgData name="Bram Heyns" userId="7a623cc0-5b6c-43c7-88a0-ff55db19c79e" providerId="ADAL" clId="{1040EB46-B0F6-4C75-B22B-C789F484EF1D}" dt="2024-01-10T12:41:31.870" v="1247" actId="478"/>
        <pc:sldMkLst>
          <pc:docMk/>
          <pc:sldMk cId="3765208796" sldId="301"/>
        </pc:sldMkLst>
      </pc:sldChg>
      <pc:sldChg chg="addSp delSp modSp add mod delAnim">
        <pc:chgData name="Bram Heyns" userId="7a623cc0-5b6c-43c7-88a0-ff55db19c79e" providerId="ADAL" clId="{1040EB46-B0F6-4C75-B22B-C789F484EF1D}" dt="2024-01-10T13:41:33.347" v="1286"/>
        <pc:sldMkLst>
          <pc:docMk/>
          <pc:sldMk cId="937785246" sldId="302"/>
        </pc:sldMkLst>
      </pc:sldChg>
      <pc:sldChg chg="new del">
        <pc:chgData name="Bram Heyns" userId="7a623cc0-5b6c-43c7-88a0-ff55db19c79e" providerId="ADAL" clId="{1040EB46-B0F6-4C75-B22B-C789F484EF1D}" dt="2024-01-10T12:41:42.320" v="1249" actId="680"/>
        <pc:sldMkLst>
          <pc:docMk/>
          <pc:sldMk cId="3497099711" sldId="302"/>
        </pc:sldMkLst>
      </pc:sldChg>
      <pc:sldChg chg="addSp delSp modSp new mod">
        <pc:chgData name="Bram Heyns" userId="7a623cc0-5b6c-43c7-88a0-ff55db19c79e" providerId="ADAL" clId="{1040EB46-B0F6-4C75-B22B-C789F484EF1D}" dt="2024-01-10T13:45:54.911" v="1312" actId="14100"/>
        <pc:sldMkLst>
          <pc:docMk/>
          <pc:sldMk cId="877483560" sldId="303"/>
        </pc:sldMkLst>
      </pc:sldChg>
      <pc:sldChg chg="addSp modSp new">
        <pc:chgData name="Bram Heyns" userId="7a623cc0-5b6c-43c7-88a0-ff55db19c79e" providerId="ADAL" clId="{1040EB46-B0F6-4C75-B22B-C789F484EF1D}" dt="2024-01-10T13:46:21.139" v="1314"/>
        <pc:sldMkLst>
          <pc:docMk/>
          <pc:sldMk cId="1294180572" sldId="304"/>
        </pc:sldMkLst>
      </pc:sldChg>
      <pc:sldChg chg="addSp modSp new mod">
        <pc:chgData name="Bram Heyns" userId="7a623cc0-5b6c-43c7-88a0-ff55db19c79e" providerId="ADAL" clId="{1040EB46-B0F6-4C75-B22B-C789F484EF1D}" dt="2024-01-10T13:46:58.164" v="1343"/>
        <pc:sldMkLst>
          <pc:docMk/>
          <pc:sldMk cId="3037715959" sldId="305"/>
        </pc:sldMkLst>
      </pc:sldChg>
      <pc:sldChg chg="addSp modSp new mod">
        <pc:chgData name="Bram Heyns" userId="7a623cc0-5b6c-43c7-88a0-ff55db19c79e" providerId="ADAL" clId="{1040EB46-B0F6-4C75-B22B-C789F484EF1D}" dt="2024-01-11T12:23:49.550" v="1410" actId="1076"/>
        <pc:sldMkLst>
          <pc:docMk/>
          <pc:sldMk cId="3561051664" sldId="306"/>
        </pc:sldMkLst>
      </pc:sldChg>
      <pc:sldChg chg="addSp modSp new mod">
        <pc:chgData name="Bram Heyns" userId="7a623cc0-5b6c-43c7-88a0-ff55db19c79e" providerId="ADAL" clId="{1040EB46-B0F6-4C75-B22B-C789F484EF1D}" dt="2024-01-11T12:22:15.288" v="1386"/>
        <pc:sldMkLst>
          <pc:docMk/>
          <pc:sldMk cId="1273727764" sldId="307"/>
        </pc:sldMkLst>
      </pc:sldChg>
      <pc:sldChg chg="addSp modSp new mod modAnim">
        <pc:chgData name="Bram Heyns" userId="7a623cc0-5b6c-43c7-88a0-ff55db19c79e" providerId="ADAL" clId="{1040EB46-B0F6-4C75-B22B-C789F484EF1D}" dt="2024-01-11T12:22:42.454" v="1408"/>
        <pc:sldMkLst>
          <pc:docMk/>
          <pc:sldMk cId="662188900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04/15/2025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04/15/2025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8752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17520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https://www.nlplanet.org/course-practical-nlp/01-intro-to-nlp/11-text-as-vectors-embeddings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31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21832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https://www.nlplanet.org/course-practical-nlp/01-intro-to-nlp/11-text-as-vectors-embeddings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ED02-5B17-F240-BA3D-A18F101907BD}" type="slidenum">
              <a:rPr lang="en-BE" smtClean="0"/>
              <a:t>37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4983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12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69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68.svg"/><Relationship Id="rId4" Type="http://schemas.openxmlformats.org/officeDocument/2006/relationships/image" Target="../media/image5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2" Type="http://schemas.openxmlformats.org/officeDocument/2006/relationships/image" Target="../media/image8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7.svg"/><Relationship Id="rId4" Type="http://schemas.openxmlformats.org/officeDocument/2006/relationships/image" Target="../media/image9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7" Type="http://schemas.openxmlformats.org/officeDocument/2006/relationships/image" Target="../media/image103.svg"/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2.png"/><Relationship Id="rId5" Type="http://schemas.openxmlformats.org/officeDocument/2006/relationships/image" Target="../media/image101.svg"/><Relationship Id="rId4" Type="http://schemas.openxmlformats.org/officeDocument/2006/relationships/image" Target="../media/image100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00038E0-F866-4A69-B012-FC3E7C7DBCA8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3" name="Graphic 10">
            <a:extLst>
              <a:ext uri="{FF2B5EF4-FFF2-40B4-BE49-F238E27FC236}">
                <a16:creationId xmlns:a16="http://schemas.microsoft.com/office/drawing/2014/main" id="{51DE751A-7A3F-D6AE-25C3-644EB142739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276C2D8-1CCA-9313-263C-BE7BA6F030B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00BD0D-DF42-6125-4F75-BB6A1C417CD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7A548C-8071-4F5D-70A2-09A363BF8933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A93CC7-CB38-F753-0C0A-4EAB7D04B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78" r="4678"/>
          <a:stretch/>
        </p:blipFill>
        <p:spPr>
          <a:xfrm rot="16200000">
            <a:off x="1831619" y="1988678"/>
            <a:ext cx="6858001" cy="2880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347535-7C29-4646-AB4B-AD7ADFA1EC5F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74C591E6-C00F-C1F8-15EB-0920318EC32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8009DB-9DEC-C761-9F63-AC972B2A09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810AE74-A69E-D715-56F3-5934FF11CC3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692126-DA4E-887C-E99A-721D7737DEEE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28389A-8E1A-4609-B4BC-942E1F741D2F}" type="datetime4">
              <a:rPr lang="en-US" smtClean="0"/>
              <a:t>April 15,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6CE125F-0F09-D531-5906-DEE0024F18E4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78C081-D567-7110-4A41-1A106EB861C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E94E96B-BC8A-D329-00CE-7254A5A50072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0B32232-9825-CD76-B211-D98D150D723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60C0742-7C35-27FD-F7B8-B99B49F84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19343" y="1589213"/>
            <a:ext cx="5849106" cy="36962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A4F9D45-4BC8-F585-6E92-6C3F5C543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3999" b="-3999"/>
          <a:stretch/>
        </p:blipFill>
        <p:spPr>
          <a:xfrm rot="16200000">
            <a:off x="4369743" y="2280680"/>
            <a:ext cx="5635107" cy="232458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14106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63783-9E54-4A64-80E3-C85DCD4FA97B}" type="datetime4">
              <a:rPr lang="en-US" smtClean="0"/>
              <a:t>April 15,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7C667DC1-8C62-66BF-8EEA-889500EEA890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DD7C630-260D-36FF-BAE9-C1F1BB9E2B4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F7592A-9691-35B4-4CD1-0397D220854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7E52044-89B3-E563-3C67-AE2A7B60C1C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DC542420-B007-8E8A-7AEF-F8F9BB58BD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EB0BF-4650-4617-A2D9-19BC8C46AAF1}" type="datetime4">
              <a:rPr lang="en-US" smtClean="0"/>
              <a:t>April 15,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44E15D9-B904-6C23-DB9B-FE9668214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777EEE4-3753-4D64-AE46-551F2790F8A1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48BC169-BE0A-CD52-B729-7A8321F2E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54"/>
          <a:stretch>
            <a:fillRect/>
          </a:stretch>
        </p:blipFill>
        <p:spPr>
          <a:xfrm rot="10800000">
            <a:off x="-1" y="3348810"/>
            <a:ext cx="4694740" cy="3135330"/>
          </a:xfrm>
          <a:custGeom>
            <a:avLst/>
            <a:gdLst>
              <a:gd name="connsiteX0" fmla="*/ 4694740 w 4694740"/>
              <a:gd name="connsiteY0" fmla="*/ 3135330 h 3135330"/>
              <a:gd name="connsiteX1" fmla="*/ 0 w 4694740"/>
              <a:gd name="connsiteY1" fmla="*/ 3135330 h 3135330"/>
              <a:gd name="connsiteX2" fmla="*/ 0 w 4694740"/>
              <a:gd name="connsiteY2" fmla="*/ 0 h 3135330"/>
              <a:gd name="connsiteX3" fmla="*/ 4694740 w 4694740"/>
              <a:gd name="connsiteY3" fmla="*/ 0 h 31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4740" h="3135330">
                <a:moveTo>
                  <a:pt x="4694740" y="3135330"/>
                </a:moveTo>
                <a:lnTo>
                  <a:pt x="0" y="3135330"/>
                </a:lnTo>
                <a:lnTo>
                  <a:pt x="0" y="0"/>
                </a:lnTo>
                <a:lnTo>
                  <a:pt x="4694740" y="0"/>
                </a:lnTo>
                <a:close/>
              </a:path>
            </a:pathLst>
          </a:cu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26401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2F6AC21-BFC3-4525-8B41-8B5913F62ABC}" type="datetime4">
              <a:rPr lang="en-US" smtClean="0"/>
              <a:t>April 15, 2025</a:t>
            </a:fld>
            <a:endParaRPr lang="en-B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2FF52-2606-D47E-1C09-77E2018FAD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18" name="Title 6">
            <a:extLst>
              <a:ext uri="{FF2B5EF4-FFF2-40B4-BE49-F238E27FC236}">
                <a16:creationId xmlns:a16="http://schemas.microsoft.com/office/drawing/2014/main" id="{2CC2B56C-04C9-0097-B992-D4AAEE6D7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1063B6-E4BA-5CD4-29E1-3AA1B5D63796}"/>
              </a:ext>
            </a:extLst>
          </p:cNvPr>
          <p:cNvGrpSpPr/>
          <p:nvPr userDrawn="1"/>
        </p:nvGrpSpPr>
        <p:grpSpPr>
          <a:xfrm>
            <a:off x="6969945" y="625641"/>
            <a:ext cx="4491488" cy="5606717"/>
            <a:chOff x="6663337" y="0"/>
            <a:chExt cx="5010150" cy="6254161"/>
          </a:xfrm>
          <a:solidFill>
            <a:srgbClr val="E8EBEE"/>
          </a:solidFill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D1644A2-6606-40CB-7F1B-E76D588DA8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663338" y="2113005"/>
              <a:ext cx="5010148" cy="190758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1C2669B-5EAB-3BD5-6A25-2E074B1737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663338" y="0"/>
              <a:ext cx="5010148" cy="190758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0B2BAA-FF76-016A-AE82-B1E108A123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63337" y="4346577"/>
              <a:ext cx="5010150" cy="1907584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6D865C2-7BB3-49EE-851A-EE1F81E0825E}" type="datetime4">
              <a:rPr lang="en-US" smtClean="0"/>
              <a:t>April 15,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 err="1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2AF3EB5-ACD0-6B09-1FF2-DEA60249A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949FA5-2A21-A3D7-3120-30E1A0CBA1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E3B9E7-321A-4E6C-8E9F-AD1E1D839DFB}" type="datetime4">
              <a:rPr lang="en-US" smtClean="0"/>
              <a:t>April 15,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E6D829A7-C904-8A9A-23A5-FCBB631672D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4155CDF-5BB2-0B73-B13E-F402F1F0D01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4181C2-5222-6331-32FB-3046650FADA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852D811-CBE1-B69B-7B4E-CF783C29DE54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C7DC0E9-206B-3EC5-5A9A-91594C0EE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447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E0157AD-A891-A1AC-9563-C7000319F2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6421892" y="1787400"/>
            <a:ext cx="5204805" cy="32832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BC9DF6-267F-1569-9F12-E1CB06A9EE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22AABF0-1A3A-478C-9148-A8AF51AC8D47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0F6ABC66-C52D-493A-4A02-B555F6CEE44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B06E84-D286-23DC-F2C9-D7FBA527FF0D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0F0368-348F-B91F-4B87-D7C0EE032C43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79A3EDF-2B81-916C-4B07-44D213CFBB3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42AD5C7-A0B4-4BAF-A407-55E27D09B4B0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60CC606-236A-479D-919A-C0CBFEDA0D3A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532D8BA-A475-4F28-85A3-F5D83E86EB88}" type="datetime4">
              <a:rPr lang="en-US" smtClean="0"/>
              <a:t>April 15,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57E6AF9-7610-4073-BBBC-EBBA40F1E011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FC55A0A-43BD-4A06-8CB7-A44A9C987641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F1E4942-FFF0-41CC-8BCB-8FDC564FF7DE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E68734-2502-4DC5-8E12-4C3074920550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32ADBBFE-8B79-4B13-5185-1AA5D799B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375" y="941218"/>
            <a:ext cx="7887684" cy="4975564"/>
          </a:xfrm>
          <a:custGeom>
            <a:avLst/>
            <a:gdLst>
              <a:gd name="connsiteX0" fmla="*/ 7887684 w 7887684"/>
              <a:gd name="connsiteY0" fmla="*/ 0 h 4975564"/>
              <a:gd name="connsiteX1" fmla="*/ 7887684 w 7887684"/>
              <a:gd name="connsiteY1" fmla="*/ 1171661 h 4975564"/>
              <a:gd name="connsiteX2" fmla="*/ 7372842 w 7887684"/>
              <a:gd name="connsiteY2" fmla="*/ 1171661 h 4975564"/>
              <a:gd name="connsiteX3" fmla="*/ 7372842 w 7887684"/>
              <a:gd name="connsiteY3" fmla="*/ 4975564 h 4975564"/>
              <a:gd name="connsiteX4" fmla="*/ 503731 w 7887684"/>
              <a:gd name="connsiteY4" fmla="*/ 4975564 h 4975564"/>
              <a:gd name="connsiteX5" fmla="*/ 503731 w 7887684"/>
              <a:gd name="connsiteY5" fmla="*/ 1171661 h 4975564"/>
              <a:gd name="connsiteX6" fmla="*/ 0 w 7887684"/>
              <a:gd name="connsiteY6" fmla="*/ 1171661 h 4975564"/>
              <a:gd name="connsiteX7" fmla="*/ 0 w 7887684"/>
              <a:gd name="connsiteY7" fmla="*/ 0 h 497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7684" h="4975564">
                <a:moveTo>
                  <a:pt x="7887684" y="0"/>
                </a:moveTo>
                <a:lnTo>
                  <a:pt x="7887684" y="1171661"/>
                </a:lnTo>
                <a:lnTo>
                  <a:pt x="7372842" y="1171661"/>
                </a:lnTo>
                <a:lnTo>
                  <a:pt x="7372842" y="4975564"/>
                </a:lnTo>
                <a:lnTo>
                  <a:pt x="503731" y="4975564"/>
                </a:lnTo>
                <a:lnTo>
                  <a:pt x="503731" y="1171661"/>
                </a:lnTo>
                <a:lnTo>
                  <a:pt x="0" y="117166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C3897D9-0CFC-46F1-83A0-B86449D007C5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3BA3DC6-D65A-81E9-A20F-81CD2B1DC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54" r="8887" b="5227"/>
          <a:stretch>
            <a:fillRect/>
          </a:stretch>
        </p:blipFill>
        <p:spPr>
          <a:xfrm rot="16200000">
            <a:off x="6269881" y="946992"/>
            <a:ext cx="6869112" cy="4975126"/>
          </a:xfrm>
          <a:custGeom>
            <a:avLst/>
            <a:gdLst>
              <a:gd name="connsiteX0" fmla="*/ 6869112 w 6869112"/>
              <a:gd name="connsiteY0" fmla="*/ 0 h 4975126"/>
              <a:gd name="connsiteX1" fmla="*/ 6869112 w 6869112"/>
              <a:gd name="connsiteY1" fmla="*/ 4975126 h 4975126"/>
              <a:gd name="connsiteX2" fmla="*/ 0 w 6869112"/>
              <a:gd name="connsiteY2" fmla="*/ 4975126 h 4975126"/>
              <a:gd name="connsiteX3" fmla="*/ 1 w 6869112"/>
              <a:gd name="connsiteY3" fmla="*/ 0 h 497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112" h="4975126">
                <a:moveTo>
                  <a:pt x="6869112" y="0"/>
                </a:moveTo>
                <a:lnTo>
                  <a:pt x="6869112" y="4975126"/>
                </a:lnTo>
                <a:lnTo>
                  <a:pt x="0" y="4975126"/>
                </a:lnTo>
                <a:lnTo>
                  <a:pt x="1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83E18A-8356-4C05-AA86-59628396F09C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2848F40-D88C-A8ED-DFA0-683C7CFBF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941" y="941436"/>
            <a:ext cx="7886991" cy="4975127"/>
          </a:xfrm>
          <a:custGeom>
            <a:avLst/>
            <a:gdLst>
              <a:gd name="connsiteX0" fmla="*/ 7886991 w 7886991"/>
              <a:gd name="connsiteY0" fmla="*/ 0 h 4975127"/>
              <a:gd name="connsiteX1" fmla="*/ 7886991 w 7886991"/>
              <a:gd name="connsiteY1" fmla="*/ 439703 h 4975127"/>
              <a:gd name="connsiteX2" fmla="*/ 7372495 w 7886991"/>
              <a:gd name="connsiteY2" fmla="*/ 439703 h 4975127"/>
              <a:gd name="connsiteX3" fmla="*/ 7372495 w 7886991"/>
              <a:gd name="connsiteY3" fmla="*/ 4975127 h 4975127"/>
              <a:gd name="connsiteX4" fmla="*/ 514495 w 7886991"/>
              <a:gd name="connsiteY4" fmla="*/ 4975127 h 4975127"/>
              <a:gd name="connsiteX5" fmla="*/ 514495 w 7886991"/>
              <a:gd name="connsiteY5" fmla="*/ 159287 h 4975127"/>
              <a:gd name="connsiteX6" fmla="*/ 0 w 7886991"/>
              <a:gd name="connsiteY6" fmla="*/ 159287 h 4975127"/>
              <a:gd name="connsiteX7" fmla="*/ 0 w 7886991"/>
              <a:gd name="connsiteY7" fmla="*/ 0 h 497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6991" h="4975127">
                <a:moveTo>
                  <a:pt x="7886991" y="0"/>
                </a:moveTo>
                <a:lnTo>
                  <a:pt x="7886991" y="439703"/>
                </a:lnTo>
                <a:lnTo>
                  <a:pt x="7372495" y="439703"/>
                </a:lnTo>
                <a:lnTo>
                  <a:pt x="7372495" y="4975127"/>
                </a:lnTo>
                <a:lnTo>
                  <a:pt x="514495" y="4975127"/>
                </a:lnTo>
                <a:lnTo>
                  <a:pt x="514495" y="159287"/>
                </a:lnTo>
                <a:lnTo>
                  <a:pt x="0" y="15928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5812BC2-1117-44DF-BEC4-DA3763B9AE3E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8800" y="0"/>
            <a:ext cx="2895600" cy="6857999"/>
          </a:xfrm>
          <a:prstGeom prst="rect">
            <a:avLst/>
          </a:prstGeom>
        </p:spPr>
      </p:pic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C284C3B-27D8-42B0-927F-55218B35D330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89809BE-53FE-4ABE-97EF-0FEC1F1E990D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26E3B6F-42EA-4209-A4D0-23ADBA701ED9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F48614C-D2F1-4A5F-9AEC-1A66E833860F}" type="datetime4">
              <a:rPr lang="en-US" smtClean="0"/>
              <a:t>April 15,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41180CC7-99F5-41E8-A207-AC7562EA2F60}" type="datetime4">
              <a:rPr lang="en-US" smtClean="0"/>
              <a:t>April 15,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3399EBEA-97FF-4CBF-8BED-FAEDA705AD88}" type="datetime4">
              <a:rPr lang="en-US" smtClean="0"/>
              <a:t>April 15,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23F100BE-2251-4668-AC91-55E2814C2609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74AE3C-6CE6-407A-A1B1-8B2AAA1BD1FE}" type="datetime4">
              <a:rPr lang="en-US" smtClean="0"/>
              <a:t>April 15,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241240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3322914-609B-4E08-98E9-3CEDB8C46811}" type="datetime4">
              <a:rPr lang="en-US" smtClean="0"/>
              <a:t>April 15,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667344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1028697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94A19648-DD44-44C8-B683-0311A2AEBA75}" type="datetime4">
              <a:rPr lang="en-US" smtClean="0"/>
              <a:t>April 15,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1E21EB2-53A1-47EF-A35A-9E8839398673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461CEEE9-F3F8-417B-9499-1EBD5B76741E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80D8AAFC-0838-4933-9251-26B1B5F950AD}" type="datetime4">
              <a:rPr lang="en-US" smtClean="0"/>
              <a:t>April 15,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772BA24-2CA0-4952-9840-BBD8BB1EF432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8E465A-A100-42BF-94F3-5FCEF86D0DBC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B67526-3CA8-45E5-A773-C9C3F683BB94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91873E6-9523-4E8C-818B-F4E55DDED461}" type="datetime4">
              <a:rPr lang="en-US" smtClean="0"/>
              <a:t>April 15,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714BDC6-0435-BE27-0FED-7FAA9A86C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B19EE2F-A7FB-40DD-B400-0BA302B483BF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416CE6B-2974-44DE-A7B0-F94502A227B0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6314AC0-17EE-A056-A312-DC697CB96C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5B6FB74-A158-45A4-8BF9-622926009448}" type="datetime4">
              <a:rPr lang="en-US" smtClean="0"/>
              <a:t>April 15,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207C47B-FF97-4B0D-A736-29D91E0D3CD1}" type="datetime4">
              <a:rPr lang="en-US" smtClean="0"/>
              <a:t>April 15,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506C553B-F633-02CA-1430-79ED3F76C36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0369"/>
          <a:stretch/>
        </p:blipFill>
        <p:spPr>
          <a:xfrm rot="16200000">
            <a:off x="6057132" y="1216307"/>
            <a:ext cx="7844350" cy="4425386"/>
          </a:xfrm>
          <a:custGeom>
            <a:avLst/>
            <a:gdLst>
              <a:gd name="connsiteX0" fmla="*/ 7844350 w 7844350"/>
              <a:gd name="connsiteY0" fmla="*/ 0 h 4425386"/>
              <a:gd name="connsiteX1" fmla="*/ 7844350 w 7844350"/>
              <a:gd name="connsiteY1" fmla="*/ 120086 h 4425386"/>
              <a:gd name="connsiteX2" fmla="*/ 7351175 w 7844350"/>
              <a:gd name="connsiteY2" fmla="*/ 120086 h 4425386"/>
              <a:gd name="connsiteX3" fmla="*/ 7351175 w 7844350"/>
              <a:gd name="connsiteY3" fmla="*/ 4425386 h 4425386"/>
              <a:gd name="connsiteX4" fmla="*/ 493176 w 7844350"/>
              <a:gd name="connsiteY4" fmla="*/ 4425386 h 4425386"/>
              <a:gd name="connsiteX5" fmla="*/ 493176 w 7844350"/>
              <a:gd name="connsiteY5" fmla="*/ 120086 h 4425386"/>
              <a:gd name="connsiteX6" fmla="*/ 0 w 7844350"/>
              <a:gd name="connsiteY6" fmla="*/ 120086 h 4425386"/>
              <a:gd name="connsiteX7" fmla="*/ 0 w 7844350"/>
              <a:gd name="connsiteY7" fmla="*/ 0 h 442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4350" h="4425386">
                <a:moveTo>
                  <a:pt x="7844350" y="0"/>
                </a:moveTo>
                <a:lnTo>
                  <a:pt x="7844350" y="120086"/>
                </a:lnTo>
                <a:lnTo>
                  <a:pt x="7351175" y="120086"/>
                </a:lnTo>
                <a:lnTo>
                  <a:pt x="7351175" y="4425386"/>
                </a:lnTo>
                <a:lnTo>
                  <a:pt x="493176" y="4425386"/>
                </a:lnTo>
                <a:lnTo>
                  <a:pt x="493176" y="120086"/>
                </a:lnTo>
                <a:lnTo>
                  <a:pt x="0" y="12008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C4C8487-62F9-4BAC-800E-518181057217}" type="datetime4">
              <a:rPr lang="en-US" smtClean="0"/>
              <a:t>April 15,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EF7217FF-8C88-D49F-720B-61816BB41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635"/>
          <a:stretch>
            <a:fillRect/>
          </a:stretch>
        </p:blipFill>
        <p:spPr>
          <a:xfrm rot="10800000">
            <a:off x="4457698" y="-1"/>
            <a:ext cx="7734302" cy="5572125"/>
          </a:xfrm>
          <a:custGeom>
            <a:avLst/>
            <a:gdLst>
              <a:gd name="connsiteX0" fmla="*/ 7734302 w 7734302"/>
              <a:gd name="connsiteY0" fmla="*/ 5572125 h 5572125"/>
              <a:gd name="connsiteX1" fmla="*/ 0 w 7734302"/>
              <a:gd name="connsiteY1" fmla="*/ 5572125 h 5572125"/>
              <a:gd name="connsiteX2" fmla="*/ 0 w 7734302"/>
              <a:gd name="connsiteY2" fmla="*/ 0 h 5572125"/>
              <a:gd name="connsiteX3" fmla="*/ 7734302 w 7734302"/>
              <a:gd name="connsiteY3" fmla="*/ 0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2" h="5572125">
                <a:moveTo>
                  <a:pt x="7734302" y="5572125"/>
                </a:moveTo>
                <a:lnTo>
                  <a:pt x="0" y="5572125"/>
                </a:lnTo>
                <a:lnTo>
                  <a:pt x="0" y="0"/>
                </a:lnTo>
                <a:lnTo>
                  <a:pt x="77343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A5BF5F0-19BD-43C4-913D-05858F831297}" type="datetime4">
              <a:rPr lang="en-US" smtClean="0"/>
              <a:t>April 15,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3FA490B3-BA2A-220F-6EA4-8DA088E69F45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C7A75E-7545-95C0-23EB-76431010DAC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D9ECE8B-9D83-C24E-59FA-54B253418D9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ABC01C-5F71-E3C7-B08D-5D4B21AEA79A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F975E6E-9984-48EA-8BFB-6F3F206EF7A9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9C143F9C-CA51-6A3D-6038-55DBC067B4FD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F346C8-75E7-EFD5-11A3-1FDB31BF24F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DBE9E14-4424-E241-FDF8-85AA09573C18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AAEA66E-84C1-243A-2FAA-9684BEF1E8B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DA376B0-7373-A672-75C0-6A9DD58A7E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72" r="4772"/>
          <a:stretch/>
        </p:blipFill>
        <p:spPr>
          <a:xfrm rot="16200000">
            <a:off x="1828616" y="1985677"/>
            <a:ext cx="6858003" cy="2886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3F2C37F-556E-406F-9458-21E81A583320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BBF98F45-4D7B-13A2-4B34-65E5083C5E3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5DFA883-E525-D03F-5DE8-910CE3CF20F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4B8CE-B78E-F35C-A8DF-50FEECBA2D5E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701AD00-4BFC-2E10-72A1-902DD99B64C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3552A53-57A9-4123-A19D-AF6EF1D84AC7}" type="datetime4">
              <a:rPr lang="en-US" smtClean="0"/>
              <a:t>April 15,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57E57CC2-DCC5-8672-8C95-AFB9D8C26A07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C5EADB-B585-94E9-A617-73C56D71179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5E04FAA-E02A-9AF4-3C50-85A67ED8F6E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8145DD8-0A0B-A731-0582-A2F2FBB1F54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81C1C3-3BCD-6737-872A-E43678CDBB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604866"/>
            <a:ext cx="5842800" cy="368564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A2B2E9-7A2E-EA50-CBBE-56D4A955C0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6400" y="623490"/>
            <a:ext cx="2159683" cy="5648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1C7CCF-738D-5AA5-7E62-F47408B1E1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24480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983CE4-6A89-4BC4-9063-576D7731B37F}" type="datetime4">
              <a:rPr lang="en-US" smtClean="0"/>
              <a:t>April 15,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9" name="Graphic 10">
            <a:extLst>
              <a:ext uri="{FF2B5EF4-FFF2-40B4-BE49-F238E27FC236}">
                <a16:creationId xmlns:a16="http://schemas.microsoft.com/office/drawing/2014/main" id="{3C1594A3-4DC1-62AA-A006-B9A8B3730899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9A26693-DC12-E2C0-3445-E388E66D571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CD578B-91E4-245A-672F-7EAF322558F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5871F6A-F814-6E6B-BBA8-EEF6752600C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6DCDE9D4-B475-F9D0-1FC0-F25E79A640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F7FC78-DDAB-4243-9CCE-C903B9201449}" type="datetime4">
              <a:rPr lang="en-US" smtClean="0"/>
              <a:t>April 15,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E3A3DB3-3F3E-9E1D-4D82-D3A61E6966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7836F46-0818-6D94-A02D-96FEDE21A4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9F3360-0027-4857-9662-D3E751560510}" type="datetime4">
              <a:rPr lang="en-US" smtClean="0"/>
              <a:t>April 15,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DE188515-991E-1E96-BBEA-B1081967BEC3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8738046-82EE-4563-3C5D-9F8377C47A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B1C4AFE-6F80-C561-251A-FC5E7165034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9920C01-2CDB-20F3-B636-FF067418E720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28C50E3-30E0-578B-06D1-F44116DB10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21892" y="1787410"/>
            <a:ext cx="5204806" cy="32832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063A626-3A96-7011-342D-0DD4422CFE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3526"/>
          <a:stretch/>
        </p:blipFill>
        <p:spPr>
          <a:xfrm rot="5400000">
            <a:off x="8340234" y="3693405"/>
            <a:ext cx="1431956" cy="489723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5D436B6-1FD6-9F4B-F52D-042A47AC1C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29E6737-1C28-472F-9E2A-5FCFBD3FC7B6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1" name="Graphic 10">
            <a:extLst>
              <a:ext uri="{FF2B5EF4-FFF2-40B4-BE49-F238E27FC236}">
                <a16:creationId xmlns:a16="http://schemas.microsoft.com/office/drawing/2014/main" id="{3B76C253-628F-9553-A266-8DAA5077A6D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95BCF7D-B453-828F-9892-9AC16F22C592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8AA942-14AE-2ADC-8D2C-9EEDD7F38A9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F277AE3-CC3C-423E-3373-35824337120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316B8EE-66A0-4D2A-AF45-1EE4BCF5CEB4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327"/>
            <a:ext cx="12192000" cy="676534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80AFBC7-764D-4682-96CF-0C8AF7946CF9}" type="datetime4">
              <a:rPr lang="en-US" smtClean="0"/>
              <a:t>April 15,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F8D715B-DD2B-44D4-9ACB-211E977DB2A0}" type="datetime4">
              <a:rPr lang="en-US" smtClean="0"/>
              <a:t>April 15,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163841E5-F71C-A65C-0467-85C1386F5CC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93"/>
          <a:stretch>
            <a:fillRect/>
          </a:stretch>
        </p:blipFill>
        <p:spPr>
          <a:xfrm rot="16200000">
            <a:off x="6033971" y="1222092"/>
            <a:ext cx="7902247" cy="4413812"/>
          </a:xfrm>
          <a:custGeom>
            <a:avLst/>
            <a:gdLst>
              <a:gd name="connsiteX0" fmla="*/ 7902247 w 7902247"/>
              <a:gd name="connsiteY0" fmla="*/ 0 h 4413812"/>
              <a:gd name="connsiteX1" fmla="*/ 7902247 w 7902247"/>
              <a:gd name="connsiteY1" fmla="*/ 324412 h 4413812"/>
              <a:gd name="connsiteX2" fmla="*/ 7380122 w 7902247"/>
              <a:gd name="connsiteY2" fmla="*/ 324412 h 4413812"/>
              <a:gd name="connsiteX3" fmla="*/ 7380122 w 7902247"/>
              <a:gd name="connsiteY3" fmla="*/ 4413812 h 4413812"/>
              <a:gd name="connsiteX4" fmla="*/ 522122 w 7902247"/>
              <a:gd name="connsiteY4" fmla="*/ 4413812 h 4413812"/>
              <a:gd name="connsiteX5" fmla="*/ 522122 w 7902247"/>
              <a:gd name="connsiteY5" fmla="*/ 324412 h 4413812"/>
              <a:gd name="connsiteX6" fmla="*/ 0 w 7902247"/>
              <a:gd name="connsiteY6" fmla="*/ 324412 h 4413812"/>
              <a:gd name="connsiteX7" fmla="*/ 0 w 7902247"/>
              <a:gd name="connsiteY7" fmla="*/ 0 h 441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247" h="4413812">
                <a:moveTo>
                  <a:pt x="7902247" y="0"/>
                </a:moveTo>
                <a:lnTo>
                  <a:pt x="7902247" y="324412"/>
                </a:lnTo>
                <a:lnTo>
                  <a:pt x="7380122" y="324412"/>
                </a:lnTo>
                <a:lnTo>
                  <a:pt x="7380122" y="4413812"/>
                </a:lnTo>
                <a:lnTo>
                  <a:pt x="522122" y="4413812"/>
                </a:lnTo>
                <a:lnTo>
                  <a:pt x="522122" y="324412"/>
                </a:lnTo>
                <a:lnTo>
                  <a:pt x="0" y="32441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2BE8ABE-FDB1-4B95-A815-1C25EF26DC0C}" type="datetime4">
              <a:rPr lang="en-US" smtClean="0"/>
              <a:t>April 15,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E57CD68-75B6-F13A-63EF-6346852222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457698" y="8628"/>
            <a:ext cx="8839202" cy="5563497"/>
          </a:xfrm>
          <a:custGeom>
            <a:avLst/>
            <a:gdLst>
              <a:gd name="connsiteX0" fmla="*/ 8839202 w 8839202"/>
              <a:gd name="connsiteY0" fmla="*/ 5563497 h 5563497"/>
              <a:gd name="connsiteX1" fmla="*/ 1104900 w 8839202"/>
              <a:gd name="connsiteY1" fmla="*/ 5563497 h 5563497"/>
              <a:gd name="connsiteX2" fmla="*/ 1104900 w 8839202"/>
              <a:gd name="connsiteY2" fmla="*/ 619125 h 5563497"/>
              <a:gd name="connsiteX3" fmla="*/ 0 w 8839202"/>
              <a:gd name="connsiteY3" fmla="*/ 619125 h 5563497"/>
              <a:gd name="connsiteX4" fmla="*/ 0 w 8839202"/>
              <a:gd name="connsiteY4" fmla="*/ 0 h 5563497"/>
              <a:gd name="connsiteX5" fmla="*/ 8839202 w 8839202"/>
              <a:gd name="connsiteY5" fmla="*/ 0 h 556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39202" h="5563497">
                <a:moveTo>
                  <a:pt x="8839202" y="5563497"/>
                </a:moveTo>
                <a:lnTo>
                  <a:pt x="1104900" y="5563497"/>
                </a:lnTo>
                <a:lnTo>
                  <a:pt x="1104900" y="619125"/>
                </a:lnTo>
                <a:lnTo>
                  <a:pt x="0" y="619125"/>
                </a:lnTo>
                <a:lnTo>
                  <a:pt x="0" y="0"/>
                </a:lnTo>
                <a:lnTo>
                  <a:pt x="88392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1CE0209-A8C7-478F-AE71-C0DE1A68769A}" type="datetime4">
              <a:rPr lang="en-US" smtClean="0"/>
              <a:t>April 15,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44A32813-423B-8134-322B-5A2B5FDB1B2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546B831-1E36-13F1-8868-74DD4DB0482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96986BD-C4EC-0405-339A-FFF18706B35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E5414C-4FAC-4204-FE6E-42D8391EA72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5EE27-552D-4277-A769-DD08257557A6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301D1E9F-E6B2-B5D1-1827-D053386286BB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E27AF2D-C6F7-243D-3C18-20E3BBEF16C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5DCE53A-0262-D4D7-49A0-85D6C7AB042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B6E514-5C22-7BC4-24A0-2203868D65D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5340" y="0"/>
            <a:ext cx="2895599" cy="6857999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5DFB45B-92CF-4D6C-86E5-D181C6809EAA}" type="datetime4">
              <a:rPr lang="en-US" smtClean="0"/>
              <a:t>April 15,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E8CF470B-72E0-D9D6-B1CB-241A3CD4D9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AF8A1D8-D002-25D6-4C8C-666353B043AC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88F446-A2BD-0AED-5CF2-D74AB8FBF9D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4D202D3-BBE0-80BF-E93E-F7FF3DCCF8D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05"/>
          <a:stretch/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257D039-91A4-4753-B9F5-8238926249CB}" type="datetime4">
              <a:rPr lang="en-US" smtClean="0"/>
              <a:t>April 15,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7393BF6-5FD7-26E9-3157-41097A4D53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54E33E5-A432-AA95-B687-BB3B41344A97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EEA396-DCED-EAA4-6D63-E576E463432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C7C38C9-8E3A-6350-A065-E8B91828B207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82CBFF4-CF28-D60B-0A8F-A1E291CBE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600" y="610953"/>
            <a:ext cx="2149200" cy="56464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E2F46D-8983-466C-AC7D-7A1ABE9F6550}" type="datetime4">
              <a:rPr lang="en-US" smtClean="0"/>
              <a:t>April 15,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B788746E-BC0B-0FC7-9721-89C8559A6EC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75FDB64-3D0D-C816-CD72-B26E69E15BB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C72694B-37FA-E963-DE94-AEBB46ED495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2588CF9-1E9E-BF1B-4BAF-99411DDC6E6D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82C58521-27CC-2140-D1FA-C88E80CAB59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F95E86C-603C-44F7-83F9-8134D6D95E0E}" type="datetime4">
              <a:rPr lang="en-US" smtClean="0"/>
              <a:t>April 15,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7FD5E2B-04EF-C0A8-F6FF-07A140820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238291" y="2146774"/>
            <a:ext cx="6903353" cy="26098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DBA32B7-8BF2-4E84-29DF-12C340B1B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BA3B903-E368-4723-ADD7-D1583A4B4CB0}" type="datetime4">
              <a:rPr lang="en-US" smtClean="0"/>
              <a:t>April 15,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FAA310E7-1907-40FB-7FB3-07AC2764031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C2D1F85-A62C-D889-D9A5-5612D3D7F7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C691A2A-AD2F-8B00-86DE-D2C56C08C600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5881590-E4DD-3058-9B02-DA61A00CFA86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607D464-2B65-AE03-D009-778361451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" t="20195" r="2" b="253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65613A-160D-F605-2B4E-32A0D39245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429111" y="1787400"/>
            <a:ext cx="5204805" cy="3283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F2CD620-B696-4F43-8B0A-A3FFACF6BD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C7AA20-E1FA-45E2-9083-4F94E7F6210C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C06E3D14-4ECF-8D83-CA6B-9C0FD02F775F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839208-3C04-8305-6D57-CDF245116F6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5B6C7C9-8B51-8E54-1D8D-FDCDB0B9F59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BD6D133-3464-112B-7FA8-C09B3045E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65158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B115C7D-5372-4BC4-87A3-D6F97EA9508D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459FB7-AC3A-4BBC-A5ED-BAEC199EB0EE}" type="datetime4">
              <a:rPr lang="en-US" smtClean="0"/>
              <a:t>April 15,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2546B5E-38BF-4B11-9DE9-FA81DA65D2F6}" type="datetime4">
              <a:rPr lang="en-US" smtClean="0"/>
              <a:t>April 15,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E2768DA-3E4C-47DB-9D63-BFA383BAFA71}" type="datetime4">
              <a:rPr lang="en-US" smtClean="0"/>
              <a:t>April 15,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3925793-77C6-4810-BD15-8AC450367699}" type="datetime4">
              <a:rPr lang="en-US" smtClean="0"/>
              <a:t>April 15,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73705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1856E72-A653-639F-F9E9-A775583AF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500"/>
          <a:stretch>
            <a:fillRect/>
          </a:stretch>
        </p:blipFill>
        <p:spPr>
          <a:xfrm rot="10800000">
            <a:off x="4457697" y="8628"/>
            <a:ext cx="7734303" cy="5575783"/>
          </a:xfrm>
          <a:custGeom>
            <a:avLst/>
            <a:gdLst>
              <a:gd name="connsiteX0" fmla="*/ 7734303 w 7734303"/>
              <a:gd name="connsiteY0" fmla="*/ 5575783 h 5575783"/>
              <a:gd name="connsiteX1" fmla="*/ 0 w 7734303"/>
              <a:gd name="connsiteY1" fmla="*/ 5575783 h 5575783"/>
              <a:gd name="connsiteX2" fmla="*/ 0 w 7734303"/>
              <a:gd name="connsiteY2" fmla="*/ 0 h 5575783"/>
              <a:gd name="connsiteX3" fmla="*/ 7734303 w 7734303"/>
              <a:gd name="connsiteY3" fmla="*/ 0 h 557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3" h="5575783">
                <a:moveTo>
                  <a:pt x="7734303" y="5575783"/>
                </a:moveTo>
                <a:lnTo>
                  <a:pt x="0" y="5575783"/>
                </a:lnTo>
                <a:lnTo>
                  <a:pt x="0" y="0"/>
                </a:lnTo>
                <a:lnTo>
                  <a:pt x="7734303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7F79B9-6C1F-41BF-B456-17ECB860694D}" type="datetime4">
              <a:rPr lang="en-US" smtClean="0"/>
              <a:t>April 15,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4" name="Graphic 10">
            <a:extLst>
              <a:ext uri="{FF2B5EF4-FFF2-40B4-BE49-F238E27FC236}">
                <a16:creationId xmlns:a16="http://schemas.microsoft.com/office/drawing/2014/main" id="{2D650DD3-F273-54B8-C9A7-86C7953C086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2FE4E17-9DD0-5842-FDCE-187F8E74505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3B4ACDB-0562-A531-BD0F-69A5D332EF5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DEEAC99-079F-B185-6068-5CF626F22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0B730E-F41D-4473-A2C9-8CFF586046B6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06F2772-D190-40CB-8CDC-626490D882F4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D4EB287D-7C09-4132-A6A4-787A7D0EB2C1}" type="datetime4">
              <a:rPr lang="en-US" smtClean="0"/>
              <a:t>April 15,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8" r:id="rId12"/>
    <p:sldLayoutId id="2147483903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3.jpe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jpe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e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7" Type="http://schemas.openxmlformats.org/officeDocument/2006/relationships/image" Target="../media/image155.gif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gif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eg"/><Relationship Id="rId2" Type="http://schemas.openxmlformats.org/officeDocument/2006/relationships/image" Target="../media/image160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jpeg"/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gif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586108"/>
          </a:xfrm>
        </p:spPr>
        <p:txBody>
          <a:bodyPr/>
          <a:lstStyle/>
          <a:p>
            <a:r>
              <a:rPr lang="en-US"/>
              <a:t>Recap: Transfer Learning</a:t>
            </a:r>
          </a:p>
        </p:txBody>
      </p:sp>
    </p:spTree>
    <p:extLst>
      <p:ext uri="{BB962C8B-B14F-4D97-AF65-F5344CB8AC3E}">
        <p14:creationId xmlns:p14="http://schemas.microsoft.com/office/powerpoint/2010/main" val="361631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E7E0-0210-AF5C-E393-8479624E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Enter: CV Benchmark Competition - Imagenet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3E73A-5075-0FBA-194A-064EF76E35E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pic>
        <p:nvPicPr>
          <p:cNvPr id="6" name="Picture 5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1CF28944-74B1-1483-7521-9FCAD00D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71" y="1628775"/>
            <a:ext cx="10326255" cy="519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57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16BE-245B-1C5A-F17B-34600DBD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Re-usable Model Body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EE96E8-79FC-771D-027A-C323C9C0C6A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pic>
        <p:nvPicPr>
          <p:cNvPr id="5" name="Picture 2" descr="The architecture of our transfer learning model. | Download Scientific  Diagram">
            <a:extLst>
              <a:ext uri="{FF2B5EF4-FFF2-40B4-BE49-F238E27FC236}">
                <a16:creationId xmlns:a16="http://schemas.microsoft.com/office/drawing/2014/main" id="{CDB6C14C-2985-B85F-6CDD-2552658F3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1850111"/>
            <a:ext cx="8487667" cy="427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5351D8D-EA36-77D8-3AD6-A6707CCAD8DC}"/>
              </a:ext>
            </a:extLst>
          </p:cNvPr>
          <p:cNvGrpSpPr/>
          <p:nvPr/>
        </p:nvGrpSpPr>
        <p:grpSpPr>
          <a:xfrm>
            <a:off x="7204363" y="1420431"/>
            <a:ext cx="4778979" cy="1954017"/>
            <a:chOff x="7204363" y="1420431"/>
            <a:chExt cx="4778979" cy="195401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44DD09-2425-FE73-0991-5E8206AF5ACE}"/>
                </a:ext>
              </a:extLst>
            </p:cNvPr>
            <p:cNvSpPr/>
            <p:nvPr/>
          </p:nvSpPr>
          <p:spPr>
            <a:xfrm>
              <a:off x="9458036" y="1887055"/>
              <a:ext cx="2525306" cy="1481598"/>
            </a:xfrm>
            <a:prstGeom prst="rect">
              <a:avLst/>
            </a:prstGeom>
            <a:noFill/>
            <a:ln w="57150">
              <a:solidFill>
                <a:srgbClr val="FA64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3D219B-5FF1-7A9A-F9B7-28E1B89C0F16}"/>
                </a:ext>
              </a:extLst>
            </p:cNvPr>
            <p:cNvSpPr txBox="1"/>
            <p:nvPr/>
          </p:nvSpPr>
          <p:spPr>
            <a:xfrm>
              <a:off x="10088945" y="1420431"/>
              <a:ext cx="12634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>
                  <a:solidFill>
                    <a:srgbClr val="FA6432"/>
                  </a:solidFill>
                </a:rPr>
                <a:t>‘Head’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0BD4C3-CD34-AD7B-3D22-6AB35FF59506}"/>
                </a:ext>
              </a:extLst>
            </p:cNvPr>
            <p:cNvSpPr/>
            <p:nvPr/>
          </p:nvSpPr>
          <p:spPr>
            <a:xfrm>
              <a:off x="7204363" y="1887055"/>
              <a:ext cx="2253673" cy="1487393"/>
            </a:xfrm>
            <a:prstGeom prst="rect">
              <a:avLst/>
            </a:prstGeom>
            <a:noFill/>
            <a:ln w="57150">
              <a:solidFill>
                <a:srgbClr val="FA64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10204E-9A07-AFCF-BC38-AA5FB42EAFD1}"/>
                </a:ext>
              </a:extLst>
            </p:cNvPr>
            <p:cNvSpPr txBox="1"/>
            <p:nvPr/>
          </p:nvSpPr>
          <p:spPr>
            <a:xfrm>
              <a:off x="7652975" y="1463170"/>
              <a:ext cx="1361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>
                  <a:solidFill>
                    <a:srgbClr val="FA6432"/>
                  </a:solidFill>
                </a:rPr>
                <a:t>‘Body’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644A9DC-6574-A000-1A85-0D8672C76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4108"/>
            <a:ext cx="3108179" cy="27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16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6808-3946-B314-AC32-0B0A960F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Transfer Learning: two modes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C795B-1506-1BA2-0739-C704AA1DDB7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pic>
        <p:nvPicPr>
          <p:cNvPr id="7" name="Picture 6" descr="A comparison of a diagram&#10;&#10;Description automatically generated with medium confidence">
            <a:extLst>
              <a:ext uri="{FF2B5EF4-FFF2-40B4-BE49-F238E27FC236}">
                <a16:creationId xmlns:a16="http://schemas.microsoft.com/office/drawing/2014/main" id="{8840A7EA-2216-ED31-F930-5E538CA7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0" y="1806326"/>
            <a:ext cx="12199280" cy="49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3F44-5A8D-CAC4-E9AE-669FEEC5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F827FA-075B-0FF3-1A76-7EEF54E260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37F90E-71BB-EF95-3304-18938ECD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C997B-7136-77B8-2700-838BCCA651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586108"/>
          </a:xfrm>
        </p:spPr>
        <p:txBody>
          <a:bodyPr/>
          <a:lstStyle/>
          <a:p>
            <a:r>
              <a:rPr lang="en-US"/>
              <a:t>Natural Language Processing (NLP)</a:t>
            </a:r>
          </a:p>
        </p:txBody>
      </p:sp>
    </p:spTree>
    <p:extLst>
      <p:ext uri="{BB962C8B-B14F-4D97-AF65-F5344CB8AC3E}">
        <p14:creationId xmlns:p14="http://schemas.microsoft.com/office/powerpoint/2010/main" val="1418803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D7369-5C83-6FC8-7F8C-90C34934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B1DD-5820-A7D2-B268-B478CA97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= Unstructured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4BC7D-A715-35C1-6655-1661EE96E5A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pic>
        <p:nvPicPr>
          <p:cNvPr id="5" name="Picture 2" descr="Structured Data vs. Unstructured Data: what are they and why care?">
            <a:extLst>
              <a:ext uri="{FF2B5EF4-FFF2-40B4-BE49-F238E27FC236}">
                <a16:creationId xmlns:a16="http://schemas.microsoft.com/office/drawing/2014/main" id="{B8B99A8E-7AE0-ECCD-8642-70BACE1F2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103" y="1628775"/>
            <a:ext cx="7809791" cy="524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02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F4C6B-F662-737F-96D9-F92927FD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is (very) complex</a:t>
            </a:r>
            <a:br>
              <a:rPr lang="en-US"/>
            </a:br>
            <a:r>
              <a:rPr lang="en-US"/>
              <a:t>Example: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38480-1C9F-2F3B-45CE-D5A34088386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pic>
        <p:nvPicPr>
          <p:cNvPr id="5" name="Afbeelding 3">
            <a:extLst>
              <a:ext uri="{FF2B5EF4-FFF2-40B4-BE49-F238E27FC236}">
                <a16:creationId xmlns:a16="http://schemas.microsoft.com/office/drawing/2014/main" id="{0EF5D553-E812-C255-970B-C20E84F761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49" t="20154" r="8051" b="18608"/>
          <a:stretch/>
        </p:blipFill>
        <p:spPr>
          <a:xfrm>
            <a:off x="0" y="1543768"/>
            <a:ext cx="12191999" cy="510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3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C253-A443-361B-8431-11FB5FA6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main NLP Tasks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3E3F51-5CC3-6718-3FB7-C9E5DB985D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28D22E3-4DFA-F79D-B7E2-1E2097C9E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5" y="1157303"/>
            <a:ext cx="7010231" cy="536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38447D-1171-2BB1-3C29-CE520D0AD3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0" t="23571" r="1309" b="47735"/>
          <a:stretch/>
        </p:blipFill>
        <p:spPr>
          <a:xfrm>
            <a:off x="7176166" y="2242971"/>
            <a:ext cx="4881134" cy="27862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66602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E91F-7CF4-B894-1710-6F7B90AD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Toolkits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4AA369-B29C-1F7B-BF99-C18C9B8F9F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A8F3578-2695-F862-FF40-7648AEF68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399723"/>
            <a:ext cx="5356829" cy="44275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7F1FD7-B0EE-2D09-6E3B-E2C18D0C1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747" y="2276872"/>
            <a:ext cx="6096000" cy="1774953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50F0FDF-AB05-8B5A-C156-A8F77E542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1173685"/>
            <a:ext cx="358140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ugging Face full logo transparent PNG - StickPNG">
            <a:extLst>
              <a:ext uri="{FF2B5EF4-FFF2-40B4-BE49-F238E27FC236}">
                <a16:creationId xmlns:a16="http://schemas.microsoft.com/office/drawing/2014/main" id="{E9D02301-BA9F-F44A-BA29-929D4DF3B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531" y="3996884"/>
            <a:ext cx="3130674" cy="208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975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89EC2-7D54-D6C3-6644-EFC52626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5535D-D90C-9360-2885-7487749486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55B789-E070-EFD7-1222-8391BEAC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Pipeline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27AD8C-EE5A-3750-BC57-574D213E8A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Pipeline - Free construction and tools icons">
            <a:extLst>
              <a:ext uri="{FF2B5EF4-FFF2-40B4-BE49-F238E27FC236}">
                <a16:creationId xmlns:a16="http://schemas.microsoft.com/office/drawing/2014/main" id="{69CDAE24-CB11-45BA-8D45-45FEEB957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161" y="1900231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236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66D6-F2A8-927D-C529-73571550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Pipeline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C32D1-5276-ABA8-BC3A-8EF966C908A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92CA2-D864-6AC4-84BF-187C85BC81E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160127" cy="5116899"/>
          </a:xfrm>
        </p:spPr>
        <p:txBody>
          <a:bodyPr>
            <a:normAutofit lnSpcReduction="10000"/>
          </a:bodyPr>
          <a:lstStyle/>
          <a:p>
            <a:r>
              <a:rPr lang="en-US" sz="4800" b="1" i="1">
                <a:solidFill>
                  <a:srgbClr val="FA6432"/>
                </a:solidFill>
              </a:rPr>
              <a:t>Goal:</a:t>
            </a:r>
          </a:p>
          <a:p>
            <a:endParaRPr lang="en-US"/>
          </a:p>
          <a:p>
            <a:r>
              <a:rPr lang="en-US" sz="3600"/>
              <a:t>‘Transform textual data into numerical vectors, so we can apply ML and DL </a:t>
            </a:r>
            <a:r>
              <a:rPr lang="en-US" sz="3600">
                <a:highlight>
                  <a:srgbClr val="FA6432"/>
                </a:highlight>
              </a:rPr>
              <a:t>analysis</a:t>
            </a:r>
            <a:r>
              <a:rPr lang="en-US" sz="3600"/>
              <a:t> &amp; </a:t>
            </a:r>
            <a:r>
              <a:rPr lang="en-US" sz="3600">
                <a:highlight>
                  <a:srgbClr val="FA6432"/>
                </a:highlight>
              </a:rPr>
              <a:t>modeling</a:t>
            </a:r>
            <a:r>
              <a:rPr lang="en-US" sz="3600"/>
              <a:t> techniques’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Vectorize letters (n-gram), or</a:t>
            </a:r>
          </a:p>
          <a:p>
            <a:r>
              <a:rPr lang="en-US"/>
              <a:t>Vectorize words (tokens), or </a:t>
            </a:r>
          </a:p>
          <a:p>
            <a:r>
              <a:rPr lang="en-US"/>
              <a:t>Vectorize sentences, or</a:t>
            </a:r>
          </a:p>
          <a:p>
            <a:r>
              <a:rPr lang="en-US"/>
              <a:t>Vectorize document, or …</a:t>
            </a:r>
          </a:p>
          <a:p>
            <a:endParaRPr lang="en-US"/>
          </a:p>
          <a:p>
            <a:r>
              <a:rPr lang="en-US"/>
              <a:t>It all depends on use case.</a:t>
            </a:r>
          </a:p>
          <a:p>
            <a:r>
              <a:rPr lang="en-US"/>
              <a:t>Most common: vectorize tokens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0DD472-8B09-72D1-3237-804D10855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375" y="3610587"/>
            <a:ext cx="6084625" cy="324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983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F0F-5BDA-30F8-2122-81A9C4CC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Pipeline: Tokenize &amp; Vectorize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96FEDE-E8A6-A90F-0692-5A2C8F3DDFD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pic>
        <p:nvPicPr>
          <p:cNvPr id="5" name="Picture 2" descr="The Evolution of Tokenization - Byte Pair Encoding in NLP">
            <a:extLst>
              <a:ext uri="{FF2B5EF4-FFF2-40B4-BE49-F238E27FC236}">
                <a16:creationId xmlns:a16="http://schemas.microsoft.com/office/drawing/2014/main" id="{A82CDA95-FB4A-4CA0-9C57-CB7DCDB7A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126" y="1628775"/>
            <a:ext cx="8859746" cy="522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051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E6CC-66E8-DB31-E364-DACD1866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Tokenization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8C5922-31C7-17EB-4437-3CEC899B5CC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pic>
        <p:nvPicPr>
          <p:cNvPr id="6" name="Picture 2" descr="The Evolution of Tokenization in NLP — Byte Pair Encoding in NLP | by  Harshit Tyagi | Towards Data Science">
            <a:extLst>
              <a:ext uri="{FF2B5EF4-FFF2-40B4-BE49-F238E27FC236}">
                <a16:creationId xmlns:a16="http://schemas.microsoft.com/office/drawing/2014/main" id="{117BFDB2-0A94-5450-AB06-C617940947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90"/>
          <a:stretch/>
        </p:blipFill>
        <p:spPr bwMode="auto">
          <a:xfrm>
            <a:off x="1232946" y="1625055"/>
            <a:ext cx="10282397" cy="523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747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D408-D613-39D2-6A7F-B7A08C26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Tokenization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36A8DE-FC70-D50A-DECE-3A1196C2A6F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5295A87-6354-AFA8-23CC-2E7BBCAE2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" y="1484784"/>
            <a:ext cx="1362265" cy="247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6EA046-7126-70E8-70F5-155443756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0" y="2005777"/>
            <a:ext cx="2000529" cy="685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A0C4F8-668D-6FF8-5491-79F697A04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337" y="2066256"/>
            <a:ext cx="9583487" cy="4791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FBE082-C366-4593-FE9C-6278300E4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" y="2780928"/>
            <a:ext cx="2682048" cy="4077072"/>
          </a:xfrm>
          <a:prstGeom prst="rect">
            <a:avLst/>
          </a:prstGeom>
        </p:spPr>
      </p:pic>
      <p:pic>
        <p:nvPicPr>
          <p:cNvPr id="9" name="Picture 2" descr="JavaScript: Learn Regular Expressions for Beginners | Hacker Noon">
            <a:extLst>
              <a:ext uri="{FF2B5EF4-FFF2-40B4-BE49-F238E27FC236}">
                <a16:creationId xmlns:a16="http://schemas.microsoft.com/office/drawing/2014/main" id="{97C18B29-B376-9515-4DC7-1F09A9AA4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837" y="0"/>
            <a:ext cx="4291955" cy="108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38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ata Preprocessing | Natural Language Processing | by Basil K Jose | Medium">
            <a:extLst>
              <a:ext uri="{FF2B5EF4-FFF2-40B4-BE49-F238E27FC236}">
                <a16:creationId xmlns:a16="http://schemas.microsoft.com/office/drawing/2014/main" id="{49B85C05-4916-BADD-E2A1-5094079F8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364" y="1682365"/>
            <a:ext cx="55245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5EE29E-97A1-8E11-61AF-291BBD48C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Possible NLP Pipeline steps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953586-174C-4F11-DA93-D2A4AD70C95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BFC58-F65A-6060-1256-C721D376E94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420431"/>
            <a:ext cx="6470079" cy="5437569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Before or after tokenization, we might want to do:</a:t>
            </a:r>
          </a:p>
          <a:p>
            <a:endParaRPr lang="en-US"/>
          </a:p>
          <a:p>
            <a:r>
              <a:rPr lang="en-US" sz="2800" b="1"/>
              <a:t>Text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FA6432"/>
                </a:highlight>
              </a:rPr>
              <a:t>Text Cleaning</a:t>
            </a:r>
            <a:r>
              <a:rPr lang="en-US"/>
              <a:t>: </a:t>
            </a:r>
          </a:p>
          <a:p>
            <a:pPr marL="702900" lvl="1" indent="-342900"/>
            <a:r>
              <a:rPr lang="en-US"/>
              <a:t>removing punctuation, special chars, html tags, etc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FA6432"/>
                </a:highlight>
              </a:rPr>
              <a:t>Normalization</a:t>
            </a:r>
            <a:r>
              <a:rPr lang="en-US"/>
              <a:t>: </a:t>
            </a:r>
          </a:p>
          <a:p>
            <a:pPr marL="702900" lvl="1" indent="-342900"/>
            <a:r>
              <a:rPr lang="en-US"/>
              <a:t>convert to lower case, removing accents,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Remove </a:t>
            </a:r>
            <a:r>
              <a:rPr lang="en-US">
                <a:highlight>
                  <a:srgbClr val="FA6432"/>
                </a:highlight>
              </a:rPr>
              <a:t>stopwords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Reduce sequence to base form</a:t>
            </a:r>
          </a:p>
          <a:p>
            <a:pPr marL="702900" lvl="1" indent="-342900"/>
            <a:r>
              <a:rPr lang="en-US">
                <a:highlight>
                  <a:srgbClr val="FA6432"/>
                </a:highlight>
              </a:rPr>
              <a:t>Stemming </a:t>
            </a:r>
          </a:p>
          <a:p>
            <a:pPr marL="702900" lvl="1" indent="-342900"/>
            <a:r>
              <a:rPr lang="en-US">
                <a:highlight>
                  <a:srgbClr val="FA6432"/>
                </a:highlight>
              </a:rPr>
              <a:t>Lemmatization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sz="2800" b="1"/>
              <a:t>Feature Engineering </a:t>
            </a:r>
            <a:r>
              <a:rPr lang="en-US" b="1"/>
              <a:t>(typical ML approach)</a:t>
            </a:r>
          </a:p>
          <a:p>
            <a:r>
              <a:rPr lang="en-US"/>
              <a:t>Enrich our data, via</a:t>
            </a:r>
          </a:p>
          <a:p>
            <a:pPr marL="702900" lvl="1" indent="-342900"/>
            <a:r>
              <a:rPr lang="en-US">
                <a:highlight>
                  <a:srgbClr val="FA6432"/>
                </a:highlight>
              </a:rPr>
              <a:t>PoS</a:t>
            </a:r>
            <a:r>
              <a:rPr lang="en-US"/>
              <a:t> (Part of Speech) tagging</a:t>
            </a:r>
          </a:p>
          <a:p>
            <a:pPr marL="702900" lvl="1" indent="-342900"/>
            <a:r>
              <a:rPr lang="en-US">
                <a:highlight>
                  <a:srgbClr val="FA6432"/>
                </a:highlight>
              </a:rPr>
              <a:t>NER</a:t>
            </a:r>
            <a:r>
              <a:rPr lang="en-US"/>
              <a:t> (Named Entity Recognition)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472C49-B1D7-9B9A-B9C3-7CA277547273}"/>
              </a:ext>
            </a:extLst>
          </p:cNvPr>
          <p:cNvSpPr/>
          <p:nvPr/>
        </p:nvSpPr>
        <p:spPr>
          <a:xfrm>
            <a:off x="8367338" y="4312672"/>
            <a:ext cx="1316736" cy="1133856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76200">
            <a:solidFill>
              <a:srgbClr val="FA64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NER</a:t>
            </a:r>
          </a:p>
        </p:txBody>
      </p:sp>
    </p:spTree>
    <p:extLst>
      <p:ext uri="{BB962C8B-B14F-4D97-AF65-F5344CB8AC3E}">
        <p14:creationId xmlns:p14="http://schemas.microsoft.com/office/powerpoint/2010/main" val="69662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F6F7-43D1-5BE4-2484-77CD69C8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NLP Preprocessing: Stop Words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99D287-AAF3-7889-B087-5B21E4009B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pic>
        <p:nvPicPr>
          <p:cNvPr id="5" name="Picture 2" descr="How To Remove Stopwords In Python | Stemming and Lemmatization">
            <a:extLst>
              <a:ext uri="{FF2B5EF4-FFF2-40B4-BE49-F238E27FC236}">
                <a16:creationId xmlns:a16="http://schemas.microsoft.com/office/drawing/2014/main" id="{95E321CE-0EB6-1B34-121A-6171EB61E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470" y="2642642"/>
            <a:ext cx="3212592" cy="157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hy You Should NOT Remove Stop Words From URLs (Slugs)">
            <a:extLst>
              <a:ext uri="{FF2B5EF4-FFF2-40B4-BE49-F238E27FC236}">
                <a16:creationId xmlns:a16="http://schemas.microsoft.com/office/drawing/2014/main" id="{5DB17921-1681-F15F-C72D-C16B84F73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089" y="4172314"/>
            <a:ext cx="4547583" cy="268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5A33409A-BE48-5D05-E076-60883E200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2" y="1387420"/>
            <a:ext cx="7621836" cy="547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87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D4FED0-FE87-AB3B-2A35-C0B2F90A368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DFC9E61A-5F46-6E29-17F1-141C1B4AB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29324" cy="5197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600234-34C1-1925-E251-17B6EA5C1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793" y="5065855"/>
            <a:ext cx="3105583" cy="1819529"/>
          </a:xfrm>
          <a:prstGeom prst="rect">
            <a:avLst/>
          </a:prstGeom>
        </p:spPr>
      </p:pic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E01D3846-2E99-9A38-234C-8501F942FAFD}"/>
              </a:ext>
            </a:extLst>
          </p:cNvPr>
          <p:cNvSpPr/>
          <p:nvPr/>
        </p:nvSpPr>
        <p:spPr>
          <a:xfrm>
            <a:off x="6384000" y="5065855"/>
            <a:ext cx="2304288" cy="153149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456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07D9-925B-4C8B-1FD1-430A3244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6" y="53826"/>
            <a:ext cx="11160125" cy="1116012"/>
          </a:xfrm>
        </p:spPr>
        <p:txBody>
          <a:bodyPr/>
          <a:lstStyle/>
          <a:p>
            <a:r>
              <a:rPr lang="en-US"/>
              <a:t>Stemming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94792-4F5B-BF61-F51C-CBC42DDBD7A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483E141A-42FF-DFC8-72CA-488DBC57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041"/>
            <a:ext cx="7150608" cy="5638133"/>
          </a:xfrm>
          <a:prstGeom prst="rect">
            <a:avLst/>
          </a:prstGeom>
        </p:spPr>
      </p:pic>
      <p:pic>
        <p:nvPicPr>
          <p:cNvPr id="6" name="Picture 2" descr="Step 5 – Text Mining and Recommender Systems | SpringerLink">
            <a:extLst>
              <a:ext uri="{FF2B5EF4-FFF2-40B4-BE49-F238E27FC236}">
                <a16:creationId xmlns:a16="http://schemas.microsoft.com/office/drawing/2014/main" id="{13401A6E-24DC-676D-883A-A7F7818DB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544" y="3099406"/>
            <a:ext cx="4296590" cy="1771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844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AE62-52EF-A0E3-C765-56694ABA7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,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3C5416-1A78-54ED-84BC-B20711757AB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8A8B966D-4592-44D8-1C3E-E77A45E37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43295" cy="4561552"/>
          </a:xfrm>
          <a:prstGeom prst="rect">
            <a:avLst/>
          </a:prstGeom>
        </p:spPr>
      </p:pic>
      <p:pic>
        <p:nvPicPr>
          <p:cNvPr id="6" name="Picture 2" descr="Introduction to Stemming and Lemmatization (NLP) | by Prateek Sawhney |  Sep, 2020 | Towards Data Science">
            <a:extLst>
              <a:ext uri="{FF2B5EF4-FFF2-40B4-BE49-F238E27FC236}">
                <a16:creationId xmlns:a16="http://schemas.microsoft.com/office/drawing/2014/main" id="{B1D04197-5FBE-E486-1DE1-21FE26F0E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3809963"/>
            <a:ext cx="5490752" cy="304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382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55C6-50A4-5326-6107-29D3AE21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89705"/>
            <a:ext cx="11160125" cy="1116012"/>
          </a:xfrm>
        </p:spPr>
        <p:txBody>
          <a:bodyPr/>
          <a:lstStyle/>
          <a:p>
            <a:r>
              <a:rPr lang="en-US"/>
              <a:t>Lemmatization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98FDD5-4A70-1F4A-B28F-A9913959DB0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61BBEFFD-C6AF-C625-88A6-84ED1011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651" y="1305717"/>
            <a:ext cx="7776698" cy="555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62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B542B-3510-808E-B151-DC9D7D44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NLP Pipeline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DE98E-447B-A085-3615-35D4CCE135B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106450F-6010-65D6-9C3B-F49ECF0AC109}"/>
              </a:ext>
            </a:extLst>
          </p:cNvPr>
          <p:cNvGrpSpPr/>
          <p:nvPr/>
        </p:nvGrpSpPr>
        <p:grpSpPr>
          <a:xfrm>
            <a:off x="515936" y="2030602"/>
            <a:ext cx="11609313" cy="4576572"/>
            <a:chOff x="407368" y="1278000"/>
            <a:chExt cx="11609313" cy="45765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B39FA98-AEDF-9160-041B-6AF2744FB1DE}"/>
                </a:ext>
              </a:extLst>
            </p:cNvPr>
            <p:cNvGrpSpPr/>
            <p:nvPr/>
          </p:nvGrpSpPr>
          <p:grpSpPr>
            <a:xfrm>
              <a:off x="407368" y="1278000"/>
              <a:ext cx="11609313" cy="3686568"/>
              <a:chOff x="334537" y="1821364"/>
              <a:chExt cx="11609313" cy="3686568"/>
            </a:xfrm>
          </p:grpSpPr>
          <p:sp>
            <p:nvSpPr>
              <p:cNvPr id="6" name="Snip Single Corner of Rectangle 10">
                <a:extLst>
                  <a:ext uri="{FF2B5EF4-FFF2-40B4-BE49-F238E27FC236}">
                    <a16:creationId xmlns:a16="http://schemas.microsoft.com/office/drawing/2014/main" id="{911A26CC-EE04-275D-2038-DF3F3A99F4CC}"/>
                  </a:ext>
                </a:extLst>
              </p:cNvPr>
              <p:cNvSpPr/>
              <p:nvPr/>
            </p:nvSpPr>
            <p:spPr>
              <a:xfrm>
                <a:off x="334537" y="1821364"/>
                <a:ext cx="1100253" cy="1583473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7" name="Snip Single Corner of Rectangle 11">
                <a:extLst>
                  <a:ext uri="{FF2B5EF4-FFF2-40B4-BE49-F238E27FC236}">
                    <a16:creationId xmlns:a16="http://schemas.microsoft.com/office/drawing/2014/main" id="{AE10353E-1C67-FE5A-9549-112F94C6AD3D}"/>
                  </a:ext>
                </a:extLst>
              </p:cNvPr>
              <p:cNvSpPr/>
              <p:nvPr/>
            </p:nvSpPr>
            <p:spPr>
              <a:xfrm>
                <a:off x="440473" y="2044624"/>
                <a:ext cx="1100253" cy="1583473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8" name="Snip Single Corner of Rectangle 12">
                <a:extLst>
                  <a:ext uri="{FF2B5EF4-FFF2-40B4-BE49-F238E27FC236}">
                    <a16:creationId xmlns:a16="http://schemas.microsoft.com/office/drawing/2014/main" id="{12F6EAA3-A446-A34A-17C5-6C0275BA89EC}"/>
                  </a:ext>
                </a:extLst>
              </p:cNvPr>
              <p:cNvSpPr/>
              <p:nvPr/>
            </p:nvSpPr>
            <p:spPr>
              <a:xfrm>
                <a:off x="546409" y="2267884"/>
                <a:ext cx="1100253" cy="1583473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9" name="Snip Single Corner of Rectangle 13">
                <a:extLst>
                  <a:ext uri="{FF2B5EF4-FFF2-40B4-BE49-F238E27FC236}">
                    <a16:creationId xmlns:a16="http://schemas.microsoft.com/office/drawing/2014/main" id="{31F31EDB-B371-C692-7F4F-5A51FCB8D0E4}"/>
                  </a:ext>
                </a:extLst>
              </p:cNvPr>
              <p:cNvSpPr/>
              <p:nvPr/>
            </p:nvSpPr>
            <p:spPr>
              <a:xfrm>
                <a:off x="652345" y="2491144"/>
                <a:ext cx="1100253" cy="1583473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BE" sz="1400">
                    <a:solidFill>
                      <a:schemeClr val="tx1"/>
                    </a:solidFill>
                  </a:rPr>
                  <a:t>the students spend their entire night coding!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C7C77C-D2D0-04BD-1A14-A45D73B71A06}"/>
                  </a:ext>
                </a:extLst>
              </p:cNvPr>
              <p:cNvSpPr txBox="1"/>
              <p:nvPr/>
            </p:nvSpPr>
            <p:spPr>
              <a:xfrm>
                <a:off x="510343" y="4241231"/>
                <a:ext cx="9941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/>
                  <a:t>Corpus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03A4A6-9014-6BCB-2B90-B35A68D12063}"/>
                  </a:ext>
                </a:extLst>
              </p:cNvPr>
              <p:cNvSpPr txBox="1"/>
              <p:nvPr/>
            </p:nvSpPr>
            <p:spPr>
              <a:xfrm>
                <a:off x="2952460" y="4241231"/>
                <a:ext cx="979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/>
                  <a:t>Tokens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A38E427-2ED6-C1DD-7C4B-B74D2693E48E}"/>
                  </a:ext>
                </a:extLst>
              </p:cNvPr>
              <p:cNvSpPr/>
              <p:nvPr/>
            </p:nvSpPr>
            <p:spPr>
              <a:xfrm>
                <a:off x="2952460" y="1821364"/>
                <a:ext cx="1100253" cy="23268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400">
                    <a:solidFill>
                      <a:schemeClr val="tx1"/>
                    </a:solidFill>
                  </a:rPr>
                  <a:t>…</a:t>
                </a:r>
                <a:br>
                  <a:rPr lang="en-GB" sz="1400">
                    <a:solidFill>
                      <a:schemeClr val="tx1"/>
                    </a:solidFill>
                  </a:rPr>
                </a:br>
                <a:r>
                  <a:rPr lang="en-GB" sz="1400">
                    <a:solidFill>
                      <a:schemeClr val="tx1"/>
                    </a:solidFill>
                  </a:rPr>
                  <a:t>s</a:t>
                </a:r>
                <a:r>
                  <a:rPr lang="en-BE" sz="1400">
                    <a:solidFill>
                      <a:schemeClr val="tx1"/>
                    </a:solidFill>
                  </a:rPr>
                  <a:t>tudent</a:t>
                </a:r>
              </a:p>
              <a:p>
                <a:r>
                  <a:rPr lang="en-GB" sz="1400">
                    <a:solidFill>
                      <a:schemeClr val="tx1"/>
                    </a:solidFill>
                  </a:rPr>
                  <a:t>s</a:t>
                </a:r>
                <a:r>
                  <a:rPr lang="en-BE" sz="1400">
                    <a:solidFill>
                      <a:schemeClr val="tx1"/>
                    </a:solidFill>
                  </a:rPr>
                  <a:t>pend</a:t>
                </a:r>
              </a:p>
              <a:p>
                <a:r>
                  <a:rPr lang="en-GB" sz="1400">
                    <a:solidFill>
                      <a:schemeClr val="tx1"/>
                    </a:solidFill>
                  </a:rPr>
                  <a:t>e</a:t>
                </a:r>
                <a:r>
                  <a:rPr lang="en-BE" sz="1400">
                    <a:solidFill>
                      <a:schemeClr val="tx1"/>
                    </a:solidFill>
                  </a:rPr>
                  <a:t>ntire</a:t>
                </a:r>
                <a:br>
                  <a:rPr lang="en-BE" sz="1400">
                    <a:solidFill>
                      <a:schemeClr val="tx1"/>
                    </a:solidFill>
                  </a:rPr>
                </a:br>
                <a:r>
                  <a:rPr lang="en-BE" sz="1400">
                    <a:solidFill>
                      <a:schemeClr val="tx1"/>
                    </a:solidFill>
                  </a:rPr>
                  <a:t>night</a:t>
                </a:r>
              </a:p>
              <a:p>
                <a:r>
                  <a:rPr lang="en-GB" sz="1400">
                    <a:solidFill>
                      <a:schemeClr val="tx1"/>
                    </a:solidFill>
                  </a:rPr>
                  <a:t>c</a:t>
                </a:r>
                <a:r>
                  <a:rPr lang="en-BE" sz="1400">
                    <a:solidFill>
                      <a:schemeClr val="tx1"/>
                    </a:solidFill>
                  </a:rPr>
                  <a:t>ode</a:t>
                </a: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2010FF3-0382-3D42-FBF7-E3DA645CA2F1}"/>
                  </a:ext>
                </a:extLst>
              </p:cNvPr>
              <p:cNvSpPr/>
              <p:nvPr/>
            </p:nvSpPr>
            <p:spPr>
              <a:xfrm>
                <a:off x="5095863" y="1821364"/>
                <a:ext cx="1461054" cy="23268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400">
                    <a:solidFill>
                      <a:schemeClr val="tx1"/>
                    </a:solidFill>
                  </a:rPr>
                  <a:t>...</a:t>
                </a:r>
                <a:br>
                  <a:rPr lang="en-GB" sz="1400">
                    <a:solidFill>
                      <a:schemeClr val="tx1"/>
                    </a:solidFill>
                  </a:rPr>
                </a:br>
                <a:r>
                  <a:rPr lang="en-GB" sz="1400">
                    <a:solidFill>
                      <a:schemeClr val="tx1"/>
                    </a:solidFill>
                  </a:rPr>
                  <a:t>c</a:t>
                </a:r>
                <a:r>
                  <a:rPr lang="en-BE" sz="1400">
                    <a:solidFill>
                      <a:schemeClr val="tx1"/>
                    </a:solidFill>
                  </a:rPr>
                  <a:t>ode: 25</a:t>
                </a: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…</a:t>
                </a:r>
                <a:endParaRPr lang="en-GB" sz="1400">
                  <a:solidFill>
                    <a:schemeClr val="tx1"/>
                  </a:solidFill>
                </a:endParaRPr>
              </a:p>
              <a:p>
                <a:r>
                  <a:rPr lang="en-GB" sz="1400">
                    <a:solidFill>
                      <a:schemeClr val="tx1"/>
                    </a:solidFill>
                  </a:rPr>
                  <a:t>s</a:t>
                </a:r>
                <a:r>
                  <a:rPr lang="en-BE" sz="1400">
                    <a:solidFill>
                      <a:schemeClr val="tx1"/>
                    </a:solidFill>
                  </a:rPr>
                  <a:t>pend: 13</a:t>
                </a: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…</a:t>
                </a:r>
                <a:br>
                  <a:rPr lang="en-GB" sz="1400">
                    <a:solidFill>
                      <a:schemeClr val="tx1"/>
                    </a:solidFill>
                  </a:rPr>
                </a:br>
                <a:r>
                  <a:rPr lang="en-GB" sz="1400">
                    <a:solidFill>
                      <a:schemeClr val="tx1"/>
                    </a:solidFill>
                  </a:rPr>
                  <a:t>e</a:t>
                </a:r>
                <a:r>
                  <a:rPr lang="en-BE" sz="1400">
                    <a:solidFill>
                      <a:schemeClr val="tx1"/>
                    </a:solidFill>
                  </a:rPr>
                  <a:t>ntire: 9</a:t>
                </a: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…</a:t>
                </a:r>
                <a:endParaRPr lang="en-GB" sz="1400">
                  <a:solidFill>
                    <a:schemeClr val="tx1"/>
                  </a:solidFill>
                </a:endParaRP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night: 2</a:t>
                </a:r>
                <a:endParaRPr lang="en-GB" sz="1400">
                  <a:solidFill>
                    <a:schemeClr val="tx1"/>
                  </a:solidFill>
                </a:endParaRPr>
              </a:p>
              <a:p>
                <a:r>
                  <a:rPr lang="en-GB" sz="1400">
                    <a:solidFill>
                      <a:schemeClr val="tx1"/>
                    </a:solidFill>
                  </a:rPr>
                  <a:t>s</a:t>
                </a:r>
                <a:r>
                  <a:rPr lang="en-BE" sz="1400">
                    <a:solidFill>
                      <a:schemeClr val="tx1"/>
                    </a:solidFill>
                  </a:rPr>
                  <a:t>tudent: 2</a:t>
                </a: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EE961E-A488-89F3-9DCC-EC1B1D338A34}"/>
                  </a:ext>
                </a:extLst>
              </p:cNvPr>
              <p:cNvSpPr txBox="1"/>
              <p:nvPr/>
            </p:nvSpPr>
            <p:spPr>
              <a:xfrm>
                <a:off x="5030304" y="4241231"/>
                <a:ext cx="1359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/>
                  <a:t>Dictionary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8FE1F41-D7D0-5853-412A-83E7D2F2108D}"/>
                  </a:ext>
                </a:extLst>
              </p:cNvPr>
              <p:cNvSpPr/>
              <p:nvPr/>
            </p:nvSpPr>
            <p:spPr>
              <a:xfrm>
                <a:off x="7369714" y="2267885"/>
                <a:ext cx="1372842" cy="18766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1400">
                    <a:solidFill>
                      <a:schemeClr val="tx1"/>
                    </a:solidFill>
                  </a:rPr>
                  <a:t>…</a:t>
                </a:r>
                <a:br>
                  <a:rPr lang="en-GB" sz="1400">
                    <a:solidFill>
                      <a:schemeClr val="tx1"/>
                    </a:solidFill>
                  </a:rPr>
                </a:br>
                <a:r>
                  <a:rPr lang="en-GB" sz="1400">
                    <a:solidFill>
                      <a:schemeClr val="tx1"/>
                    </a:solidFill>
                  </a:rPr>
                  <a:t>c</a:t>
                </a:r>
                <a:r>
                  <a:rPr lang="en-BE" sz="1400">
                    <a:solidFill>
                      <a:schemeClr val="tx1"/>
                    </a:solidFill>
                  </a:rPr>
                  <a:t>ode: 25</a:t>
                </a: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…</a:t>
                </a:r>
                <a:endParaRPr lang="en-GB" sz="1400">
                  <a:solidFill>
                    <a:schemeClr val="tx1"/>
                  </a:solidFill>
                </a:endParaRPr>
              </a:p>
              <a:p>
                <a:r>
                  <a:rPr lang="en-GB" sz="1400">
                    <a:solidFill>
                      <a:schemeClr val="tx1"/>
                    </a:solidFill>
                  </a:rPr>
                  <a:t>s</a:t>
                </a:r>
                <a:r>
                  <a:rPr lang="en-BE" sz="1400">
                    <a:solidFill>
                      <a:schemeClr val="tx1"/>
                    </a:solidFill>
                  </a:rPr>
                  <a:t>pend: 13</a:t>
                </a: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…</a:t>
                </a:r>
                <a:br>
                  <a:rPr lang="en-GB" sz="1400">
                    <a:solidFill>
                      <a:schemeClr val="tx1"/>
                    </a:solidFill>
                  </a:rPr>
                </a:br>
                <a:r>
                  <a:rPr lang="en-GB" sz="1400">
                    <a:solidFill>
                      <a:schemeClr val="tx1"/>
                    </a:solidFill>
                  </a:rPr>
                  <a:t>e</a:t>
                </a:r>
                <a:r>
                  <a:rPr lang="en-BE" sz="1400">
                    <a:solidFill>
                      <a:schemeClr val="tx1"/>
                    </a:solidFill>
                  </a:rPr>
                  <a:t>ntire: 9</a:t>
                </a:r>
              </a:p>
              <a:p>
                <a:r>
                  <a:rPr lang="en-BE" sz="140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BE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2C2BA17-E8F2-AC9D-F2A3-5F682C80D42B}"/>
                  </a:ext>
                </a:extLst>
              </p:cNvPr>
              <p:cNvCxnSpPr/>
              <p:nvPr/>
            </p:nvCxnSpPr>
            <p:spPr>
              <a:xfrm>
                <a:off x="5095863" y="3285891"/>
                <a:ext cx="1461054" cy="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5E90CD-A6D2-A8D7-3860-FF5C0028B692}"/>
                  </a:ext>
                </a:extLst>
              </p:cNvPr>
              <p:cNvSpPr txBox="1"/>
              <p:nvPr/>
            </p:nvSpPr>
            <p:spPr>
              <a:xfrm>
                <a:off x="7268955" y="4241231"/>
                <a:ext cx="1662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/>
                  <a:t>Vocab(ulary)</a:t>
                </a: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7199C1BB-BFAE-421B-E8C0-1E9B22585EDE}"/>
                  </a:ext>
                </a:extLst>
              </p:cNvPr>
              <p:cNvSpPr/>
              <p:nvPr/>
            </p:nvSpPr>
            <p:spPr>
              <a:xfrm flipH="1">
                <a:off x="1202471" y="3282880"/>
                <a:ext cx="2114497" cy="1465846"/>
              </a:xfrm>
              <a:prstGeom prst="arc">
                <a:avLst>
                  <a:gd name="adj1" fmla="val 2762834"/>
                  <a:gd name="adj2" fmla="val 7921179"/>
                </a:avLst>
              </a:prstGeom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A33BE561-5A37-0634-AF4C-9B62A9F9F329}"/>
                  </a:ext>
                </a:extLst>
              </p:cNvPr>
              <p:cNvSpPr/>
              <p:nvPr/>
            </p:nvSpPr>
            <p:spPr>
              <a:xfrm flipH="1">
                <a:off x="3502586" y="3314089"/>
                <a:ext cx="2114497" cy="1465846"/>
              </a:xfrm>
              <a:prstGeom prst="arc">
                <a:avLst>
                  <a:gd name="adj1" fmla="val 2762834"/>
                  <a:gd name="adj2" fmla="val 7921179"/>
                </a:avLst>
              </a:prstGeom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89CBAD3-6845-D36B-BD3D-8212CA8DEFD2}"/>
                  </a:ext>
                </a:extLst>
              </p:cNvPr>
              <p:cNvSpPr/>
              <p:nvPr/>
            </p:nvSpPr>
            <p:spPr>
              <a:xfrm flipH="1">
                <a:off x="5906067" y="3302278"/>
                <a:ext cx="2114497" cy="1465846"/>
              </a:xfrm>
              <a:prstGeom prst="arc">
                <a:avLst>
                  <a:gd name="adj1" fmla="val 2762834"/>
                  <a:gd name="adj2" fmla="val 7921179"/>
                </a:avLst>
              </a:prstGeom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B2E4B7-1C77-C413-D0CD-77D4D42DAC84}"/>
                  </a:ext>
                </a:extLst>
              </p:cNvPr>
              <p:cNvSpPr txBox="1"/>
              <p:nvPr/>
            </p:nvSpPr>
            <p:spPr>
              <a:xfrm>
                <a:off x="1473632" y="4769268"/>
                <a:ext cx="1896609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sz="1400">
                    <a:solidFill>
                      <a:srgbClr val="C00000"/>
                    </a:solidFill>
                  </a:rPr>
                  <a:t>Stemming</a:t>
                </a:r>
              </a:p>
              <a:p>
                <a:r>
                  <a:rPr lang="en-BE" sz="1400">
                    <a:solidFill>
                      <a:srgbClr val="C00000"/>
                    </a:solidFill>
                  </a:rPr>
                  <a:t>Lemmatization</a:t>
                </a:r>
              </a:p>
              <a:p>
                <a:r>
                  <a:rPr lang="en-BE" sz="1400">
                    <a:solidFill>
                      <a:srgbClr val="C00000"/>
                    </a:solidFill>
                  </a:rPr>
                  <a:t>Stop word removal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07EF28-8588-C84A-0244-3EAC599C13AB}"/>
                  </a:ext>
                </a:extLst>
              </p:cNvPr>
              <p:cNvSpPr txBox="1"/>
              <p:nvPr/>
            </p:nvSpPr>
            <p:spPr>
              <a:xfrm>
                <a:off x="3815628" y="4810635"/>
                <a:ext cx="14396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sz="1400">
                    <a:solidFill>
                      <a:srgbClr val="C00000"/>
                    </a:solidFill>
                  </a:rPr>
                  <a:t>Count tokens </a:t>
                </a:r>
                <a:br>
                  <a:rPr lang="en-BE" sz="1400">
                    <a:solidFill>
                      <a:srgbClr val="C00000"/>
                    </a:solidFill>
                  </a:rPr>
                </a:br>
                <a:r>
                  <a:rPr lang="en-BE" sz="1400">
                    <a:solidFill>
                      <a:srgbClr val="C00000"/>
                    </a:solidFill>
                  </a:rPr>
                  <a:t>and order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38E88F-3F89-B6BF-399D-1C3B27A43073}"/>
                  </a:ext>
                </a:extLst>
              </p:cNvPr>
              <p:cNvSpPr txBox="1"/>
              <p:nvPr/>
            </p:nvSpPr>
            <p:spPr>
              <a:xfrm>
                <a:off x="6244884" y="4807795"/>
                <a:ext cx="215341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sz="1400">
                    <a:solidFill>
                      <a:srgbClr val="C00000"/>
                    </a:solidFill>
                  </a:rPr>
                  <a:t>Keep V most frequent</a:t>
                </a:r>
                <a:br>
                  <a:rPr lang="en-BE" sz="1400">
                    <a:solidFill>
                      <a:srgbClr val="C00000"/>
                    </a:solidFill>
                  </a:rPr>
                </a:br>
                <a:r>
                  <a:rPr lang="en-BE" sz="1400">
                    <a:solidFill>
                      <a:srgbClr val="C00000"/>
                    </a:solidFill>
                  </a:rPr>
                  <a:t>V can be huge!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0D1D4B2-864E-5463-8E15-AE2928B6CF21}"/>
                  </a:ext>
                </a:extLst>
              </p:cNvPr>
              <p:cNvSpPr/>
              <p:nvPr/>
            </p:nvSpPr>
            <p:spPr>
              <a:xfrm>
                <a:off x="9555353" y="2263434"/>
                <a:ext cx="439857" cy="18766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…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.06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.05.58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.03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.12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.01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.02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…</a:t>
                </a:r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AEBBEDF-5806-A4FE-BBE1-6A13A6545D37}"/>
                  </a:ext>
                </a:extLst>
              </p:cNvPr>
              <p:cNvSpPr/>
              <p:nvPr/>
            </p:nvSpPr>
            <p:spPr>
              <a:xfrm>
                <a:off x="10179066" y="2255103"/>
                <a:ext cx="439857" cy="18766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200">
                  <a:solidFill>
                    <a:schemeClr val="tx1"/>
                  </a:solidFill>
                </a:endParaRP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…</a:t>
                </a:r>
                <a:br>
                  <a:rPr lang="en-US" sz="1200">
                    <a:solidFill>
                      <a:schemeClr val="tx1"/>
                    </a:solidFill>
                  </a:rPr>
                </a:br>
                <a:r>
                  <a:rPr lang="en-US" sz="1200">
                    <a:solidFill>
                      <a:schemeClr val="tx1"/>
                    </a:solidFill>
                  </a:rPr>
                  <a:t>.04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.07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.12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.26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.51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.10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.05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…</a:t>
                </a:r>
              </a:p>
              <a:p>
                <a:endParaRPr 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8CD4605-5E1D-8DAC-46DB-91E7C3E121EB}"/>
                  </a:ext>
                </a:extLst>
              </p:cNvPr>
              <p:cNvSpPr/>
              <p:nvPr/>
            </p:nvSpPr>
            <p:spPr>
              <a:xfrm>
                <a:off x="10769600" y="2245546"/>
                <a:ext cx="439857" cy="18766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…</a:t>
                </a:r>
                <a:br>
                  <a:rPr lang="en-US" sz="1200">
                    <a:solidFill>
                      <a:schemeClr val="tx1"/>
                    </a:solidFill>
                  </a:rPr>
                </a:br>
                <a:r>
                  <a:rPr lang="en-US" sz="1200">
                    <a:solidFill>
                      <a:schemeClr val="tx1"/>
                    </a:solidFill>
                  </a:rPr>
                  <a:t>.81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.02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.01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.07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.05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.01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.02</a:t>
                </a:r>
              </a:p>
              <a:p>
                <a:r>
                  <a:rPr lang="en-US" sz="1200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B7DAAA5E-B598-8E15-723A-C04FDE3B510E}"/>
                  </a:ext>
                </a:extLst>
              </p:cNvPr>
              <p:cNvSpPr/>
              <p:nvPr/>
            </p:nvSpPr>
            <p:spPr>
              <a:xfrm flipH="1">
                <a:off x="8406109" y="3262607"/>
                <a:ext cx="2114497" cy="1465846"/>
              </a:xfrm>
              <a:prstGeom prst="arc">
                <a:avLst>
                  <a:gd name="adj1" fmla="val 2762834"/>
                  <a:gd name="adj2" fmla="val 7921179"/>
                </a:avLst>
              </a:prstGeom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0BAEC0-D22E-2954-23F2-FB4E1E719D28}"/>
                  </a:ext>
                </a:extLst>
              </p:cNvPr>
              <p:cNvSpPr txBox="1"/>
              <p:nvPr/>
            </p:nvSpPr>
            <p:spPr>
              <a:xfrm>
                <a:off x="9810509" y="4194291"/>
                <a:ext cx="1063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/>
                  <a:t>Tensors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BE176BD-F6DD-C132-56A2-F04C1FD1A875}"/>
                  </a:ext>
                </a:extLst>
              </p:cNvPr>
              <p:cNvSpPr/>
              <p:nvPr/>
            </p:nvSpPr>
            <p:spPr>
              <a:xfrm>
                <a:off x="9472153" y="1947326"/>
                <a:ext cx="60625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BE" sz="1400"/>
                  <a:t>code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54FE52C-030C-C752-C091-2E687CC6744F}"/>
                  </a:ext>
                </a:extLst>
              </p:cNvPr>
              <p:cNvSpPr/>
              <p:nvPr/>
            </p:nvSpPr>
            <p:spPr>
              <a:xfrm>
                <a:off x="10049263" y="1935627"/>
                <a:ext cx="72327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BE" sz="1400"/>
                  <a:t>spend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BBBC4E3-15F9-9D15-4118-CD05922EDAB9}"/>
                  </a:ext>
                </a:extLst>
              </p:cNvPr>
              <p:cNvSpPr/>
              <p:nvPr/>
            </p:nvSpPr>
            <p:spPr>
              <a:xfrm>
                <a:off x="10672709" y="1935627"/>
                <a:ext cx="71045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BE" sz="1400"/>
                  <a:t>entire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20202D8-5977-40A0-1E78-0F59903391D9}"/>
                  </a:ext>
                </a:extLst>
              </p:cNvPr>
              <p:cNvSpPr txBox="1"/>
              <p:nvPr/>
            </p:nvSpPr>
            <p:spPr>
              <a:xfrm>
                <a:off x="9151032" y="4814609"/>
                <a:ext cx="27928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C00000"/>
                    </a:solidFill>
                  </a:rPr>
                  <a:t>Represent every word, or entire document, as a vector</a:t>
                </a:r>
                <a:endParaRPr lang="en-BE" sz="1400">
                  <a:solidFill>
                    <a:srgbClr val="C00000"/>
                  </a:solidFill>
                </a:endParaRPr>
              </a:p>
            </p:txBody>
          </p:sp>
        </p:grpSp>
        <p:pic>
          <p:nvPicPr>
            <p:cNvPr id="33" name="Picture 2" descr="Old school stamp Royalty Free Vector Image - VectorStock">
              <a:extLst>
                <a:ext uri="{FF2B5EF4-FFF2-40B4-BE49-F238E27FC236}">
                  <a16:creationId xmlns:a16="http://schemas.microsoft.com/office/drawing/2014/main" id="{04E77868-1CFD-C52C-DE1B-F67FB56FEC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6" t="5332" b="13696"/>
            <a:stretch/>
          </p:blipFill>
          <p:spPr bwMode="auto">
            <a:xfrm>
              <a:off x="924381" y="4613919"/>
              <a:ext cx="714021" cy="647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20AAE0-91EB-4475-ABBD-8C7A11554AEE}"/>
                </a:ext>
              </a:extLst>
            </p:cNvPr>
            <p:cNvSpPr/>
            <p:nvPr/>
          </p:nvSpPr>
          <p:spPr>
            <a:xfrm>
              <a:off x="7345494" y="5006152"/>
              <a:ext cx="1760101" cy="8329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u="sng"/>
                <a:t>Step2</a:t>
              </a:r>
              <a:r>
                <a:rPr lang="nl-BE"/>
                <a:t> </a:t>
              </a:r>
              <a:r>
                <a:rPr lang="nl-BE" err="1"/>
                <a:t>Vectorize</a:t>
              </a:r>
              <a:endParaRPr lang="en-US"/>
            </a:p>
          </p:txBody>
        </p:sp>
        <p:sp>
          <p:nvSpPr>
            <p:cNvPr id="35" name="Right Brace 34">
              <a:extLst>
                <a:ext uri="{FF2B5EF4-FFF2-40B4-BE49-F238E27FC236}">
                  <a16:creationId xmlns:a16="http://schemas.microsoft.com/office/drawing/2014/main" id="{428D8FE8-A6DA-5826-FA4F-25DEB5023AA3}"/>
                </a:ext>
              </a:extLst>
            </p:cNvPr>
            <p:cNvSpPr/>
            <p:nvPr/>
          </p:nvSpPr>
          <p:spPr>
            <a:xfrm rot="5400000">
              <a:off x="8067832" y="1746777"/>
              <a:ext cx="188040" cy="611743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F989325-8C53-D260-601F-82971D906A66}"/>
                </a:ext>
              </a:extLst>
            </p:cNvPr>
            <p:cNvSpPr/>
            <p:nvPr/>
          </p:nvSpPr>
          <p:spPr>
            <a:xfrm>
              <a:off x="2635214" y="5021668"/>
              <a:ext cx="1760101" cy="8329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u="sng"/>
                <a:t>Step1</a:t>
              </a:r>
              <a:r>
                <a:rPr lang="nl-BE"/>
                <a:t> </a:t>
              </a:r>
              <a:r>
                <a:rPr lang="nl-BE" err="1"/>
                <a:t>Tokenize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7313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9125-93D7-698E-76AC-34C20744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NLP Pipeline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F9CB8-7CD1-13C0-3697-191D4205644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BD741F8-D102-B6F9-B001-AB9AB6B3F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97" y="1420431"/>
            <a:ext cx="10473932" cy="531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727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F6444-F39F-E73B-A9F1-36084A38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8DBA5D-4C4C-2B72-0460-DEE22033FF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23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58BD37-4009-AC15-6E85-3EECBEC77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Enrichment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4213CD-7661-CDBD-0078-9CDEEB54CD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Data Enrichment Icons - Free SVG &amp; PNG Data Enrichment Images - Noun Project">
            <a:extLst>
              <a:ext uri="{FF2B5EF4-FFF2-40B4-BE49-F238E27FC236}">
                <a16:creationId xmlns:a16="http://schemas.microsoft.com/office/drawing/2014/main" id="{7B071876-02EB-5F97-5F67-5352D5E66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461" y="1524249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455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18E5F-E31F-3F71-C0DC-5534E6FCC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Enrichment: PoS tagging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6611E-C62D-8F56-7934-6901E17F23B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B1DCE-CF6D-6B8D-8C45-3700E8BF27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701017"/>
            <a:ext cx="11160127" cy="4644221"/>
          </a:xfrm>
        </p:spPr>
        <p:txBody>
          <a:bodyPr/>
          <a:lstStyle/>
          <a:p>
            <a:r>
              <a:rPr lang="en-US"/>
              <a:t>Possible enrichment for better analysis, or to get a better vector representation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61FF4566-B726-4421-5B10-2275A32C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7" y="2318136"/>
            <a:ext cx="7783415" cy="4427538"/>
          </a:xfrm>
          <a:prstGeom prst="rect">
            <a:avLst/>
          </a:prstGeom>
        </p:spPr>
      </p:pic>
      <p:pic>
        <p:nvPicPr>
          <p:cNvPr id="6" name="Picture 2" descr="NLP: POS (Part of speech) Tagging &amp; Chunking | by Suneel Patel | Medium">
            <a:extLst>
              <a:ext uri="{FF2B5EF4-FFF2-40B4-BE49-F238E27FC236}">
                <a16:creationId xmlns:a16="http://schemas.microsoft.com/office/drawing/2014/main" id="{CFC768EA-F8C0-7FD1-9102-B7FBA7FBA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22" y="2875721"/>
            <a:ext cx="4192578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775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8C14-1228-07C9-EDAD-7310B9BD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 tagging requires ‘Language Model’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6F4F5-B513-BB2A-1732-E8CA914E995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25</a:t>
            </a:fld>
            <a:endParaRPr lang="en-BE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58C1DAEB-9EDC-997C-0C34-B438F777D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556792"/>
            <a:ext cx="1324160" cy="209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DA72C3-2099-2053-298B-95D343ED3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60" y="2180179"/>
            <a:ext cx="2915057" cy="438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CA6453-8D17-CE24-952C-38FF4265E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60" y="3032198"/>
            <a:ext cx="4896533" cy="70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D31C71-C7D3-61C1-0180-A2652EEE1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989" y="1203530"/>
            <a:ext cx="5534797" cy="2553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57FFA7-BD58-AB7B-ECD1-F07EDC90EC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029" y="3701419"/>
            <a:ext cx="5648971" cy="3183965"/>
          </a:xfrm>
          <a:prstGeom prst="rect">
            <a:avLst/>
          </a:prstGeom>
        </p:spPr>
      </p:pic>
      <p:pic>
        <p:nvPicPr>
          <p:cNvPr id="10" name="Picture 2" descr="8 zaken die u moet weten over uw geheugen - Express">
            <a:extLst>
              <a:ext uri="{FF2B5EF4-FFF2-40B4-BE49-F238E27FC236}">
                <a16:creationId xmlns:a16="http://schemas.microsoft.com/office/drawing/2014/main" id="{1DAE819B-9F39-DA3D-DBDB-04243BEAE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39090"/>
            <a:ext cx="4655840" cy="261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026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4549-4832-6205-2FD2-FD1078EA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Dutch PoS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22DD1B-CD34-6019-2D07-5C5AC8880AE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26</a:t>
            </a:fld>
            <a:endParaRPr lang="en-BE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68E8CDF0-B4B4-B2B2-1711-248EC955D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582" y="1478091"/>
            <a:ext cx="11118480" cy="537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08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D906-46E3-409D-F6DD-42A00643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Enrichment: 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1FB992-7F5D-F5B9-9AC2-4E3368F2041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27</a:t>
            </a:fld>
            <a:endParaRPr lang="en-BE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C387EF52-FB3C-C65B-25B4-14A895DF7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20431"/>
            <a:ext cx="6949440" cy="37721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72E912-856F-201E-29F0-67ACC3D78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58" y="4480560"/>
            <a:ext cx="5269942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17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9AEA-5ED5-6042-B338-21EF28AD1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NER (Named Entity Recognition)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6178B3-30D9-3E28-8B99-1E72787C4CE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28</a:t>
            </a:fld>
            <a:endParaRPr lang="en-BE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E0EEFDF3-C3E9-EDFF-A2AD-4EEBF4B5E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670" y="1418043"/>
            <a:ext cx="8578392" cy="5439956"/>
          </a:xfrm>
          <a:prstGeom prst="rect">
            <a:avLst/>
          </a:prstGeom>
        </p:spPr>
      </p:pic>
      <p:pic>
        <p:nvPicPr>
          <p:cNvPr id="6" name="Picture 2" descr="8 zaken die u moet weten over uw geheugen - Express">
            <a:extLst>
              <a:ext uri="{FF2B5EF4-FFF2-40B4-BE49-F238E27FC236}">
                <a16:creationId xmlns:a16="http://schemas.microsoft.com/office/drawing/2014/main" id="{A4A2412D-BD21-1F6F-5939-578E0B22B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29224"/>
            <a:ext cx="289560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151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F164-5ADF-E14C-0491-BFA27BD7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88913"/>
            <a:ext cx="11160125" cy="1116012"/>
          </a:xfrm>
        </p:spPr>
        <p:txBody>
          <a:bodyPr/>
          <a:lstStyle/>
          <a:p>
            <a:r>
              <a:rPr lang="en-US"/>
              <a:t>NER: Many different Use Cases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0B0CB3-28E2-9006-36F3-0593E2F27C8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EC50A-F1D0-6A6B-35EB-9C4A0CCD5E8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162051"/>
            <a:ext cx="11160127" cy="5183188"/>
          </a:xfrm>
        </p:spPr>
        <p:txBody>
          <a:bodyPr/>
          <a:lstStyle/>
          <a:p>
            <a:r>
              <a:rPr lang="en-US"/>
              <a:t>NER tries to </a:t>
            </a:r>
            <a:r>
              <a:rPr lang="en-US" b="1"/>
              <a:t>extract structured information </a:t>
            </a:r>
            <a:r>
              <a:rPr lang="en-US"/>
              <a:t>out of unstructured data, by </a:t>
            </a:r>
            <a:r>
              <a:rPr lang="en-US" i="1"/>
              <a:t>chunking</a:t>
            </a:r>
            <a:r>
              <a:rPr lang="en-US"/>
              <a:t> together tokens and classifying them</a:t>
            </a:r>
          </a:p>
          <a:p>
            <a:endParaRPr lang="en-US"/>
          </a:p>
          <a:p>
            <a:r>
              <a:rPr lang="en-US"/>
              <a:t>Typical use cases: extracting useful info out of different types of invoices, tagging posts for quick search, or in the context of recommendations, extract relevant info from healthcare documents, etc.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B3BFE3-9C9C-6496-38D5-F0ED30048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0" t="3704" r="10840" b="5555"/>
          <a:stretch/>
        </p:blipFill>
        <p:spPr bwMode="auto">
          <a:xfrm>
            <a:off x="433722" y="3429000"/>
            <a:ext cx="6170386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Named Entity Recognition (NER) : Definition, Examples, Types, and  Applications">
            <a:extLst>
              <a:ext uri="{FF2B5EF4-FFF2-40B4-BE49-F238E27FC236}">
                <a16:creationId xmlns:a16="http://schemas.microsoft.com/office/drawing/2014/main" id="{6110B7F7-D0CE-612D-69BB-57CFA914B0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" t="14854" r="4900" b="19166"/>
          <a:stretch/>
        </p:blipFill>
        <p:spPr bwMode="auto">
          <a:xfrm>
            <a:off x="7467599" y="3197224"/>
            <a:ext cx="4467225" cy="194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amed Entity Recognition (NER) to extract &amp; enrich content from the  healthcare ecosystem | by Sowmya Vivek | Medium">
            <a:extLst>
              <a:ext uri="{FF2B5EF4-FFF2-40B4-BE49-F238E27FC236}">
                <a16:creationId xmlns:a16="http://schemas.microsoft.com/office/drawing/2014/main" id="{2C4B7A97-4C3F-4095-8641-EABD3AFE8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204" y="5476234"/>
            <a:ext cx="3057525" cy="138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933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943E-9BE5-687E-1000-221586A3B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ED2E02-0726-E32B-A513-EB77076756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30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790A7F-002D-7451-843F-118DDF81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Vectorization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9E29F9-98D8-0335-8BE8-D0B21A7603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999C447-6DD4-9A70-5121-B15A0EF1E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6519672" y="3429000"/>
            <a:ext cx="533400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ouble Bracket 3">
            <a:extLst>
              <a:ext uri="{FF2B5EF4-FFF2-40B4-BE49-F238E27FC236}">
                <a16:creationId xmlns:a16="http://schemas.microsoft.com/office/drawing/2014/main" id="{BD7283F6-7D6C-9522-5D87-E86A8E7E8B79}"/>
              </a:ext>
            </a:extLst>
          </p:cNvPr>
          <p:cNvSpPr/>
          <p:nvPr/>
        </p:nvSpPr>
        <p:spPr>
          <a:xfrm>
            <a:off x="10189051" y="3498853"/>
            <a:ext cx="1575816" cy="145096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29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E976-2069-7A28-1F68-119D7B21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76403"/>
            <a:ext cx="11676063" cy="1116012"/>
          </a:xfrm>
        </p:spPr>
        <p:txBody>
          <a:bodyPr/>
          <a:lstStyle/>
          <a:p>
            <a:r>
              <a:rPr lang="en-US"/>
              <a:t>Bag of Words (‘One’ Hot Encoding)</a:t>
            </a:r>
            <a:br>
              <a:rPr lang="en-US"/>
            </a:br>
            <a:r>
              <a:rPr lang="en-US" sz="3200"/>
              <a:t>(Context-Independent Word Embedding)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D759A3-0F16-E8BF-7F74-758C73E9930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31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86DB8-70CC-A3BE-74AA-1C834E63A0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1.4 Statistical Approaches and Text Classification with N-grams — Practical  NLP with Python">
            <a:extLst>
              <a:ext uri="{FF2B5EF4-FFF2-40B4-BE49-F238E27FC236}">
                <a16:creationId xmlns:a16="http://schemas.microsoft.com/office/drawing/2014/main" id="{DD55B012-73DB-04C3-7079-018B06F72B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12"/>
          <a:stretch/>
        </p:blipFill>
        <p:spPr bwMode="auto">
          <a:xfrm>
            <a:off x="0" y="1420430"/>
            <a:ext cx="12192000" cy="543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294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311B-F71F-CBA8-5450-59134968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</a:t>
            </a:r>
            <a:br>
              <a:rPr lang="en-US"/>
            </a:br>
            <a:r>
              <a:rPr lang="en-US"/>
              <a:t>BoW Embedding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8A680D-EB48-BC73-7552-E32B711EFBB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32</a:t>
            </a:fld>
            <a:endParaRPr lang="en-BE"/>
          </a:p>
        </p:txBody>
      </p:sp>
      <p:pic>
        <p:nvPicPr>
          <p:cNvPr id="5" name="Tijdelijke aanduiding voor inhoud 3">
            <a:extLst>
              <a:ext uri="{FF2B5EF4-FFF2-40B4-BE49-F238E27FC236}">
                <a16:creationId xmlns:a16="http://schemas.microsoft.com/office/drawing/2014/main" id="{DC1A5506-7601-F88B-AA8F-1EE01E75E2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9" t="20629" r="9003" b="6323"/>
          <a:stretch/>
        </p:blipFill>
        <p:spPr>
          <a:xfrm>
            <a:off x="2929466" y="1764464"/>
            <a:ext cx="9262533" cy="4445084"/>
          </a:xfrm>
          <a:prstGeom prst="rect">
            <a:avLst/>
          </a:prstGeom>
        </p:spPr>
      </p:pic>
      <p:pic>
        <p:nvPicPr>
          <p:cNvPr id="6" name="Picture 4" descr="Curse of Dimensionality - Georgia Tech - Machine Learning - YouTube">
            <a:extLst>
              <a:ext uri="{FF2B5EF4-FFF2-40B4-BE49-F238E27FC236}">
                <a16:creationId xmlns:a16="http://schemas.microsoft.com/office/drawing/2014/main" id="{7B518EBB-6FDA-0EFB-28B0-89FE91BB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88636"/>
            <a:ext cx="3145536" cy="176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849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416B-5E8E-1162-7719-C4BDC6D2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BoW Embedding with modeling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6C0DA3-7451-07F8-A454-9710CEFD32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33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A4FC7-F6C8-B1AC-1D0D-EE3DC4657FE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420431"/>
            <a:ext cx="11160127" cy="4924807"/>
          </a:xfrm>
        </p:spPr>
        <p:txBody>
          <a:bodyPr/>
          <a:lstStyle/>
          <a:p>
            <a:r>
              <a:rPr lang="en-US"/>
              <a:t>Bag-of-Words approach yields, </a:t>
            </a:r>
            <a:r>
              <a:rPr lang="en-US" b="1"/>
              <a:t>high dimensional sparse data vectors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Very hard, even problematic to model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Possible modeling technique: </a:t>
            </a:r>
            <a:r>
              <a:rPr lang="en-US">
                <a:highlight>
                  <a:srgbClr val="FA6432"/>
                </a:highlight>
                <a:sym typeface="Wingdings" panose="05000000000000000000" pitchFamily="2" charset="2"/>
              </a:rPr>
              <a:t>Naïve Bayes (out of scope)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Alternative solution: reduce the dimensionality of the vectors, by compressing them to most informative dimensions = </a:t>
            </a:r>
            <a:r>
              <a:rPr lang="en-US">
                <a:highlight>
                  <a:srgbClr val="FA6432"/>
                </a:highlight>
                <a:sym typeface="Wingdings" panose="05000000000000000000" pitchFamily="2" charset="2"/>
              </a:rPr>
              <a:t>Principal Components Analysis (out of scope) </a:t>
            </a:r>
            <a:endParaRPr lang="en-US">
              <a:highlight>
                <a:srgbClr val="FA6432"/>
              </a:highlight>
            </a:endParaRPr>
          </a:p>
        </p:txBody>
      </p:sp>
      <p:pic>
        <p:nvPicPr>
          <p:cNvPr id="5" name="Picture 6" descr="An Introduction to Naïve Bayes Classifier | by Yang S | Towards Data Science">
            <a:extLst>
              <a:ext uri="{FF2B5EF4-FFF2-40B4-BE49-F238E27FC236}">
                <a16:creationId xmlns:a16="http://schemas.microsoft.com/office/drawing/2014/main" id="{214D57D0-D14A-6933-342E-746DD1FD5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6" y="4438929"/>
            <a:ext cx="4332289" cy="216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imensionality reduction and ordinations in ecology 2: Principal Component  Analysis (PCA)">
            <a:extLst>
              <a:ext uri="{FF2B5EF4-FFF2-40B4-BE49-F238E27FC236}">
                <a16:creationId xmlns:a16="http://schemas.microsoft.com/office/drawing/2014/main" id="{4ED5377E-E4A5-B925-4170-7BE20FC8A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664" y="4589081"/>
            <a:ext cx="5736336" cy="2275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714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BB5E-9952-727E-9162-5E0F8E6C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  <a:br>
              <a:rPr lang="en-US">
                <a:highlight>
                  <a:srgbClr val="FFFF00"/>
                </a:highlight>
              </a:rPr>
            </a:br>
            <a:r>
              <a:rPr lang="en-US">
                <a:highlight>
                  <a:srgbClr val="FFFF00"/>
                </a:highlight>
              </a:rPr>
              <a:t>Pre-trained</a:t>
            </a:r>
            <a:r>
              <a:rPr lang="en-US"/>
              <a:t> Dense Word Embedding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E5182B-06D6-4275-68EA-F482E804019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34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3841B-D81C-E9F3-DAC6-339122E1281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b="1" i="1"/>
              <a:t>Word2Vec</a:t>
            </a:r>
            <a:r>
              <a:rPr lang="en-US"/>
              <a:t>, Glove, etc.</a:t>
            </a:r>
          </a:p>
          <a:p>
            <a:endParaRPr lang="en-US"/>
          </a:p>
          <a:p>
            <a:r>
              <a:rPr lang="en-US"/>
              <a:t>Vector </a:t>
            </a:r>
            <a:r>
              <a:rPr lang="en-US" b="1"/>
              <a:t>Embeddings</a:t>
            </a:r>
            <a:r>
              <a:rPr lang="en-US"/>
              <a:t> are trained on general corpus (Wikipedia), using context words</a:t>
            </a:r>
          </a:p>
        </p:txBody>
      </p:sp>
      <p:pic>
        <p:nvPicPr>
          <p:cNvPr id="9220" name="Picture 4" descr="Word Embeddings: a technology still relevant? | IntraFind">
            <a:extLst>
              <a:ext uri="{FF2B5EF4-FFF2-40B4-BE49-F238E27FC236}">
                <a16:creationId xmlns:a16="http://schemas.microsoft.com/office/drawing/2014/main" id="{E37F6931-0517-6144-A62D-DCBCDA10C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4" y="2765958"/>
            <a:ext cx="8562976" cy="40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515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1A30-4836-0C9E-7A5B-92ECB943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Word2Vec Embeddings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05446-37BB-EEFD-2263-EF4A5EACD1A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35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66EEE-2154-670E-4C79-746137D96E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420431"/>
            <a:ext cx="11160127" cy="492480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Better vectorization, trained with neural network on large context corpus (like Wikipedia)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Vectorization is so good, we can even reason with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Embeddings can be downloaded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81D76D-9B98-147E-AC63-EFC14A6BFFC3}"/>
              </a:ext>
            </a:extLst>
          </p:cNvPr>
          <p:cNvGrpSpPr/>
          <p:nvPr/>
        </p:nvGrpSpPr>
        <p:grpSpPr>
          <a:xfrm>
            <a:off x="146304" y="2960352"/>
            <a:ext cx="5332114" cy="2151000"/>
            <a:chOff x="480000" y="1278000"/>
            <a:chExt cx="4308404" cy="1570454"/>
          </a:xfrm>
        </p:grpSpPr>
        <p:pic>
          <p:nvPicPr>
            <p:cNvPr id="6" name="Google Shape;788;p115">
              <a:extLst>
                <a:ext uri="{FF2B5EF4-FFF2-40B4-BE49-F238E27FC236}">
                  <a16:creationId xmlns:a16="http://schemas.microsoft.com/office/drawing/2014/main" id="{9D978300-9728-A480-0E38-CC56DE7DC53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80000" y="1280577"/>
              <a:ext cx="2000373" cy="15573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789;p115">
              <a:extLst>
                <a:ext uri="{FF2B5EF4-FFF2-40B4-BE49-F238E27FC236}">
                  <a16:creationId xmlns:a16="http://schemas.microsoft.com/office/drawing/2014/main" id="{C65F6A70-EDBD-AF63-563F-56C8DAD31CB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59567" y="1278000"/>
              <a:ext cx="2128837" cy="15704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1BFF56-5D8E-8844-4617-E543C3703B1D}"/>
              </a:ext>
            </a:extLst>
          </p:cNvPr>
          <p:cNvGrpSpPr/>
          <p:nvPr/>
        </p:nvGrpSpPr>
        <p:grpSpPr>
          <a:xfrm>
            <a:off x="6242304" y="2914519"/>
            <a:ext cx="5714057" cy="2151000"/>
            <a:chOff x="4437405" y="3170634"/>
            <a:chExt cx="4663319" cy="1325166"/>
          </a:xfrm>
        </p:grpSpPr>
        <p:pic>
          <p:nvPicPr>
            <p:cNvPr id="9" name="Google Shape;790;p115">
              <a:extLst>
                <a:ext uri="{FF2B5EF4-FFF2-40B4-BE49-F238E27FC236}">
                  <a16:creationId xmlns:a16="http://schemas.microsoft.com/office/drawing/2014/main" id="{45106D60-3864-B7F8-7665-FA99EB57D87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437405" y="3170634"/>
              <a:ext cx="2281652" cy="13251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91;p115">
              <a:extLst>
                <a:ext uri="{FF2B5EF4-FFF2-40B4-BE49-F238E27FC236}">
                  <a16:creationId xmlns:a16="http://schemas.microsoft.com/office/drawing/2014/main" id="{071C028C-041C-F814-BE33-CAAD84278F9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19055" y="3170634"/>
              <a:ext cx="2381669" cy="13251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" name="Google Shape;787;p115">
            <a:extLst>
              <a:ext uri="{FF2B5EF4-FFF2-40B4-BE49-F238E27FC236}">
                <a16:creationId xmlns:a16="http://schemas.microsoft.com/office/drawing/2014/main" id="{15FEA717-ABFB-75C6-F46C-6AA2D68FF8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12023"/>
          <a:stretch/>
        </p:blipFill>
        <p:spPr>
          <a:xfrm>
            <a:off x="3626103" y="4963032"/>
            <a:ext cx="5411951" cy="18923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8098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04D6-19E5-58E8-C4E0-5E37908C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Putting it all together…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C70E1C-BDB4-9B80-CD32-86A8868CEB1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36</a:t>
            </a:fld>
            <a:endParaRPr lang="en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249831-9055-1764-D5E5-3486731D07E6}"/>
              </a:ext>
            </a:extLst>
          </p:cNvPr>
          <p:cNvGrpSpPr/>
          <p:nvPr/>
        </p:nvGrpSpPr>
        <p:grpSpPr>
          <a:xfrm>
            <a:off x="90296" y="2601148"/>
            <a:ext cx="5969127" cy="2879561"/>
            <a:chOff x="163449" y="2290252"/>
            <a:chExt cx="5932550" cy="2790825"/>
          </a:xfrm>
        </p:grpSpPr>
        <p:pic>
          <p:nvPicPr>
            <p:cNvPr id="6146" name="Picture 2" descr="Apply a Simple Bag-of-Words Approach - Introduction to Natural Language  Processing - OpenClassrooms">
              <a:extLst>
                <a:ext uri="{FF2B5EF4-FFF2-40B4-BE49-F238E27FC236}">
                  <a16:creationId xmlns:a16="http://schemas.microsoft.com/office/drawing/2014/main" id="{777E9E37-C269-B5AA-4A10-9DEAE0A14E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449" y="2290252"/>
              <a:ext cx="5895975" cy="2790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DFB424-0AD8-D6D2-DF9F-DAE9F94FF449}"/>
                </a:ext>
              </a:extLst>
            </p:cNvPr>
            <p:cNvSpPr txBox="1"/>
            <p:nvPr/>
          </p:nvSpPr>
          <p:spPr>
            <a:xfrm>
              <a:off x="4311536" y="4569060"/>
              <a:ext cx="17844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Word2Vec Embeddings</a:t>
              </a:r>
            </a:p>
          </p:txBody>
        </p:sp>
      </p:grpSp>
      <p:pic>
        <p:nvPicPr>
          <p:cNvPr id="6" name="Picture 2" descr="Electronics | Free Full-Text | Sentiment Analysis Based on Deep Learning: A  Comparative Study | HTML">
            <a:extLst>
              <a:ext uri="{FF2B5EF4-FFF2-40B4-BE49-F238E27FC236}">
                <a16:creationId xmlns:a16="http://schemas.microsoft.com/office/drawing/2014/main" id="{6533461C-7C06-14FA-987C-6E63DBC98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72" t="52462" r="-1"/>
          <a:stretch/>
        </p:blipFill>
        <p:spPr bwMode="auto">
          <a:xfrm>
            <a:off x="6059424" y="2512412"/>
            <a:ext cx="6059422" cy="2879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5163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07BC-5167-3DB0-2274-153557C5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Word Embeddings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03286-4649-DCDF-C60B-91522A5841F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FF14-C29F-9A97-C56F-D6BE89E5E4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5143485"/>
            <a:ext cx="11160127" cy="1602189"/>
          </a:xfrm>
        </p:spPr>
        <p:txBody>
          <a:bodyPr>
            <a:normAutofit lnSpcReduction="10000"/>
          </a:bodyPr>
          <a:lstStyle/>
          <a:p>
            <a:r>
              <a:rPr lang="en-US"/>
              <a:t>Static embeddings are not perfect. In order to move from static embeddings to context-aware vectorizations, we need a </a:t>
            </a:r>
            <a:r>
              <a:rPr lang="en-US" b="1" i="1">
                <a:highlight>
                  <a:srgbClr val="FFFF00"/>
                </a:highlight>
              </a:rPr>
              <a:t>(Large) Language Model</a:t>
            </a:r>
            <a:r>
              <a:rPr lang="en-US" b="1" i="1"/>
              <a:t> </a:t>
            </a:r>
            <a:r>
              <a:rPr lang="en-US"/>
              <a:t>that takes the context window into account to tweak the vectorizations of the tokens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	 See follow-up course in 3AI: Deep Learning</a:t>
            </a:r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8BA5A86-3CD1-EC82-7B2E-FE896490C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2" y="1586508"/>
            <a:ext cx="6028266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B8BEEAF-8034-EB53-4ADE-91ED2F207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733" y="1586508"/>
            <a:ext cx="6028267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879A138-5D43-E494-ECA6-CA61E07D1322}"/>
              </a:ext>
            </a:extLst>
          </p:cNvPr>
          <p:cNvSpPr/>
          <p:nvPr/>
        </p:nvSpPr>
        <p:spPr>
          <a:xfrm>
            <a:off x="5525028" y="3281958"/>
            <a:ext cx="1209675" cy="714375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983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B440-090C-4E09-0F50-F807AB134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SOTA (State of the Art - Hugging Face)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FA4AD4-E15A-721E-A4F0-C17255792D6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A5C-ACE8-050B-5CBB-0E9E76FF1A9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420431"/>
            <a:ext cx="11160127" cy="4924807"/>
          </a:xfrm>
        </p:spPr>
        <p:txBody>
          <a:bodyPr/>
          <a:lstStyle/>
          <a:p>
            <a:r>
              <a:rPr lang="en-US"/>
              <a:t>Today, preprocessing &amp; tokenization are all dependent on the pre-trained (Large) Language Model you want to use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AF94B30-CB5C-7866-9777-007B189CE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0462"/>
            <a:ext cx="7691762" cy="442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Word Embeddings">
            <a:extLst>
              <a:ext uri="{FF2B5EF4-FFF2-40B4-BE49-F238E27FC236}">
                <a16:creationId xmlns:a16="http://schemas.microsoft.com/office/drawing/2014/main" id="{8BDE0B4D-F6C9-C5C3-74D0-CD77C42B1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553" y="3990916"/>
            <a:ext cx="4770103" cy="171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4191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5B2C-0AA5-FF13-19B6-CFE6D439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 to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4D9B7-FDEC-00F5-23EF-C630571BF42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39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B0B04-4B47-E7C5-AEC0-4E509A4C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94" y="2479656"/>
            <a:ext cx="2995050" cy="273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D2A61-DA5E-83E3-7652-E33DC6447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14" y="2490042"/>
            <a:ext cx="2656862" cy="2736080"/>
          </a:xfrm>
          <a:prstGeom prst="rect">
            <a:avLst/>
          </a:prstGeom>
        </p:spPr>
      </p:pic>
      <p:pic>
        <p:nvPicPr>
          <p:cNvPr id="1026" name="Picture 2" descr="Create Interactive Presentations with Wooclap and engage Your Audience">
            <a:extLst>
              <a:ext uri="{FF2B5EF4-FFF2-40B4-BE49-F238E27FC236}">
                <a16:creationId xmlns:a16="http://schemas.microsoft.com/office/drawing/2014/main" id="{4E5F28FD-CD75-83B7-EC5D-C2D2952C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72" y="3429000"/>
            <a:ext cx="3739053" cy="83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511644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1EF84DE-A9E1-41BA-A1A9-89715600EE7E}">
  <ds:schemaRefs>
    <ds:schemaRef ds:uri="1946ab53-a53d-4984-8df3-e4b9666a144b"/>
    <ds:schemaRef ds:uri="254ef4c1-7c04-4bd8-aace-2dac36451d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B92E74-0DAA-4211-914A-CE18DD5C2D9B}">
  <ds:schemaRefs>
    <ds:schemaRef ds:uri="1946ab53-a53d-4984-8df3-e4b9666a144b"/>
    <ds:schemaRef ds:uri="254ef4c1-7c04-4bd8-aace-2dac36451d1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767</Words>
  <Application>Microsoft Office PowerPoint</Application>
  <PresentationFormat>Widescreen</PresentationFormat>
  <Paragraphs>199</Paragraphs>
  <Slides>39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Century Gothic</vt:lpstr>
      <vt:lpstr>Wingdings</vt:lpstr>
      <vt:lpstr>WIT</vt:lpstr>
      <vt:lpstr>ORANJE</vt:lpstr>
      <vt:lpstr>BLAUW</vt:lpstr>
      <vt:lpstr>Artificial Intelligence</vt:lpstr>
      <vt:lpstr>Enter: CV Benchmark Competition - Imagenet</vt:lpstr>
      <vt:lpstr>Re-usable Model Body </vt:lpstr>
      <vt:lpstr>Transfer Learning: two modes</vt:lpstr>
      <vt:lpstr>Artificial Intelligence</vt:lpstr>
      <vt:lpstr>Text = Unstructured Data</vt:lpstr>
      <vt:lpstr>Language is (very) complex Example:</vt:lpstr>
      <vt:lpstr>Overview main NLP Tasks</vt:lpstr>
      <vt:lpstr>NLP Toolkits</vt:lpstr>
      <vt:lpstr>NLP Pipeline</vt:lpstr>
      <vt:lpstr>NLP Pipeline</vt:lpstr>
      <vt:lpstr>NLP Pipeline: Tokenize &amp; Vectorize</vt:lpstr>
      <vt:lpstr>Tokenization</vt:lpstr>
      <vt:lpstr>Tokenization</vt:lpstr>
      <vt:lpstr>Possible NLP Pipeline steps</vt:lpstr>
      <vt:lpstr>NLP Preprocessing: Stop Words</vt:lpstr>
      <vt:lpstr>PowerPoint Presentation</vt:lpstr>
      <vt:lpstr>Stemming</vt:lpstr>
      <vt:lpstr>,</vt:lpstr>
      <vt:lpstr>Lemmatization</vt:lpstr>
      <vt:lpstr>General NLP Pipeline</vt:lpstr>
      <vt:lpstr>General NLP Pipeline</vt:lpstr>
      <vt:lpstr>Data Enrichment</vt:lpstr>
      <vt:lpstr>Data Enrichment: PoS tagging</vt:lpstr>
      <vt:lpstr>PoS tagging requires ‘Language Model’</vt:lpstr>
      <vt:lpstr>Dutch PoS model</vt:lpstr>
      <vt:lpstr>Data Enrichment: NER</vt:lpstr>
      <vt:lpstr>NER (Named Entity Recognition)</vt:lpstr>
      <vt:lpstr>NER: Many different Use Cases</vt:lpstr>
      <vt:lpstr>Vectorization</vt:lpstr>
      <vt:lpstr>Bag of Words (‘One’ Hot Encoding) (Context-Independent Word Embedding)</vt:lpstr>
      <vt:lpstr>Problem:  BoW Embedding</vt:lpstr>
      <vt:lpstr>BoW Embedding with modeling</vt:lpstr>
      <vt:lpstr>Solution Pre-trained Dense Word Embedding </vt:lpstr>
      <vt:lpstr>Word2Vec Embeddings</vt:lpstr>
      <vt:lpstr>Putting it all together…</vt:lpstr>
      <vt:lpstr>Problem Word Embeddings</vt:lpstr>
      <vt:lpstr>SOTA (State of the Art - Hugging Face)</vt:lpstr>
      <vt:lpstr>Over to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Stef Van Wolputte</cp:lastModifiedBy>
  <cp:revision>1</cp:revision>
  <cp:lastPrinted>2023-01-03T10:29:33Z</cp:lastPrinted>
  <dcterms:created xsi:type="dcterms:W3CDTF">2022-09-05T06:43:33Z</dcterms:created>
  <dcterms:modified xsi:type="dcterms:W3CDTF">2025-04-15T12:12:26Z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2023-07-26T10:00:37Z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f7b68f83-8ae1-441f-892d-75981bb0c885</vt:lpwstr>
  </property>
  <property fmtid="{D5CDD505-2E9C-101B-9397-08002B2CF9AE}" pid="10" name="MSIP_Label_c337be75-dfbb-4261-9834-ac247c7dde13_ContentBits">
    <vt:lpwstr>0</vt:lpwstr>
  </property>
</Properties>
</file>