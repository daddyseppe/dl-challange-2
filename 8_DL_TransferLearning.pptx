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27"/>
  </p:notesMasterIdLst>
  <p:handoutMasterIdLst>
    <p:handoutMasterId r:id="rId28"/>
  </p:handoutMasterIdLst>
  <p:sldIdLst>
    <p:sldId id="256" r:id="rId7"/>
    <p:sldId id="357" r:id="rId8"/>
    <p:sldId id="358" r:id="rId9"/>
    <p:sldId id="344" r:id="rId10"/>
    <p:sldId id="355" r:id="rId11"/>
    <p:sldId id="354" r:id="rId12"/>
    <p:sldId id="349" r:id="rId13"/>
    <p:sldId id="351" r:id="rId14"/>
    <p:sldId id="359" r:id="rId15"/>
    <p:sldId id="365" r:id="rId16"/>
    <p:sldId id="363" r:id="rId17"/>
    <p:sldId id="364" r:id="rId18"/>
    <p:sldId id="362" r:id="rId19"/>
    <p:sldId id="360" r:id="rId20"/>
    <p:sldId id="361" r:id="rId21"/>
    <p:sldId id="367" r:id="rId22"/>
    <p:sldId id="366" r:id="rId23"/>
    <p:sldId id="368" r:id="rId24"/>
    <p:sldId id="297" r:id="rId25"/>
    <p:sldId id="275" r:id="rId26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6432"/>
    <a:srgbClr val="F2F5F8"/>
    <a:srgbClr val="000000"/>
    <a:srgbClr val="F04619"/>
    <a:srgbClr val="E8EBEE"/>
    <a:srgbClr val="000A1E"/>
    <a:srgbClr val="00283C"/>
    <a:srgbClr val="DEE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 Van Wolputte" userId="53954008-e772-4081-b24d-77d1e8f1f00e" providerId="ADAL" clId="{D80EDC0E-73C7-49A9-BF03-AE4FA7D564BD}"/>
    <pc:docChg chg="custSel modSld">
      <pc:chgData name="Stef Van Wolputte" userId="53954008-e772-4081-b24d-77d1e8f1f00e" providerId="ADAL" clId="{D80EDC0E-73C7-49A9-BF03-AE4FA7D564BD}" dt="2025-04-17T09:37:33.309" v="6" actId="478"/>
      <pc:docMkLst>
        <pc:docMk/>
      </pc:docMkLst>
      <pc:sldChg chg="delSp mod">
        <pc:chgData name="Stef Van Wolputte" userId="53954008-e772-4081-b24d-77d1e8f1f00e" providerId="ADAL" clId="{D80EDC0E-73C7-49A9-BF03-AE4FA7D564BD}" dt="2025-04-15T10:41:19.017" v="2" actId="478"/>
        <pc:sldMkLst>
          <pc:docMk/>
          <pc:sldMk cId="1402989704" sldId="355"/>
        </pc:sldMkLst>
      </pc:sldChg>
      <pc:sldChg chg="delSp mod">
        <pc:chgData name="Stef Van Wolputte" userId="53954008-e772-4081-b24d-77d1e8f1f00e" providerId="ADAL" clId="{D80EDC0E-73C7-49A9-BF03-AE4FA7D564BD}" dt="2025-04-15T10:41:12.069" v="0" actId="478"/>
        <pc:sldMkLst>
          <pc:docMk/>
          <pc:sldMk cId="4187077559" sldId="357"/>
        </pc:sldMkLst>
      </pc:sldChg>
      <pc:sldChg chg="delSp mod">
        <pc:chgData name="Stef Van Wolputte" userId="53954008-e772-4081-b24d-77d1e8f1f00e" providerId="ADAL" clId="{D80EDC0E-73C7-49A9-BF03-AE4FA7D564BD}" dt="2025-04-15T10:41:14.266" v="1" actId="478"/>
        <pc:sldMkLst>
          <pc:docMk/>
          <pc:sldMk cId="2010210726" sldId="358"/>
        </pc:sldMkLst>
      </pc:sldChg>
      <pc:sldChg chg="delSp mod">
        <pc:chgData name="Stef Van Wolputte" userId="53954008-e772-4081-b24d-77d1e8f1f00e" providerId="ADAL" clId="{D80EDC0E-73C7-49A9-BF03-AE4FA7D564BD}" dt="2025-04-15T10:53:49.205" v="5" actId="478"/>
        <pc:sldMkLst>
          <pc:docMk/>
          <pc:sldMk cId="3707120390" sldId="360"/>
        </pc:sldMkLst>
      </pc:sldChg>
      <pc:sldChg chg="delSp mod">
        <pc:chgData name="Stef Van Wolputte" userId="53954008-e772-4081-b24d-77d1e8f1f00e" providerId="ADAL" clId="{D80EDC0E-73C7-49A9-BF03-AE4FA7D564BD}" dt="2025-04-15T10:50:25.848" v="4" actId="478"/>
        <pc:sldMkLst>
          <pc:docMk/>
          <pc:sldMk cId="2292662533" sldId="362"/>
        </pc:sldMkLst>
      </pc:sldChg>
      <pc:sldChg chg="delSp mod">
        <pc:chgData name="Stef Van Wolputte" userId="53954008-e772-4081-b24d-77d1e8f1f00e" providerId="ADAL" clId="{D80EDC0E-73C7-49A9-BF03-AE4FA7D564BD}" dt="2025-04-15T10:50:16.344" v="3" actId="478"/>
        <pc:sldMkLst>
          <pc:docMk/>
          <pc:sldMk cId="2472057008" sldId="363"/>
        </pc:sldMkLst>
      </pc:sldChg>
      <pc:sldChg chg="delSp mod">
        <pc:chgData name="Stef Van Wolputte" userId="53954008-e772-4081-b24d-77d1e8f1f00e" providerId="ADAL" clId="{D80EDC0E-73C7-49A9-BF03-AE4FA7D564BD}" dt="2025-04-17T09:37:33.309" v="6" actId="478"/>
        <pc:sldMkLst>
          <pc:docMk/>
          <pc:sldMk cId="270576367" sldId="367"/>
        </pc:sldMkLst>
        <pc:spChg chg="del">
          <ac:chgData name="Stef Van Wolputte" userId="53954008-e772-4081-b24d-77d1e8f1f00e" providerId="ADAL" clId="{D80EDC0E-73C7-49A9-BF03-AE4FA7D564BD}" dt="2025-04-17T09:37:33.309" v="6" actId="478"/>
          <ac:spMkLst>
            <pc:docMk/>
            <pc:sldMk cId="270576367" sldId="367"/>
            <ac:spMk id="4" creationId="{7971CC21-2D09-853A-EA71-A4C0814626BB}"/>
          </ac:spMkLst>
        </pc:spChg>
      </pc:sldChg>
    </pc:docChg>
  </pc:docChgLst>
  <pc:docChgLst>
    <pc:chgData name="Bram Heyns" userId="7a623cc0-5b6c-43c7-88a0-ff55db19c79e" providerId="ADAL" clId="{F3F38E83-D2F1-4A69-8465-A48FC929686E}"/>
    <pc:docChg chg="undo custSel addSld delSld modSld sldOrd">
      <pc:chgData name="Bram Heyns" userId="7a623cc0-5b6c-43c7-88a0-ff55db19c79e" providerId="ADAL" clId="{F3F38E83-D2F1-4A69-8465-A48FC929686E}" dt="2024-04-11T13:23:14.894" v="1523" actId="1036"/>
      <pc:docMkLst>
        <pc:docMk/>
      </pc:docMkLst>
      <pc:sldChg chg="modSp mod">
        <pc:chgData name="Bram Heyns" userId="7a623cc0-5b6c-43c7-88a0-ff55db19c79e" providerId="ADAL" clId="{F3F38E83-D2F1-4A69-8465-A48FC929686E}" dt="2024-03-23T13:25:52.401" v="14" actId="20577"/>
        <pc:sldMkLst>
          <pc:docMk/>
          <pc:sldMk cId="3616312771" sldId="256"/>
        </pc:sldMkLst>
      </pc:sldChg>
      <pc:sldChg chg="modSp del mod">
        <pc:chgData name="Bram Heyns" userId="7a623cc0-5b6c-43c7-88a0-ff55db19c79e" providerId="ADAL" clId="{F3F38E83-D2F1-4A69-8465-A48FC929686E}" dt="2024-03-23T13:28:23.011" v="47" actId="47"/>
        <pc:sldMkLst>
          <pc:docMk/>
          <pc:sldMk cId="2967960735" sldId="276"/>
        </pc:sldMkLst>
      </pc:sldChg>
      <pc:sldChg chg="del">
        <pc:chgData name="Bram Heyns" userId="7a623cc0-5b6c-43c7-88a0-ff55db19c79e" providerId="ADAL" clId="{F3F38E83-D2F1-4A69-8465-A48FC929686E}" dt="2024-03-23T13:26:26.794" v="36" actId="47"/>
        <pc:sldMkLst>
          <pc:docMk/>
          <pc:sldMk cId="3210474422" sldId="278"/>
        </pc:sldMkLst>
      </pc:sldChg>
      <pc:sldChg chg="add">
        <pc:chgData name="Bram Heyns" userId="7a623cc0-5b6c-43c7-88a0-ff55db19c79e" providerId="ADAL" clId="{F3F38E83-D2F1-4A69-8465-A48FC929686E}" dt="2024-03-27T09:43:19.335" v="776"/>
        <pc:sldMkLst>
          <pc:docMk/>
          <pc:sldMk cId="1305713584" sldId="297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2535898083" sldId="298"/>
        </pc:sldMkLst>
      </pc:sldChg>
      <pc:sldChg chg="del">
        <pc:chgData name="Bram Heyns" userId="7a623cc0-5b6c-43c7-88a0-ff55db19c79e" providerId="ADAL" clId="{F3F38E83-D2F1-4A69-8465-A48FC929686E}" dt="2024-03-23T13:25:57.280" v="16" actId="47"/>
        <pc:sldMkLst>
          <pc:docMk/>
          <pc:sldMk cId="3905224926" sldId="299"/>
        </pc:sldMkLst>
      </pc:sldChg>
      <pc:sldChg chg="del">
        <pc:chgData name="Bram Heyns" userId="7a623cc0-5b6c-43c7-88a0-ff55db19c79e" providerId="ADAL" clId="{F3F38E83-D2F1-4A69-8465-A48FC929686E}" dt="2024-03-23T13:25:56.621" v="15" actId="47"/>
        <pc:sldMkLst>
          <pc:docMk/>
          <pc:sldMk cId="598872473" sldId="300"/>
        </pc:sldMkLst>
      </pc:sldChg>
      <pc:sldChg chg="del">
        <pc:chgData name="Bram Heyns" userId="7a623cc0-5b6c-43c7-88a0-ff55db19c79e" providerId="ADAL" clId="{F3F38E83-D2F1-4A69-8465-A48FC929686E}" dt="2024-03-23T13:25:57.911" v="17" actId="47"/>
        <pc:sldMkLst>
          <pc:docMk/>
          <pc:sldMk cId="3020566849" sldId="325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836928335" sldId="326"/>
        </pc:sldMkLst>
      </pc:sldChg>
      <pc:sldChg chg="del">
        <pc:chgData name="Bram Heyns" userId="7a623cc0-5b6c-43c7-88a0-ff55db19c79e" providerId="ADAL" clId="{F3F38E83-D2F1-4A69-8465-A48FC929686E}" dt="2024-03-23T13:28:23.011" v="47" actId="47"/>
        <pc:sldMkLst>
          <pc:docMk/>
          <pc:sldMk cId="2107275339" sldId="327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2132616460" sldId="328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2349766767" sldId="329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289175944" sldId="330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90372241" sldId="331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4024725787" sldId="332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2660873040" sldId="333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3885272106" sldId="334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687382830" sldId="335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2543209766" sldId="336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1348875364" sldId="337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1241473050" sldId="338"/>
        </pc:sldMkLst>
      </pc:sldChg>
      <pc:sldChg chg="del">
        <pc:chgData name="Bram Heyns" userId="7a623cc0-5b6c-43c7-88a0-ff55db19c79e" providerId="ADAL" clId="{F3F38E83-D2F1-4A69-8465-A48FC929686E}" dt="2024-03-23T13:26:39.671" v="37" actId="47"/>
        <pc:sldMkLst>
          <pc:docMk/>
          <pc:sldMk cId="3940026190" sldId="339"/>
        </pc:sldMkLst>
      </pc:sldChg>
      <pc:sldChg chg="del">
        <pc:chgData name="Bram Heyns" userId="7a623cc0-5b6c-43c7-88a0-ff55db19c79e" providerId="ADAL" clId="{F3F38E83-D2F1-4A69-8465-A48FC929686E}" dt="2024-03-23T13:28:23.011" v="47" actId="47"/>
        <pc:sldMkLst>
          <pc:docMk/>
          <pc:sldMk cId="533404214" sldId="340"/>
        </pc:sldMkLst>
      </pc:sldChg>
      <pc:sldChg chg="del">
        <pc:chgData name="Bram Heyns" userId="7a623cc0-5b6c-43c7-88a0-ff55db19c79e" providerId="ADAL" clId="{F3F38E83-D2F1-4A69-8465-A48FC929686E}" dt="2024-03-23T13:28:23.011" v="47" actId="47"/>
        <pc:sldMkLst>
          <pc:docMk/>
          <pc:sldMk cId="1912127846" sldId="341"/>
        </pc:sldMkLst>
      </pc:sldChg>
      <pc:sldChg chg="del">
        <pc:chgData name="Bram Heyns" userId="7a623cc0-5b6c-43c7-88a0-ff55db19c79e" providerId="ADAL" clId="{F3F38E83-D2F1-4A69-8465-A48FC929686E}" dt="2024-03-23T13:28:23.011" v="47" actId="47"/>
        <pc:sldMkLst>
          <pc:docMk/>
          <pc:sldMk cId="3051477127" sldId="342"/>
        </pc:sldMkLst>
      </pc:sldChg>
      <pc:sldChg chg="del">
        <pc:chgData name="Bram Heyns" userId="7a623cc0-5b6c-43c7-88a0-ff55db19c79e" providerId="ADAL" clId="{F3F38E83-D2F1-4A69-8465-A48FC929686E}" dt="2024-03-23T13:28:23.011" v="47" actId="47"/>
        <pc:sldMkLst>
          <pc:docMk/>
          <pc:sldMk cId="1681361722" sldId="343"/>
        </pc:sldMkLst>
      </pc:sldChg>
      <pc:sldChg chg="addSp delSp modSp mod">
        <pc:chgData name="Bram Heyns" userId="7a623cc0-5b6c-43c7-88a0-ff55db19c79e" providerId="ADAL" clId="{F3F38E83-D2F1-4A69-8465-A48FC929686E}" dt="2024-03-23T13:28:50.353" v="52" actId="1076"/>
        <pc:sldMkLst>
          <pc:docMk/>
          <pc:sldMk cId="361776133" sldId="344"/>
        </pc:sldMkLst>
      </pc:sldChg>
      <pc:sldChg chg="del">
        <pc:chgData name="Bram Heyns" userId="7a623cc0-5b6c-43c7-88a0-ff55db19c79e" providerId="ADAL" clId="{F3F38E83-D2F1-4A69-8465-A48FC929686E}" dt="2024-03-23T13:28:55.166" v="54" actId="47"/>
        <pc:sldMkLst>
          <pc:docMk/>
          <pc:sldMk cId="3108591951" sldId="345"/>
        </pc:sldMkLst>
      </pc:sldChg>
      <pc:sldChg chg="del">
        <pc:chgData name="Bram Heyns" userId="7a623cc0-5b6c-43c7-88a0-ff55db19c79e" providerId="ADAL" clId="{F3F38E83-D2F1-4A69-8465-A48FC929686E}" dt="2024-03-23T13:29:23.579" v="71" actId="47"/>
        <pc:sldMkLst>
          <pc:docMk/>
          <pc:sldMk cId="913900522" sldId="346"/>
        </pc:sldMkLst>
      </pc:sldChg>
      <pc:sldChg chg="del">
        <pc:chgData name="Bram Heyns" userId="7a623cc0-5b6c-43c7-88a0-ff55db19c79e" providerId="ADAL" clId="{F3F38E83-D2F1-4A69-8465-A48FC929686E}" dt="2024-03-23T13:29:06.979" v="55" actId="47"/>
        <pc:sldMkLst>
          <pc:docMk/>
          <pc:sldMk cId="1378221559" sldId="347"/>
        </pc:sldMkLst>
      </pc:sldChg>
      <pc:sldChg chg="del">
        <pc:chgData name="Bram Heyns" userId="7a623cc0-5b6c-43c7-88a0-ff55db19c79e" providerId="ADAL" clId="{F3F38E83-D2F1-4A69-8465-A48FC929686E}" dt="2024-03-23T13:29:26.207" v="72" actId="47"/>
        <pc:sldMkLst>
          <pc:docMk/>
          <pc:sldMk cId="3929160776" sldId="348"/>
        </pc:sldMkLst>
      </pc:sldChg>
      <pc:sldChg chg="del">
        <pc:chgData name="Bram Heyns" userId="7a623cc0-5b6c-43c7-88a0-ff55db19c79e" providerId="ADAL" clId="{F3F38E83-D2F1-4A69-8465-A48FC929686E}" dt="2024-03-23T13:29:39.058" v="73" actId="47"/>
        <pc:sldMkLst>
          <pc:docMk/>
          <pc:sldMk cId="713956221" sldId="350"/>
        </pc:sldMkLst>
      </pc:sldChg>
      <pc:sldChg chg="del">
        <pc:chgData name="Bram Heyns" userId="7a623cc0-5b6c-43c7-88a0-ff55db19c79e" providerId="ADAL" clId="{F3F38E83-D2F1-4A69-8465-A48FC929686E}" dt="2024-03-23T13:29:49.499" v="75" actId="47"/>
        <pc:sldMkLst>
          <pc:docMk/>
          <pc:sldMk cId="1794700837" sldId="352"/>
        </pc:sldMkLst>
      </pc:sldChg>
      <pc:sldChg chg="del">
        <pc:chgData name="Bram Heyns" userId="7a623cc0-5b6c-43c7-88a0-ff55db19c79e" providerId="ADAL" clId="{F3F38E83-D2F1-4A69-8465-A48FC929686E}" dt="2024-03-23T13:28:52.926" v="53" actId="47"/>
        <pc:sldMkLst>
          <pc:docMk/>
          <pc:sldMk cId="2925158581" sldId="353"/>
        </pc:sldMkLst>
      </pc:sldChg>
      <pc:sldChg chg="modSp mod">
        <pc:chgData name="Bram Heyns" userId="7a623cc0-5b6c-43c7-88a0-ff55db19c79e" providerId="ADAL" clId="{F3F38E83-D2F1-4A69-8465-A48FC929686E}" dt="2024-03-23T13:29:18.626" v="70" actId="20577"/>
        <pc:sldMkLst>
          <pc:docMk/>
          <pc:sldMk cId="1402989704" sldId="355"/>
        </pc:sldMkLst>
      </pc:sldChg>
      <pc:sldChg chg="del">
        <pc:chgData name="Bram Heyns" userId="7a623cc0-5b6c-43c7-88a0-ff55db19c79e" providerId="ADAL" clId="{F3F38E83-D2F1-4A69-8465-A48FC929686E}" dt="2024-03-23T13:29:40.113" v="74" actId="47"/>
        <pc:sldMkLst>
          <pc:docMk/>
          <pc:sldMk cId="1703768777" sldId="356"/>
        </pc:sldMkLst>
      </pc:sldChg>
      <pc:sldChg chg="modSp add mod">
        <pc:chgData name="Bram Heyns" userId="7a623cc0-5b6c-43c7-88a0-ff55db19c79e" providerId="ADAL" clId="{F3F38E83-D2F1-4A69-8465-A48FC929686E}" dt="2024-04-11T13:20:03.292" v="1514" actId="1035"/>
        <pc:sldMkLst>
          <pc:docMk/>
          <pc:sldMk cId="4187077559" sldId="357"/>
        </pc:sldMkLst>
      </pc:sldChg>
      <pc:sldChg chg="addSp modSp add mod">
        <pc:chgData name="Bram Heyns" userId="7a623cc0-5b6c-43c7-88a0-ff55db19c79e" providerId="ADAL" clId="{F3F38E83-D2F1-4A69-8465-A48FC929686E}" dt="2024-03-23T13:28:05.833" v="46" actId="14100"/>
        <pc:sldMkLst>
          <pc:docMk/>
          <pc:sldMk cId="2010210726" sldId="358"/>
        </pc:sldMkLst>
      </pc:sldChg>
      <pc:sldChg chg="modSp add mod">
        <pc:chgData name="Bram Heyns" userId="7a623cc0-5b6c-43c7-88a0-ff55db19c79e" providerId="ADAL" clId="{F3F38E83-D2F1-4A69-8465-A48FC929686E}" dt="2024-03-23T13:30:36.871" v="93" actId="20577"/>
        <pc:sldMkLst>
          <pc:docMk/>
          <pc:sldMk cId="320494530" sldId="359"/>
        </pc:sldMkLst>
      </pc:sldChg>
      <pc:sldChg chg="addSp delSp modSp new mod">
        <pc:chgData name="Bram Heyns" userId="7a623cc0-5b6c-43c7-88a0-ff55db19c79e" providerId="ADAL" clId="{F3F38E83-D2F1-4A69-8465-A48FC929686E}" dt="2024-03-27T09:30:42.295" v="720" actId="20577"/>
        <pc:sldMkLst>
          <pc:docMk/>
          <pc:sldMk cId="3707120390" sldId="360"/>
        </pc:sldMkLst>
      </pc:sldChg>
      <pc:sldChg chg="addSp delSp modSp new mod">
        <pc:chgData name="Bram Heyns" userId="7a623cc0-5b6c-43c7-88a0-ff55db19c79e" providerId="ADAL" clId="{F3F38E83-D2F1-4A69-8465-A48FC929686E}" dt="2024-03-27T20:22:34.807" v="1490" actId="478"/>
        <pc:sldMkLst>
          <pc:docMk/>
          <pc:sldMk cId="754016630" sldId="361"/>
        </pc:sldMkLst>
      </pc:sldChg>
      <pc:sldChg chg="addSp modSp new mod ord">
        <pc:chgData name="Bram Heyns" userId="7a623cc0-5b6c-43c7-88a0-ff55db19c79e" providerId="ADAL" clId="{F3F38E83-D2F1-4A69-8465-A48FC929686E}" dt="2024-03-27T09:30:21.526" v="690" actId="20577"/>
        <pc:sldMkLst>
          <pc:docMk/>
          <pc:sldMk cId="2292662533" sldId="362"/>
        </pc:sldMkLst>
      </pc:sldChg>
      <pc:sldChg chg="addSp modSp new mod ord">
        <pc:chgData name="Bram Heyns" userId="7a623cc0-5b6c-43c7-88a0-ff55db19c79e" providerId="ADAL" clId="{F3F38E83-D2F1-4A69-8465-A48FC929686E}" dt="2024-03-27T20:21:09.644" v="1469" actId="20577"/>
        <pc:sldMkLst>
          <pc:docMk/>
          <pc:sldMk cId="2472057008" sldId="363"/>
        </pc:sldMkLst>
      </pc:sldChg>
      <pc:sldChg chg="addSp delSp modSp new mod">
        <pc:chgData name="Bram Heyns" userId="7a623cc0-5b6c-43c7-88a0-ff55db19c79e" providerId="ADAL" clId="{F3F38E83-D2F1-4A69-8465-A48FC929686E}" dt="2024-03-27T20:21:49.864" v="1489" actId="20577"/>
        <pc:sldMkLst>
          <pc:docMk/>
          <pc:sldMk cId="3261204590" sldId="364"/>
        </pc:sldMkLst>
      </pc:sldChg>
      <pc:sldChg chg="new del">
        <pc:chgData name="Bram Heyns" userId="7a623cc0-5b6c-43c7-88a0-ff55db19c79e" providerId="ADAL" clId="{F3F38E83-D2F1-4A69-8465-A48FC929686E}" dt="2024-03-27T09:22:33.078" v="335" actId="680"/>
        <pc:sldMkLst>
          <pc:docMk/>
          <pc:sldMk cId="889757928" sldId="365"/>
        </pc:sldMkLst>
      </pc:sldChg>
      <pc:sldChg chg="addSp delSp modSp new mod ord">
        <pc:chgData name="Bram Heyns" userId="7a623cc0-5b6c-43c7-88a0-ff55db19c79e" providerId="ADAL" clId="{F3F38E83-D2F1-4A69-8465-A48FC929686E}" dt="2024-03-27T09:27:59.018" v="566" actId="1076"/>
        <pc:sldMkLst>
          <pc:docMk/>
          <pc:sldMk cId="3492292058" sldId="365"/>
        </pc:sldMkLst>
      </pc:sldChg>
      <pc:sldChg chg="addSp modSp new mod">
        <pc:chgData name="Bram Heyns" userId="7a623cc0-5b6c-43c7-88a0-ff55db19c79e" providerId="ADAL" clId="{F3F38E83-D2F1-4A69-8465-A48FC929686E}" dt="2024-04-11T13:22:56.383" v="1520" actId="20577"/>
        <pc:sldMkLst>
          <pc:docMk/>
          <pc:sldMk cId="1400258766" sldId="366"/>
        </pc:sldMkLst>
      </pc:sldChg>
      <pc:sldChg chg="addSp delSp modSp new mod ord">
        <pc:chgData name="Bram Heyns" userId="7a623cc0-5b6c-43c7-88a0-ff55db19c79e" providerId="ADAL" clId="{F3F38E83-D2F1-4A69-8465-A48FC929686E}" dt="2024-04-11T13:22:02.703" v="1518" actId="20577"/>
        <pc:sldMkLst>
          <pc:docMk/>
          <pc:sldMk cId="270576367" sldId="367"/>
        </pc:sldMkLst>
      </pc:sldChg>
      <pc:sldChg chg="addSp modSp new mod">
        <pc:chgData name="Bram Heyns" userId="7a623cc0-5b6c-43c7-88a0-ff55db19c79e" providerId="ADAL" clId="{F3F38E83-D2F1-4A69-8465-A48FC929686E}" dt="2024-04-11T13:23:14.894" v="1523" actId="1036"/>
        <pc:sldMkLst>
          <pc:docMk/>
          <pc:sldMk cId="1148172492" sldId="368"/>
        </pc:sldMkLst>
      </pc:sldChg>
    </pc:docChg>
  </pc:docChgLst>
  <pc:docChgLst>
    <pc:chgData name="Bram Heyns" userId="7a623cc0-5b6c-43c7-88a0-ff55db19c79e" providerId="ADAL" clId="{644F06E0-9629-4930-B25A-182A5094F172}"/>
    <pc:docChg chg="undo custSel addSld delSld modSld">
      <pc:chgData name="Bram Heyns" userId="7a623cc0-5b6c-43c7-88a0-ff55db19c79e" providerId="ADAL" clId="{644F06E0-9629-4930-B25A-182A5094F172}" dt="2024-01-09T09:31:37.774" v="1939" actId="1038"/>
      <pc:docMkLst>
        <pc:docMk/>
      </pc:docMkLst>
      <pc:sldChg chg="modSp new mod">
        <pc:chgData name="Bram Heyns" userId="7a623cc0-5b6c-43c7-88a0-ff55db19c79e" providerId="ADAL" clId="{644F06E0-9629-4930-B25A-182A5094F172}" dt="2023-11-29T10:16:00.119" v="382" actId="20577"/>
        <pc:sldMkLst>
          <pc:docMk/>
          <pc:sldMk cId="3616312771" sldId="256"/>
        </pc:sldMkLst>
      </pc:sldChg>
      <pc:sldChg chg="addSp modSp new mod">
        <pc:chgData name="Bram Heyns" userId="7a623cc0-5b6c-43c7-88a0-ff55db19c79e" providerId="ADAL" clId="{644F06E0-9629-4930-B25A-182A5094F172}" dt="2023-11-29T10:03:43.897" v="224"/>
        <pc:sldMkLst>
          <pc:docMk/>
          <pc:sldMk cId="276004885" sldId="257"/>
        </pc:sldMkLst>
      </pc:sldChg>
      <pc:sldChg chg="addSp modSp new mod">
        <pc:chgData name="Bram Heyns" userId="7a623cc0-5b6c-43c7-88a0-ff55db19c79e" providerId="ADAL" clId="{644F06E0-9629-4930-B25A-182A5094F172}" dt="2023-11-29T10:06:07.901" v="247" actId="732"/>
        <pc:sldMkLst>
          <pc:docMk/>
          <pc:sldMk cId="1689163299" sldId="258"/>
        </pc:sldMkLst>
      </pc:sldChg>
      <pc:sldChg chg="addSp modSp new mod">
        <pc:chgData name="Bram Heyns" userId="7a623cc0-5b6c-43c7-88a0-ff55db19c79e" providerId="ADAL" clId="{644F06E0-9629-4930-B25A-182A5094F172}" dt="2023-11-29T10:07:04.854" v="264"/>
        <pc:sldMkLst>
          <pc:docMk/>
          <pc:sldMk cId="3317776675" sldId="259"/>
        </pc:sldMkLst>
      </pc:sldChg>
      <pc:sldChg chg="addSp modSp new mod">
        <pc:chgData name="Bram Heyns" userId="7a623cc0-5b6c-43c7-88a0-ff55db19c79e" providerId="ADAL" clId="{644F06E0-9629-4930-B25A-182A5094F172}" dt="2023-11-29T10:07:46.434" v="287"/>
        <pc:sldMkLst>
          <pc:docMk/>
          <pc:sldMk cId="3787647688" sldId="260"/>
        </pc:sldMkLst>
      </pc:sldChg>
      <pc:sldChg chg="addSp modSp new mod">
        <pc:chgData name="Bram Heyns" userId="7a623cc0-5b6c-43c7-88a0-ff55db19c79e" providerId="ADAL" clId="{644F06E0-9629-4930-B25A-182A5094F172}" dt="2023-11-29T10:12:10.299" v="340" actId="1076"/>
        <pc:sldMkLst>
          <pc:docMk/>
          <pc:sldMk cId="1307829333" sldId="261"/>
        </pc:sldMkLst>
      </pc:sldChg>
      <pc:sldChg chg="addSp delSp modSp new mod">
        <pc:chgData name="Bram Heyns" userId="7a623cc0-5b6c-43c7-88a0-ff55db19c79e" providerId="ADAL" clId="{644F06E0-9629-4930-B25A-182A5094F172}" dt="2024-01-09T09:31:37.774" v="1939" actId="1038"/>
        <pc:sldMkLst>
          <pc:docMk/>
          <pc:sldMk cId="3867388527" sldId="262"/>
        </pc:sldMkLst>
      </pc:sldChg>
      <pc:sldChg chg="modSp add mod">
        <pc:chgData name="Bram Heyns" userId="7a623cc0-5b6c-43c7-88a0-ff55db19c79e" providerId="ADAL" clId="{644F06E0-9629-4930-B25A-182A5094F172}" dt="2023-11-29T10:16:11.692" v="400" actId="20577"/>
        <pc:sldMkLst>
          <pc:docMk/>
          <pc:sldMk cId="1388701437" sldId="263"/>
        </pc:sldMkLst>
      </pc:sldChg>
      <pc:sldChg chg="new del">
        <pc:chgData name="Bram Heyns" userId="7a623cc0-5b6c-43c7-88a0-ff55db19c79e" providerId="ADAL" clId="{644F06E0-9629-4930-B25A-182A5094F172}" dt="2023-11-29T10:18:33.857" v="402" actId="680"/>
        <pc:sldMkLst>
          <pc:docMk/>
          <pc:sldMk cId="117293802" sldId="264"/>
        </pc:sldMkLst>
      </pc:sldChg>
      <pc:sldChg chg="addSp modSp new mod">
        <pc:chgData name="Bram Heyns" userId="7a623cc0-5b6c-43c7-88a0-ff55db19c79e" providerId="ADAL" clId="{644F06E0-9629-4930-B25A-182A5094F172}" dt="2023-11-29T10:26:20.347" v="877" actId="20577"/>
        <pc:sldMkLst>
          <pc:docMk/>
          <pc:sldMk cId="4284284052" sldId="264"/>
        </pc:sldMkLst>
      </pc:sldChg>
      <pc:sldChg chg="addSp modSp new mod">
        <pc:chgData name="Bram Heyns" userId="7a623cc0-5b6c-43c7-88a0-ff55db19c79e" providerId="ADAL" clId="{644F06E0-9629-4930-B25A-182A5094F172}" dt="2023-11-29T11:38:36.086" v="1477" actId="13926"/>
        <pc:sldMkLst>
          <pc:docMk/>
          <pc:sldMk cId="1781978728" sldId="265"/>
        </pc:sldMkLst>
      </pc:sldChg>
      <pc:sldChg chg="addSp modSp new mod">
        <pc:chgData name="Bram Heyns" userId="7a623cc0-5b6c-43c7-88a0-ff55db19c79e" providerId="ADAL" clId="{644F06E0-9629-4930-B25A-182A5094F172}" dt="2023-11-29T11:39:30.187" v="1512" actId="1076"/>
        <pc:sldMkLst>
          <pc:docMk/>
          <pc:sldMk cId="1444846290" sldId="266"/>
        </pc:sldMkLst>
      </pc:sldChg>
      <pc:sldChg chg="addSp modSp new mod">
        <pc:chgData name="Bram Heyns" userId="7a623cc0-5b6c-43c7-88a0-ff55db19c79e" providerId="ADAL" clId="{644F06E0-9629-4930-B25A-182A5094F172}" dt="2023-11-29T11:41:41.648" v="1629" actId="1076"/>
        <pc:sldMkLst>
          <pc:docMk/>
          <pc:sldMk cId="2476255192" sldId="267"/>
        </pc:sldMkLst>
      </pc:sldChg>
      <pc:sldChg chg="addSp modSp new mod">
        <pc:chgData name="Bram Heyns" userId="7a623cc0-5b6c-43c7-88a0-ff55db19c79e" providerId="ADAL" clId="{644F06E0-9629-4930-B25A-182A5094F172}" dt="2023-11-29T11:42:33.157" v="1660" actId="1076"/>
        <pc:sldMkLst>
          <pc:docMk/>
          <pc:sldMk cId="1418017200" sldId="268"/>
        </pc:sldMkLst>
      </pc:sldChg>
      <pc:sldChg chg="addSp modSp new mod">
        <pc:chgData name="Bram Heyns" userId="7a623cc0-5b6c-43c7-88a0-ff55db19c79e" providerId="ADAL" clId="{644F06E0-9629-4930-B25A-182A5094F172}" dt="2023-11-29T11:44:04.528" v="1701" actId="1076"/>
        <pc:sldMkLst>
          <pc:docMk/>
          <pc:sldMk cId="2140030491" sldId="269"/>
        </pc:sldMkLst>
      </pc:sldChg>
      <pc:sldChg chg="addSp delSp modSp new mod">
        <pc:chgData name="Bram Heyns" userId="7a623cc0-5b6c-43c7-88a0-ff55db19c79e" providerId="ADAL" clId="{644F06E0-9629-4930-B25A-182A5094F172}" dt="2023-11-29T11:46:23.055" v="1740" actId="1038"/>
        <pc:sldMkLst>
          <pc:docMk/>
          <pc:sldMk cId="4175805643" sldId="270"/>
        </pc:sldMkLst>
      </pc:sldChg>
      <pc:sldChg chg="addSp modSp new mod">
        <pc:chgData name="Bram Heyns" userId="7a623cc0-5b6c-43c7-88a0-ff55db19c79e" providerId="ADAL" clId="{644F06E0-9629-4930-B25A-182A5094F172}" dt="2023-11-29T11:51:55.322" v="1778" actId="14100"/>
        <pc:sldMkLst>
          <pc:docMk/>
          <pc:sldMk cId="2258085311" sldId="271"/>
        </pc:sldMkLst>
      </pc:sldChg>
      <pc:sldChg chg="addSp modSp new mod">
        <pc:chgData name="Bram Heyns" userId="7a623cc0-5b6c-43c7-88a0-ff55db19c79e" providerId="ADAL" clId="{644F06E0-9629-4930-B25A-182A5094F172}" dt="2023-11-29T11:52:48.518" v="1800" actId="1076"/>
        <pc:sldMkLst>
          <pc:docMk/>
          <pc:sldMk cId="3543404890" sldId="272"/>
        </pc:sldMkLst>
      </pc:sldChg>
      <pc:sldChg chg="addSp modSp new mod">
        <pc:chgData name="Bram Heyns" userId="7a623cc0-5b6c-43c7-88a0-ff55db19c79e" providerId="ADAL" clId="{644F06E0-9629-4930-B25A-182A5094F172}" dt="2023-11-29T11:53:41.888" v="1826" actId="1076"/>
        <pc:sldMkLst>
          <pc:docMk/>
          <pc:sldMk cId="1740921288" sldId="273"/>
        </pc:sldMkLst>
      </pc:sldChg>
      <pc:sldChg chg="addSp modSp new mod modAnim">
        <pc:chgData name="Bram Heyns" userId="7a623cc0-5b6c-43c7-88a0-ff55db19c79e" providerId="ADAL" clId="{644F06E0-9629-4930-B25A-182A5094F172}" dt="2023-11-29T11:54:48.373" v="1899" actId="20577"/>
        <pc:sldMkLst>
          <pc:docMk/>
          <pc:sldMk cId="3357417941" sldId="274"/>
        </pc:sldMkLst>
      </pc:sldChg>
      <pc:sldChg chg="addSp delSp modSp new mod">
        <pc:chgData name="Bram Heyns" userId="7a623cc0-5b6c-43c7-88a0-ff55db19c79e" providerId="ADAL" clId="{644F06E0-9629-4930-B25A-182A5094F172}" dt="2023-11-29T11:57:08.996" v="1928" actId="478"/>
        <pc:sldMkLst>
          <pc:docMk/>
          <pc:sldMk cId="2748511644" sldId="27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755949148" sldId="32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858934973" sldId="38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615268733" sldId="43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901466379" sldId="43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271291033" sldId="43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45617810" sldId="43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413929689" sldId="44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10532554" sldId="44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441979605" sldId="44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450386105" sldId="44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143013147" sldId="44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884800617" sldId="44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611324252" sldId="451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384920162" sldId="45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073820199" sldId="45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54438498" sldId="45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610760118" sldId="45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210325520" sldId="45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748646803" sldId="45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906498232" sldId="45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271253007" sldId="45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494807727" sldId="46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895881515" sldId="461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156852169" sldId="46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830544372" sldId="46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555266300" sldId="46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066114407" sldId="46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426111265" sldId="46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689744567" sldId="46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061718130" sldId="46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453929823" sldId="46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988884396" sldId="47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543576137" sldId="471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942596879" sldId="47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179432519" sldId="47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326110373" sldId="47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507163013" sldId="47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398417839" sldId="47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81259855" sldId="47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155783178" sldId="48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515618471" sldId="481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504710219" sldId="48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618915208" sldId="48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407388823" sldId="48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229498824" sldId="48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90278271" sldId="49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606111364" sldId="51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436777152" sldId="51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790378934" sldId="52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723307846" sldId="522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295532597" sldId="52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592704926" sldId="52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0836690" sldId="52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738109107" sldId="52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366989497" sldId="52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172792092" sldId="53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015005592" sldId="534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761069141" sldId="53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179475964" sldId="53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225722641" sldId="53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750431584" sldId="53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162567180" sldId="53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28876086" sldId="543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228122828" sldId="545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964678440" sldId="54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702954989" sldId="54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433068465" sldId="549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2181742745" sldId="550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470736158" sldId="556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1346638086" sldId="557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532941666" sldId="558"/>
        </pc:sldMkLst>
      </pc:sldChg>
      <pc:sldChg chg="del">
        <pc:chgData name="Bram Heyns" userId="7a623cc0-5b6c-43c7-88a0-ff55db19c79e" providerId="ADAL" clId="{644F06E0-9629-4930-B25A-182A5094F172}" dt="2023-07-26T10:00:37.365" v="0" actId="47"/>
        <pc:sldMkLst>
          <pc:docMk/>
          <pc:sldMk cId="3410533664" sldId="559"/>
        </pc:sldMkLst>
      </pc:sldChg>
    </pc:docChg>
  </pc:docChgLst>
  <pc:docChgLst>
    <pc:chgData name="Bram Heyns" userId="7a623cc0-5b6c-43c7-88a0-ff55db19c79e" providerId="ADAL" clId="{599C9E88-5DE8-4973-9EEA-433A2C7118BD}"/>
    <pc:docChg chg="custSel addSld delSld modSld">
      <pc:chgData name="Bram Heyns" userId="7a623cc0-5b6c-43c7-88a0-ff55db19c79e" providerId="ADAL" clId="{599C9E88-5DE8-4973-9EEA-433A2C7118BD}" dt="2024-01-15T11:23:06.582" v="1400" actId="20577"/>
      <pc:docMkLst>
        <pc:docMk/>
      </pc:docMkLst>
      <pc:sldChg chg="modSp mod">
        <pc:chgData name="Bram Heyns" userId="7a623cc0-5b6c-43c7-88a0-ff55db19c79e" providerId="ADAL" clId="{599C9E88-5DE8-4973-9EEA-433A2C7118BD}" dt="2024-01-15T09:48:42.104" v="68" actId="20577"/>
        <pc:sldMkLst>
          <pc:docMk/>
          <pc:sldMk cId="3616312771" sldId="256"/>
        </pc:sldMkLst>
      </pc:sldChg>
      <pc:sldChg chg="modSp mod">
        <pc:chgData name="Bram Heyns" userId="7a623cc0-5b6c-43c7-88a0-ff55db19c79e" providerId="ADAL" clId="{599C9E88-5DE8-4973-9EEA-433A2C7118BD}" dt="2024-01-15T09:48:51.405" v="85" actId="20577"/>
        <pc:sldMkLst>
          <pc:docMk/>
          <pc:sldMk cId="2967960735" sldId="276"/>
        </pc:sldMkLst>
      </pc:sldChg>
      <pc:sldChg chg="del">
        <pc:chgData name="Bram Heyns" userId="7a623cc0-5b6c-43c7-88a0-ff55db19c79e" providerId="ADAL" clId="{599C9E88-5DE8-4973-9EEA-433A2C7118BD}" dt="2024-01-15T09:49:15.915" v="87" actId="47"/>
        <pc:sldMkLst>
          <pc:docMk/>
          <pc:sldMk cId="2081295671" sldId="277"/>
        </pc:sldMkLst>
      </pc:sldChg>
      <pc:sldChg chg="addSp delSp modSp mod">
        <pc:chgData name="Bram Heyns" userId="7a623cc0-5b6c-43c7-88a0-ff55db19c79e" providerId="ADAL" clId="{599C9E88-5DE8-4973-9EEA-433A2C7118BD}" dt="2024-01-15T09:50:46.273" v="123" actId="1076"/>
        <pc:sldMkLst>
          <pc:docMk/>
          <pc:sldMk cId="3210474422" sldId="278"/>
        </pc:sldMkLst>
      </pc:sldChg>
      <pc:sldChg chg="addSp modSp add mod">
        <pc:chgData name="Bram Heyns" userId="7a623cc0-5b6c-43c7-88a0-ff55db19c79e" providerId="ADAL" clId="{599C9E88-5DE8-4973-9EEA-433A2C7118BD}" dt="2024-01-15T10:16:45.695" v="625" actId="20577"/>
        <pc:sldMkLst>
          <pc:docMk/>
          <pc:sldMk cId="2465931479" sldId="279"/>
        </pc:sldMkLst>
      </pc:sldChg>
      <pc:sldChg chg="del">
        <pc:chgData name="Bram Heyns" userId="7a623cc0-5b6c-43c7-88a0-ff55db19c79e" providerId="ADAL" clId="{599C9E88-5DE8-4973-9EEA-433A2C7118BD}" dt="2024-01-15T09:49:17.018" v="88" actId="47"/>
        <pc:sldMkLst>
          <pc:docMk/>
          <pc:sldMk cId="3587760759" sldId="279"/>
        </pc:sldMkLst>
      </pc:sldChg>
      <pc:sldChg chg="addSp delSp modSp new mod">
        <pc:chgData name="Bram Heyns" userId="7a623cc0-5b6c-43c7-88a0-ff55db19c79e" providerId="ADAL" clId="{599C9E88-5DE8-4973-9EEA-433A2C7118BD}" dt="2024-01-15T09:52:29.178" v="172" actId="1076"/>
        <pc:sldMkLst>
          <pc:docMk/>
          <pc:sldMk cId="1993953639" sldId="280"/>
        </pc:sldMkLst>
      </pc:sldChg>
      <pc:sldChg chg="del">
        <pc:chgData name="Bram Heyns" userId="7a623cc0-5b6c-43c7-88a0-ff55db19c79e" providerId="ADAL" clId="{599C9E88-5DE8-4973-9EEA-433A2C7118BD}" dt="2024-01-15T09:49:18.385" v="89" actId="47"/>
        <pc:sldMkLst>
          <pc:docMk/>
          <pc:sldMk cId="2023957802" sldId="280"/>
        </pc:sldMkLst>
      </pc:sldChg>
      <pc:sldChg chg="addSp modSp new mod">
        <pc:chgData name="Bram Heyns" userId="7a623cc0-5b6c-43c7-88a0-ff55db19c79e" providerId="ADAL" clId="{599C9E88-5DE8-4973-9EEA-433A2C7118BD}" dt="2024-01-15T09:55:10.686" v="238" actId="1076"/>
        <pc:sldMkLst>
          <pc:docMk/>
          <pc:sldMk cId="1421185277" sldId="28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757175392" sldId="28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438338052" sldId="282"/>
        </pc:sldMkLst>
      </pc:sldChg>
      <pc:sldChg chg="addSp modSp new mod">
        <pc:chgData name="Bram Heyns" userId="7a623cc0-5b6c-43c7-88a0-ff55db19c79e" providerId="ADAL" clId="{599C9E88-5DE8-4973-9EEA-433A2C7118BD}" dt="2024-01-15T09:57:10.695" v="267" actId="1076"/>
        <pc:sldMkLst>
          <pc:docMk/>
          <pc:sldMk cId="2714648332" sldId="282"/>
        </pc:sldMkLst>
      </pc:sldChg>
      <pc:sldChg chg="addSp delSp modSp new mod">
        <pc:chgData name="Bram Heyns" userId="7a623cc0-5b6c-43c7-88a0-ff55db19c79e" providerId="ADAL" clId="{599C9E88-5DE8-4973-9EEA-433A2C7118BD}" dt="2024-01-15T11:22:54.484" v="1383"/>
        <pc:sldMkLst>
          <pc:docMk/>
          <pc:sldMk cId="839736251" sldId="283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338526081" sldId="283"/>
        </pc:sldMkLst>
      </pc:sldChg>
      <pc:sldChg chg="addSp modSp new mod">
        <pc:chgData name="Bram Heyns" userId="7a623cc0-5b6c-43c7-88a0-ff55db19c79e" providerId="ADAL" clId="{599C9E88-5DE8-4973-9EEA-433A2C7118BD}" dt="2024-01-15T09:59:41.779" v="362" actId="1076"/>
        <pc:sldMkLst>
          <pc:docMk/>
          <pc:sldMk cId="11579472" sldId="284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092321943" sldId="284"/>
        </pc:sldMkLst>
      </pc:sldChg>
      <pc:sldChg chg="addSp modSp new mod">
        <pc:chgData name="Bram Heyns" userId="7a623cc0-5b6c-43c7-88a0-ff55db19c79e" providerId="ADAL" clId="{599C9E88-5DE8-4973-9EEA-433A2C7118BD}" dt="2024-01-15T10:00:26.999" v="394" actId="20577"/>
        <pc:sldMkLst>
          <pc:docMk/>
          <pc:sldMk cId="755707336" sldId="28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974154351" sldId="28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219914966" sldId="286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874430358" sldId="287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049261955" sldId="288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932052699" sldId="28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659521274" sldId="290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776585867" sldId="29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297883879" sldId="292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4228819793" sldId="293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840560955" sldId="296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827468612" sldId="297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535898083" sldId="298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990673949" sldId="29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888478275" sldId="300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467197886" sldId="30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302891467" sldId="302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308309365" sldId="303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800705516" sldId="304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612434242" sldId="30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461052094" sldId="306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043890503" sldId="307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493160093" sldId="308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228102229" sldId="30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387683895" sldId="310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611358941" sldId="31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70942096" sldId="312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288066975" sldId="313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635299756" sldId="314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828093412" sldId="31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729543206" sldId="316"/>
        </pc:sldMkLst>
      </pc:sldChg>
      <pc:sldChg chg="modSp add del mod">
        <pc:chgData name="Bram Heyns" userId="7a623cc0-5b6c-43c7-88a0-ff55db19c79e" providerId="ADAL" clId="{599C9E88-5DE8-4973-9EEA-433A2C7118BD}" dt="2024-01-15T10:02:07.581" v="456" actId="313"/>
        <pc:sldMkLst>
          <pc:docMk/>
          <pc:sldMk cId="3482395737" sldId="317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885104249" sldId="318"/>
        </pc:sldMkLst>
      </pc:sldChg>
      <pc:sldChg chg="addSp modSp new mod">
        <pc:chgData name="Bram Heyns" userId="7a623cc0-5b6c-43c7-88a0-ff55db19c79e" providerId="ADAL" clId="{599C9E88-5DE8-4973-9EEA-433A2C7118BD}" dt="2024-01-15T10:02:43.875" v="492"/>
        <pc:sldMkLst>
          <pc:docMk/>
          <pc:sldMk cId="3442410483" sldId="318"/>
        </pc:sldMkLst>
      </pc:sldChg>
      <pc:sldChg chg="addSp modSp new mod">
        <pc:chgData name="Bram Heyns" userId="7a623cc0-5b6c-43c7-88a0-ff55db19c79e" providerId="ADAL" clId="{599C9E88-5DE8-4973-9EEA-433A2C7118BD}" dt="2024-01-15T10:03:41.445" v="536" actId="1076"/>
        <pc:sldMkLst>
          <pc:docMk/>
          <pc:sldMk cId="885033471" sldId="31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205486269" sldId="319"/>
        </pc:sldMkLst>
      </pc:sldChg>
      <pc:sldChg chg="addSp delSp modSp new mod">
        <pc:chgData name="Bram Heyns" userId="7a623cc0-5b6c-43c7-88a0-ff55db19c79e" providerId="ADAL" clId="{599C9E88-5DE8-4973-9EEA-433A2C7118BD}" dt="2024-01-15T10:20:13.337" v="674" actId="404"/>
        <pc:sldMkLst>
          <pc:docMk/>
          <pc:sldMk cId="6602497" sldId="320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241877734" sldId="320"/>
        </pc:sldMkLst>
      </pc:sldChg>
      <pc:sldChg chg="addSp modSp new mod">
        <pc:chgData name="Bram Heyns" userId="7a623cc0-5b6c-43c7-88a0-ff55db19c79e" providerId="ADAL" clId="{599C9E88-5DE8-4973-9EEA-433A2C7118BD}" dt="2024-01-15T10:56:25.503" v="950" actId="20577"/>
        <pc:sldMkLst>
          <pc:docMk/>
          <pc:sldMk cId="533324637" sldId="32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595877681" sldId="32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8299453" sldId="322"/>
        </pc:sldMkLst>
      </pc:sldChg>
      <pc:sldChg chg="addSp modSp new mod">
        <pc:chgData name="Bram Heyns" userId="7a623cc0-5b6c-43c7-88a0-ff55db19c79e" providerId="ADAL" clId="{599C9E88-5DE8-4973-9EEA-433A2C7118BD}" dt="2024-01-15T10:51:55.793" v="771" actId="1076"/>
        <pc:sldMkLst>
          <pc:docMk/>
          <pc:sldMk cId="374042384" sldId="322"/>
        </pc:sldMkLst>
      </pc:sldChg>
      <pc:sldChg chg="addSp modSp new mod">
        <pc:chgData name="Bram Heyns" userId="7a623cc0-5b6c-43c7-88a0-ff55db19c79e" providerId="ADAL" clId="{599C9E88-5DE8-4973-9EEA-433A2C7118BD}" dt="2024-01-15T10:58:51.157" v="1113" actId="1076"/>
        <pc:sldMkLst>
          <pc:docMk/>
          <pc:sldMk cId="2541751677" sldId="323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743490353" sldId="323"/>
        </pc:sldMkLst>
      </pc:sldChg>
      <pc:sldChg chg="addSp modSp new mod">
        <pc:chgData name="Bram Heyns" userId="7a623cc0-5b6c-43c7-88a0-ff55db19c79e" providerId="ADAL" clId="{599C9E88-5DE8-4973-9EEA-433A2C7118BD}" dt="2024-01-15T10:59:54.080" v="1159" actId="404"/>
        <pc:sldMkLst>
          <pc:docMk/>
          <pc:sldMk cId="4149084777" sldId="324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4198651980" sldId="324"/>
        </pc:sldMkLst>
      </pc:sldChg>
      <pc:sldChg chg="addSp modSp new mod">
        <pc:chgData name="Bram Heyns" userId="7a623cc0-5b6c-43c7-88a0-ff55db19c79e" providerId="ADAL" clId="{599C9E88-5DE8-4973-9EEA-433A2C7118BD}" dt="2024-01-15T11:05:43.303" v="1274" actId="1076"/>
        <pc:sldMkLst>
          <pc:docMk/>
          <pc:sldMk cId="2309687984" sldId="32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896885377" sldId="325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309603223" sldId="326"/>
        </pc:sldMkLst>
      </pc:sldChg>
      <pc:sldChg chg="addSp modSp new mod">
        <pc:chgData name="Bram Heyns" userId="7a623cc0-5b6c-43c7-88a0-ff55db19c79e" providerId="ADAL" clId="{599C9E88-5DE8-4973-9EEA-433A2C7118BD}" dt="2024-01-15T11:04:41.315" v="1269" actId="1076"/>
        <pc:sldMkLst>
          <pc:docMk/>
          <pc:sldMk cId="4289142109" sldId="326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50413602" sldId="327"/>
        </pc:sldMkLst>
      </pc:sldChg>
      <pc:sldChg chg="addSp modSp new mod">
        <pc:chgData name="Bram Heyns" userId="7a623cc0-5b6c-43c7-88a0-ff55db19c79e" providerId="ADAL" clId="{599C9E88-5DE8-4973-9EEA-433A2C7118BD}" dt="2024-01-15T11:08:46.983" v="1339" actId="1076"/>
        <pc:sldMkLst>
          <pc:docMk/>
          <pc:sldMk cId="1060826525" sldId="327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735143729" sldId="328"/>
        </pc:sldMkLst>
      </pc:sldChg>
      <pc:sldChg chg="addSp modSp new mod">
        <pc:chgData name="Bram Heyns" userId="7a623cc0-5b6c-43c7-88a0-ff55db19c79e" providerId="ADAL" clId="{599C9E88-5DE8-4973-9EEA-433A2C7118BD}" dt="2024-01-15T11:10:49.210" v="1380" actId="1076"/>
        <pc:sldMkLst>
          <pc:docMk/>
          <pc:sldMk cId="744625132" sldId="328"/>
        </pc:sldMkLst>
      </pc:sldChg>
      <pc:sldChg chg="addSp modSp new mod">
        <pc:chgData name="Bram Heyns" userId="7a623cc0-5b6c-43c7-88a0-ff55db19c79e" providerId="ADAL" clId="{599C9E88-5DE8-4973-9EEA-433A2C7118BD}" dt="2024-01-15T11:23:06.582" v="1400" actId="20577"/>
        <pc:sldMkLst>
          <pc:docMk/>
          <pc:sldMk cId="1024797918" sldId="32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1313552394" sldId="329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583434045" sldId="330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349508426" sldId="331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309763745" sldId="332"/>
        </pc:sldMkLst>
      </pc:sldChg>
      <pc:sldChg chg="del">
        <pc:chgData name="Bram Heyns" userId="7a623cc0-5b6c-43c7-88a0-ff55db19c79e" providerId="ADAL" clId="{599C9E88-5DE8-4973-9EEA-433A2C7118BD}" dt="2024-01-15T09:49:08.210" v="86" actId="47"/>
        <pc:sldMkLst>
          <pc:docMk/>
          <pc:sldMk cId="2137141630" sldId="333"/>
        </pc:sldMkLst>
      </pc:sldChg>
    </pc:docChg>
  </pc:docChgLst>
  <pc:docChgLst>
    <pc:chgData name="Bram Heyns" userId="7a623cc0-5b6c-43c7-88a0-ff55db19c79e" providerId="ADAL" clId="{8D3F124E-B48C-49F3-B17E-7C0FC527AD02}"/>
    <pc:docChg chg="undo custSel addSld delSld modSld sldOrd">
      <pc:chgData name="Bram Heyns" userId="7a623cc0-5b6c-43c7-88a0-ff55db19c79e" providerId="ADAL" clId="{8D3F124E-B48C-49F3-B17E-7C0FC527AD02}" dt="2024-01-15T09:41:20.899" v="5904" actId="1076"/>
      <pc:docMkLst>
        <pc:docMk/>
      </pc:docMkLst>
      <pc:sldChg chg="modSp mod">
        <pc:chgData name="Bram Heyns" userId="7a623cc0-5b6c-43c7-88a0-ff55db19c79e" providerId="ADAL" clId="{8D3F124E-B48C-49F3-B17E-7C0FC527AD02}" dt="2024-01-11T12:56:17.997" v="138" actId="20577"/>
        <pc:sldMkLst>
          <pc:docMk/>
          <pc:sldMk cId="3616312771" sldId="256"/>
        </pc:sldMkLst>
      </pc:sldChg>
      <pc:sldChg chg="del">
        <pc:chgData name="Bram Heyns" userId="7a623cc0-5b6c-43c7-88a0-ff55db19c79e" providerId="ADAL" clId="{8D3F124E-B48C-49F3-B17E-7C0FC527AD02}" dt="2024-01-11T13:01:25.383" v="389" actId="47"/>
        <pc:sldMkLst>
          <pc:docMk/>
          <pc:sldMk cId="276004885" sldId="257"/>
        </pc:sldMkLst>
      </pc:sldChg>
      <pc:sldChg chg="addSp delSp modSp mod">
        <pc:chgData name="Bram Heyns" userId="7a623cc0-5b6c-43c7-88a0-ff55db19c79e" providerId="ADAL" clId="{8D3F124E-B48C-49F3-B17E-7C0FC527AD02}" dt="2024-01-11T20:53:39.979" v="3932" actId="21"/>
        <pc:sldMkLst>
          <pc:docMk/>
          <pc:sldMk cId="2967960735" sldId="276"/>
        </pc:sldMkLst>
      </pc:sldChg>
      <pc:sldChg chg="addSp delSp modSp mod">
        <pc:chgData name="Bram Heyns" userId="7a623cc0-5b6c-43c7-88a0-ff55db19c79e" providerId="ADAL" clId="{8D3F124E-B48C-49F3-B17E-7C0FC527AD02}" dt="2024-01-11T12:57:41.486" v="217" actId="20577"/>
        <pc:sldMkLst>
          <pc:docMk/>
          <pc:sldMk cId="2081295671" sldId="277"/>
        </pc:sldMkLst>
      </pc:sldChg>
      <pc:sldChg chg="del">
        <pc:chgData name="Bram Heyns" userId="7a623cc0-5b6c-43c7-88a0-ff55db19c79e" providerId="ADAL" clId="{8D3F124E-B48C-49F3-B17E-7C0FC527AD02}" dt="2024-01-11T12:53:23.810" v="54" actId="47"/>
        <pc:sldMkLst>
          <pc:docMk/>
          <pc:sldMk cId="1624575407" sldId="278"/>
        </pc:sldMkLst>
      </pc:sldChg>
      <pc:sldChg chg="addSp modSp new mod">
        <pc:chgData name="Bram Heyns" userId="7a623cc0-5b6c-43c7-88a0-ff55db19c79e" providerId="ADAL" clId="{8D3F124E-B48C-49F3-B17E-7C0FC527AD02}" dt="2024-01-11T12:57:58.656" v="226"/>
        <pc:sldMkLst>
          <pc:docMk/>
          <pc:sldMk cId="3210474422" sldId="278"/>
        </pc:sldMkLst>
      </pc:sldChg>
      <pc:sldChg chg="del">
        <pc:chgData name="Bram Heyns" userId="7a623cc0-5b6c-43c7-88a0-ff55db19c79e" providerId="ADAL" clId="{8D3F124E-B48C-49F3-B17E-7C0FC527AD02}" dt="2024-01-11T12:53:24.360" v="55" actId="47"/>
        <pc:sldMkLst>
          <pc:docMk/>
          <pc:sldMk cId="2846727448" sldId="279"/>
        </pc:sldMkLst>
      </pc:sldChg>
      <pc:sldChg chg="addSp modSp new mod">
        <pc:chgData name="Bram Heyns" userId="7a623cc0-5b6c-43c7-88a0-ff55db19c79e" providerId="ADAL" clId="{8D3F124E-B48C-49F3-B17E-7C0FC527AD02}" dt="2024-01-11T12:59:23.957" v="348" actId="1076"/>
        <pc:sldMkLst>
          <pc:docMk/>
          <pc:sldMk cId="3587760759" sldId="279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776558176" sldId="280"/>
        </pc:sldMkLst>
      </pc:sldChg>
      <pc:sldChg chg="addSp modSp new mod">
        <pc:chgData name="Bram Heyns" userId="7a623cc0-5b6c-43c7-88a0-ff55db19c79e" providerId="ADAL" clId="{8D3F124E-B48C-49F3-B17E-7C0FC527AD02}" dt="2024-01-11T13:00:05.006" v="373"/>
        <pc:sldMkLst>
          <pc:docMk/>
          <pc:sldMk cId="2023957802" sldId="280"/>
        </pc:sldMkLst>
      </pc:sldChg>
      <pc:sldChg chg="new del">
        <pc:chgData name="Bram Heyns" userId="7a623cc0-5b6c-43c7-88a0-ff55db19c79e" providerId="ADAL" clId="{8D3F124E-B48C-49F3-B17E-7C0FC527AD02}" dt="2024-01-11T13:00:50.339" v="375" actId="47"/>
        <pc:sldMkLst>
          <pc:docMk/>
          <pc:sldMk cId="1235754573" sldId="281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779919072" sldId="281"/>
        </pc:sldMkLst>
      </pc:sldChg>
      <pc:sldChg chg="addSp modSp new">
        <pc:chgData name="Bram Heyns" userId="7a623cc0-5b6c-43c7-88a0-ff55db19c79e" providerId="ADAL" clId="{8D3F124E-B48C-49F3-B17E-7C0FC527AD02}" dt="2024-01-11T13:01:33.473" v="390"/>
        <pc:sldMkLst>
          <pc:docMk/>
          <pc:sldMk cId="3757175392" sldId="281"/>
        </pc:sldMkLst>
      </pc:sldChg>
      <pc:sldChg chg="addSp modSp new mod">
        <pc:chgData name="Bram Heyns" userId="7a623cc0-5b6c-43c7-88a0-ff55db19c79e" providerId="ADAL" clId="{8D3F124E-B48C-49F3-B17E-7C0FC527AD02}" dt="2024-01-11T13:02:05.135" v="428" actId="1076"/>
        <pc:sldMkLst>
          <pc:docMk/>
          <pc:sldMk cId="2438338052" sldId="282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957128938" sldId="282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2127495967" sldId="283"/>
        </pc:sldMkLst>
      </pc:sldChg>
      <pc:sldChg chg="addSp modSp new mod">
        <pc:chgData name="Bram Heyns" userId="7a623cc0-5b6c-43c7-88a0-ff55db19c79e" providerId="ADAL" clId="{8D3F124E-B48C-49F3-B17E-7C0FC527AD02}" dt="2024-01-11T13:02:59.514" v="483" actId="1076"/>
        <pc:sldMkLst>
          <pc:docMk/>
          <pc:sldMk cId="3338526081" sldId="283"/>
        </pc:sldMkLst>
      </pc:sldChg>
      <pc:sldChg chg="addSp modSp new mod">
        <pc:chgData name="Bram Heyns" userId="7a623cc0-5b6c-43c7-88a0-ff55db19c79e" providerId="ADAL" clId="{8D3F124E-B48C-49F3-B17E-7C0FC527AD02}" dt="2024-01-11T13:03:57.763" v="500" actId="1076"/>
        <pc:sldMkLst>
          <pc:docMk/>
          <pc:sldMk cId="2092321943" sldId="284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709800086" sldId="284"/>
        </pc:sldMkLst>
      </pc:sldChg>
      <pc:sldChg chg="addSp modSp new mod">
        <pc:chgData name="Bram Heyns" userId="7a623cc0-5b6c-43c7-88a0-ff55db19c79e" providerId="ADAL" clId="{8D3F124E-B48C-49F3-B17E-7C0FC527AD02}" dt="2024-01-11T13:04:41.521" v="526" actId="1076"/>
        <pc:sldMkLst>
          <pc:docMk/>
          <pc:sldMk cId="1974154351" sldId="285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143338881" sldId="285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755898384" sldId="286"/>
        </pc:sldMkLst>
      </pc:sldChg>
      <pc:sldChg chg="addSp modSp new mod">
        <pc:chgData name="Bram Heyns" userId="7a623cc0-5b6c-43c7-88a0-ff55db19c79e" providerId="ADAL" clId="{8D3F124E-B48C-49F3-B17E-7C0FC527AD02}" dt="2024-01-11T13:06:32.193" v="589" actId="403"/>
        <pc:sldMkLst>
          <pc:docMk/>
          <pc:sldMk cId="3219914966" sldId="286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272553522" sldId="287"/>
        </pc:sldMkLst>
      </pc:sldChg>
      <pc:sldChg chg="addSp delSp modSp new mod">
        <pc:chgData name="Bram Heyns" userId="7a623cc0-5b6c-43c7-88a0-ff55db19c79e" providerId="ADAL" clId="{8D3F124E-B48C-49F3-B17E-7C0FC527AD02}" dt="2024-01-11T19:25:27.787" v="1999" actId="478"/>
        <pc:sldMkLst>
          <pc:docMk/>
          <pc:sldMk cId="2874430358" sldId="287"/>
        </pc:sldMkLst>
      </pc:sldChg>
      <pc:sldChg chg="addSp modSp new mod">
        <pc:chgData name="Bram Heyns" userId="7a623cc0-5b6c-43c7-88a0-ff55db19c79e" providerId="ADAL" clId="{8D3F124E-B48C-49F3-B17E-7C0FC527AD02}" dt="2024-01-11T13:09:17.903" v="643" actId="1076"/>
        <pc:sldMkLst>
          <pc:docMk/>
          <pc:sldMk cId="3049261955" sldId="288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748433426" sldId="288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712664771" sldId="289"/>
        </pc:sldMkLst>
      </pc:sldChg>
      <pc:sldChg chg="addSp modSp add mod">
        <pc:chgData name="Bram Heyns" userId="7a623cc0-5b6c-43c7-88a0-ff55db19c79e" providerId="ADAL" clId="{8D3F124E-B48C-49F3-B17E-7C0FC527AD02}" dt="2024-01-11T20:53:47.306" v="3933"/>
        <pc:sldMkLst>
          <pc:docMk/>
          <pc:sldMk cId="3932052699" sldId="289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61322704" sldId="290"/>
        </pc:sldMkLst>
      </pc:sldChg>
      <pc:sldChg chg="new del">
        <pc:chgData name="Bram Heyns" userId="7a623cc0-5b6c-43c7-88a0-ff55db19c79e" providerId="ADAL" clId="{8D3F124E-B48C-49F3-B17E-7C0FC527AD02}" dt="2024-01-11T13:26:14.035" v="710" actId="680"/>
        <pc:sldMkLst>
          <pc:docMk/>
          <pc:sldMk cId="280369724" sldId="290"/>
        </pc:sldMkLst>
      </pc:sldChg>
      <pc:sldChg chg="addSp delSp modSp add mod">
        <pc:chgData name="Bram Heyns" userId="7a623cc0-5b6c-43c7-88a0-ff55db19c79e" providerId="ADAL" clId="{8D3F124E-B48C-49F3-B17E-7C0FC527AD02}" dt="2024-01-11T13:26:56.303" v="751" actId="1076"/>
        <pc:sldMkLst>
          <pc:docMk/>
          <pc:sldMk cId="2659521274" sldId="290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785759542" sldId="291"/>
        </pc:sldMkLst>
      </pc:sldChg>
      <pc:sldChg chg="addSp delSp modSp new mod">
        <pc:chgData name="Bram Heyns" userId="7a623cc0-5b6c-43c7-88a0-ff55db19c79e" providerId="ADAL" clId="{8D3F124E-B48C-49F3-B17E-7C0FC527AD02}" dt="2024-01-11T13:28:32.933" v="770"/>
        <pc:sldMkLst>
          <pc:docMk/>
          <pc:sldMk cId="1776585867" sldId="291"/>
        </pc:sldMkLst>
      </pc:sldChg>
      <pc:sldChg chg="addSp modSp new mod">
        <pc:chgData name="Bram Heyns" userId="7a623cc0-5b6c-43c7-88a0-ff55db19c79e" providerId="ADAL" clId="{8D3F124E-B48C-49F3-B17E-7C0FC527AD02}" dt="2024-01-11T14:14:48.239" v="1901" actId="14100"/>
        <pc:sldMkLst>
          <pc:docMk/>
          <pc:sldMk cId="3297883879" sldId="292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805913376" sldId="293"/>
        </pc:sldMkLst>
      </pc:sldChg>
      <pc:sldChg chg="addSp modSp new mod">
        <pc:chgData name="Bram Heyns" userId="7a623cc0-5b6c-43c7-88a0-ff55db19c79e" providerId="ADAL" clId="{8D3F124E-B48C-49F3-B17E-7C0FC527AD02}" dt="2024-01-11T19:47:31.547" v="2230" actId="20577"/>
        <pc:sldMkLst>
          <pc:docMk/>
          <pc:sldMk cId="4228819793" sldId="293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759032985" sldId="294"/>
        </pc:sldMkLst>
      </pc:sldChg>
      <pc:sldChg chg="modSp add del mod">
        <pc:chgData name="Bram Heyns" userId="7a623cc0-5b6c-43c7-88a0-ff55db19c79e" providerId="ADAL" clId="{8D3F124E-B48C-49F3-B17E-7C0FC527AD02}" dt="2024-01-11T20:51:14.973" v="3873" actId="47"/>
        <pc:sldMkLst>
          <pc:docMk/>
          <pc:sldMk cId="4229467434" sldId="294"/>
        </pc:sldMkLst>
      </pc:sldChg>
      <pc:sldChg chg="modSp add del mod">
        <pc:chgData name="Bram Heyns" userId="7a623cc0-5b6c-43c7-88a0-ff55db19c79e" providerId="ADAL" clId="{8D3F124E-B48C-49F3-B17E-7C0FC527AD02}" dt="2024-01-11T20:51:26.813" v="3874" actId="47"/>
        <pc:sldMkLst>
          <pc:docMk/>
          <pc:sldMk cId="2035773685" sldId="295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356382497" sldId="295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56459990" sldId="296"/>
        </pc:sldMkLst>
      </pc:sldChg>
      <pc:sldChg chg="addSp delSp modSp add mod ord">
        <pc:chgData name="Bram Heyns" userId="7a623cc0-5b6c-43c7-88a0-ff55db19c79e" providerId="ADAL" clId="{8D3F124E-B48C-49F3-B17E-7C0FC527AD02}" dt="2024-01-11T20:53:09.049" v="3928" actId="404"/>
        <pc:sldMkLst>
          <pc:docMk/>
          <pc:sldMk cId="840560955" sldId="296"/>
        </pc:sldMkLst>
      </pc:sldChg>
      <pc:sldChg chg="addSp delSp modSp add mod ord">
        <pc:chgData name="Bram Heyns" userId="7a623cc0-5b6c-43c7-88a0-ff55db19c79e" providerId="ADAL" clId="{8D3F124E-B48C-49F3-B17E-7C0FC527AD02}" dt="2024-01-11T20:53:16.034" v="3931" actId="404"/>
        <pc:sldMkLst>
          <pc:docMk/>
          <pc:sldMk cId="1827468612" sldId="297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233816653" sldId="297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210122103" sldId="298"/>
        </pc:sldMkLst>
      </pc:sldChg>
      <pc:sldChg chg="addSp modSp new mod ord">
        <pc:chgData name="Bram Heyns" userId="7a623cc0-5b6c-43c7-88a0-ff55db19c79e" providerId="ADAL" clId="{8D3F124E-B48C-49F3-B17E-7C0FC527AD02}" dt="2024-01-11T20:51:38.067" v="3876"/>
        <pc:sldMkLst>
          <pc:docMk/>
          <pc:sldMk cId="2535898083" sldId="298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2032719985" sldId="299"/>
        </pc:sldMkLst>
      </pc:sldChg>
      <pc:sldChg chg="addSp delSp modSp new mod setBg">
        <pc:chgData name="Bram Heyns" userId="7a623cc0-5b6c-43c7-88a0-ff55db19c79e" providerId="ADAL" clId="{8D3F124E-B48C-49F3-B17E-7C0FC527AD02}" dt="2024-01-11T19:51:37.194" v="2372" actId="688"/>
        <pc:sldMkLst>
          <pc:docMk/>
          <pc:sldMk cId="3990673949" sldId="299"/>
        </pc:sldMkLst>
      </pc:sldChg>
      <pc:sldChg chg="modSp add mod">
        <pc:chgData name="Bram Heyns" userId="7a623cc0-5b6c-43c7-88a0-ff55db19c79e" providerId="ADAL" clId="{8D3F124E-B48C-49F3-B17E-7C0FC527AD02}" dt="2024-01-11T20:55:08.625" v="3949" actId="20577"/>
        <pc:sldMkLst>
          <pc:docMk/>
          <pc:sldMk cId="888478275" sldId="300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2899597748" sldId="300"/>
        </pc:sldMkLst>
      </pc:sldChg>
      <pc:sldChg chg="addSp delSp modSp add mod">
        <pc:chgData name="Bram Heyns" userId="7a623cc0-5b6c-43c7-88a0-ff55db19c79e" providerId="ADAL" clId="{8D3F124E-B48C-49F3-B17E-7C0FC527AD02}" dt="2024-01-11T20:21:39.827" v="3031" actId="27636"/>
        <pc:sldMkLst>
          <pc:docMk/>
          <pc:sldMk cId="2467197886" sldId="301"/>
        </pc:sldMkLst>
      </pc:sldChg>
      <pc:sldChg chg="new del">
        <pc:chgData name="Bram Heyns" userId="7a623cc0-5b6c-43c7-88a0-ff55db19c79e" providerId="ADAL" clId="{8D3F124E-B48C-49F3-B17E-7C0FC527AD02}" dt="2024-01-11T19:33:01.293" v="2001" actId="680"/>
        <pc:sldMkLst>
          <pc:docMk/>
          <pc:sldMk cId="2835984716" sldId="301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765208796" sldId="301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937785246" sldId="302"/>
        </pc:sldMkLst>
      </pc:sldChg>
      <pc:sldChg chg="addSp modSp new mod ord">
        <pc:chgData name="Bram Heyns" userId="7a623cc0-5b6c-43c7-88a0-ff55db19c79e" providerId="ADAL" clId="{8D3F124E-B48C-49F3-B17E-7C0FC527AD02}" dt="2024-01-11T20:23:22.859" v="3101" actId="14100"/>
        <pc:sldMkLst>
          <pc:docMk/>
          <pc:sldMk cId="1302891467" sldId="302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877483560" sldId="303"/>
        </pc:sldMkLst>
      </pc:sldChg>
      <pc:sldChg chg="addSp delSp modSp new mod ord">
        <pc:chgData name="Bram Heyns" userId="7a623cc0-5b6c-43c7-88a0-ff55db19c79e" providerId="ADAL" clId="{8D3F124E-B48C-49F3-B17E-7C0FC527AD02}" dt="2024-01-11T20:42:42.432" v="3862" actId="1076"/>
        <pc:sldMkLst>
          <pc:docMk/>
          <pc:sldMk cId="1308309365" sldId="303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294180572" sldId="304"/>
        </pc:sldMkLst>
      </pc:sldChg>
      <pc:sldChg chg="addSp modSp new mod">
        <pc:chgData name="Bram Heyns" userId="7a623cc0-5b6c-43c7-88a0-ff55db19c79e" providerId="ADAL" clId="{8D3F124E-B48C-49F3-B17E-7C0FC527AD02}" dt="2024-01-11T20:20:22.508" v="2980" actId="20577"/>
        <pc:sldMkLst>
          <pc:docMk/>
          <pc:sldMk cId="1800705516" sldId="304"/>
        </pc:sldMkLst>
      </pc:sldChg>
      <pc:sldChg chg="addSp delSp modSp new mod ord">
        <pc:chgData name="Bram Heyns" userId="7a623cc0-5b6c-43c7-88a0-ff55db19c79e" providerId="ADAL" clId="{8D3F124E-B48C-49F3-B17E-7C0FC527AD02}" dt="2024-01-11T20:30:20.560" v="3351" actId="20577"/>
        <pc:sldMkLst>
          <pc:docMk/>
          <pc:sldMk cId="2612434242" sldId="305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037715959" sldId="305"/>
        </pc:sldMkLst>
      </pc:sldChg>
      <pc:sldChg chg="addSp modSp new mod">
        <pc:chgData name="Bram Heyns" userId="7a623cc0-5b6c-43c7-88a0-ff55db19c79e" providerId="ADAL" clId="{8D3F124E-B48C-49F3-B17E-7C0FC527AD02}" dt="2024-01-11T20:12:57.291" v="2725" actId="20577"/>
        <pc:sldMkLst>
          <pc:docMk/>
          <pc:sldMk cId="461052094" sldId="306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3561051664" sldId="306"/>
        </pc:sldMkLst>
      </pc:sldChg>
      <pc:sldChg chg="addSp modSp new mod">
        <pc:chgData name="Bram Heyns" userId="7a623cc0-5b6c-43c7-88a0-ff55db19c79e" providerId="ADAL" clId="{8D3F124E-B48C-49F3-B17E-7C0FC527AD02}" dt="2024-01-12T07:36:01.532" v="4448" actId="1037"/>
        <pc:sldMkLst>
          <pc:docMk/>
          <pc:sldMk cId="1043890503" sldId="307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1273727764" sldId="307"/>
        </pc:sldMkLst>
      </pc:sldChg>
      <pc:sldChg chg="del">
        <pc:chgData name="Bram Heyns" userId="7a623cc0-5b6c-43c7-88a0-ff55db19c79e" providerId="ADAL" clId="{8D3F124E-B48C-49F3-B17E-7C0FC527AD02}" dt="2024-01-11T12:53:40.005" v="56" actId="47"/>
        <pc:sldMkLst>
          <pc:docMk/>
          <pc:sldMk cId="662188900" sldId="308"/>
        </pc:sldMkLst>
      </pc:sldChg>
      <pc:sldChg chg="modSp add mod">
        <pc:chgData name="Bram Heyns" userId="7a623cc0-5b6c-43c7-88a0-ff55db19c79e" providerId="ADAL" clId="{8D3F124E-B48C-49F3-B17E-7C0FC527AD02}" dt="2024-01-11T20:56:13.490" v="4013" actId="20577"/>
        <pc:sldMkLst>
          <pc:docMk/>
          <pc:sldMk cId="1493160093" sldId="308"/>
        </pc:sldMkLst>
      </pc:sldChg>
      <pc:sldChg chg="addSp modSp add mod">
        <pc:chgData name="Bram Heyns" userId="7a623cc0-5b6c-43c7-88a0-ff55db19c79e" providerId="ADAL" clId="{8D3F124E-B48C-49F3-B17E-7C0FC527AD02}" dt="2024-01-15T08:58:52.132" v="4994" actId="20577"/>
        <pc:sldMkLst>
          <pc:docMk/>
          <pc:sldMk cId="3228102229" sldId="309"/>
        </pc:sldMkLst>
      </pc:sldChg>
      <pc:sldChg chg="addSp delSp modSp add mod">
        <pc:chgData name="Bram Heyns" userId="7a623cc0-5b6c-43c7-88a0-ff55db19c79e" providerId="ADAL" clId="{8D3F124E-B48C-49F3-B17E-7C0FC527AD02}" dt="2024-01-12T07:13:14.645" v="4156" actId="1076"/>
        <pc:sldMkLst>
          <pc:docMk/>
          <pc:sldMk cId="2387683895" sldId="310"/>
        </pc:sldMkLst>
      </pc:sldChg>
      <pc:sldChg chg="addSp modSp new mod">
        <pc:chgData name="Bram Heyns" userId="7a623cc0-5b6c-43c7-88a0-ff55db19c79e" providerId="ADAL" clId="{8D3F124E-B48C-49F3-B17E-7C0FC527AD02}" dt="2024-01-12T07:11:05.427" v="4146" actId="1037"/>
        <pc:sldMkLst>
          <pc:docMk/>
          <pc:sldMk cId="3611358941" sldId="311"/>
        </pc:sldMkLst>
      </pc:sldChg>
      <pc:sldChg chg="addSp modSp new mod modNotesTx">
        <pc:chgData name="Bram Heyns" userId="7a623cc0-5b6c-43c7-88a0-ff55db19c79e" providerId="ADAL" clId="{8D3F124E-B48C-49F3-B17E-7C0FC527AD02}" dt="2024-01-12T07:14:12.760" v="4189" actId="1076"/>
        <pc:sldMkLst>
          <pc:docMk/>
          <pc:sldMk cId="70942096" sldId="312"/>
        </pc:sldMkLst>
      </pc:sldChg>
      <pc:sldChg chg="addSp modSp new mod">
        <pc:chgData name="Bram Heyns" userId="7a623cc0-5b6c-43c7-88a0-ff55db19c79e" providerId="ADAL" clId="{8D3F124E-B48C-49F3-B17E-7C0FC527AD02}" dt="2024-01-12T07:16:14.811" v="4237" actId="207"/>
        <pc:sldMkLst>
          <pc:docMk/>
          <pc:sldMk cId="2288066975" sldId="313"/>
        </pc:sldMkLst>
      </pc:sldChg>
      <pc:sldChg chg="addSp modSp new mod">
        <pc:chgData name="Bram Heyns" userId="7a623cc0-5b6c-43c7-88a0-ff55db19c79e" providerId="ADAL" clId="{8D3F124E-B48C-49F3-B17E-7C0FC527AD02}" dt="2024-01-12T07:22:55.817" v="4311" actId="1076"/>
        <pc:sldMkLst>
          <pc:docMk/>
          <pc:sldMk cId="3635299756" sldId="314"/>
        </pc:sldMkLst>
      </pc:sldChg>
      <pc:sldChg chg="addSp modSp new mod">
        <pc:chgData name="Bram Heyns" userId="7a623cc0-5b6c-43c7-88a0-ff55db19c79e" providerId="ADAL" clId="{8D3F124E-B48C-49F3-B17E-7C0FC527AD02}" dt="2024-01-12T07:24:23.591" v="4342" actId="1076"/>
        <pc:sldMkLst>
          <pc:docMk/>
          <pc:sldMk cId="828093412" sldId="315"/>
        </pc:sldMkLst>
      </pc:sldChg>
      <pc:sldChg chg="addSp modSp new mod">
        <pc:chgData name="Bram Heyns" userId="7a623cc0-5b6c-43c7-88a0-ff55db19c79e" providerId="ADAL" clId="{8D3F124E-B48C-49F3-B17E-7C0FC527AD02}" dt="2024-01-12T07:28:53.518" v="4390" actId="20577"/>
        <pc:sldMkLst>
          <pc:docMk/>
          <pc:sldMk cId="1729543206" sldId="316"/>
        </pc:sldMkLst>
      </pc:sldChg>
      <pc:sldChg chg="addSp modSp new mod">
        <pc:chgData name="Bram Heyns" userId="7a623cc0-5b6c-43c7-88a0-ff55db19c79e" providerId="ADAL" clId="{8D3F124E-B48C-49F3-B17E-7C0FC527AD02}" dt="2024-01-12T07:37:06.629" v="4460" actId="1037"/>
        <pc:sldMkLst>
          <pc:docMk/>
          <pc:sldMk cId="3482395737" sldId="317"/>
        </pc:sldMkLst>
      </pc:sldChg>
      <pc:sldChg chg="addSp modSp new mod">
        <pc:chgData name="Bram Heyns" userId="7a623cc0-5b6c-43c7-88a0-ff55db19c79e" providerId="ADAL" clId="{8D3F124E-B48C-49F3-B17E-7C0FC527AD02}" dt="2024-01-12T07:34:56.134" v="4438" actId="1076"/>
        <pc:sldMkLst>
          <pc:docMk/>
          <pc:sldMk cId="2885104249" sldId="318"/>
        </pc:sldMkLst>
      </pc:sldChg>
      <pc:sldChg chg="addSp modSp new mod">
        <pc:chgData name="Bram Heyns" userId="7a623cc0-5b6c-43c7-88a0-ff55db19c79e" providerId="ADAL" clId="{8D3F124E-B48C-49F3-B17E-7C0FC527AD02}" dt="2024-01-12T07:47:51.526" v="4486" actId="1076"/>
        <pc:sldMkLst>
          <pc:docMk/>
          <pc:sldMk cId="3205486269" sldId="319"/>
        </pc:sldMkLst>
      </pc:sldChg>
      <pc:sldChg chg="addSp modSp new mod">
        <pc:chgData name="Bram Heyns" userId="7a623cc0-5b6c-43c7-88a0-ff55db19c79e" providerId="ADAL" clId="{8D3F124E-B48C-49F3-B17E-7C0FC527AD02}" dt="2024-01-12T07:49:16.601" v="4527"/>
        <pc:sldMkLst>
          <pc:docMk/>
          <pc:sldMk cId="2241877734" sldId="320"/>
        </pc:sldMkLst>
      </pc:sldChg>
      <pc:sldChg chg="addSp modSp new mod">
        <pc:chgData name="Bram Heyns" userId="7a623cc0-5b6c-43c7-88a0-ff55db19c79e" providerId="ADAL" clId="{8D3F124E-B48C-49F3-B17E-7C0FC527AD02}" dt="2024-01-12T07:52:49.555" v="4697" actId="20577"/>
        <pc:sldMkLst>
          <pc:docMk/>
          <pc:sldMk cId="3595877681" sldId="321"/>
        </pc:sldMkLst>
      </pc:sldChg>
      <pc:sldChg chg="addSp modSp new mod">
        <pc:chgData name="Bram Heyns" userId="7a623cc0-5b6c-43c7-88a0-ff55db19c79e" providerId="ADAL" clId="{8D3F124E-B48C-49F3-B17E-7C0FC527AD02}" dt="2024-01-12T08:17:56.324" v="4735" actId="20577"/>
        <pc:sldMkLst>
          <pc:docMk/>
          <pc:sldMk cId="28299453" sldId="322"/>
        </pc:sldMkLst>
      </pc:sldChg>
      <pc:sldChg chg="addSp modSp new mod">
        <pc:chgData name="Bram Heyns" userId="7a623cc0-5b6c-43c7-88a0-ff55db19c79e" providerId="ADAL" clId="{8D3F124E-B48C-49F3-B17E-7C0FC527AD02}" dt="2024-01-12T08:24:51.048" v="4892" actId="166"/>
        <pc:sldMkLst>
          <pc:docMk/>
          <pc:sldMk cId="3743490353" sldId="323"/>
        </pc:sldMkLst>
      </pc:sldChg>
      <pc:sldChg chg="addSp delSp modSp new mod">
        <pc:chgData name="Bram Heyns" userId="7a623cc0-5b6c-43c7-88a0-ff55db19c79e" providerId="ADAL" clId="{8D3F124E-B48C-49F3-B17E-7C0FC527AD02}" dt="2024-01-12T08:28:54.571" v="4941" actId="20577"/>
        <pc:sldMkLst>
          <pc:docMk/>
          <pc:sldMk cId="4198651980" sldId="324"/>
        </pc:sldMkLst>
      </pc:sldChg>
      <pc:sldChg chg="addSp delSp modSp new mod">
        <pc:chgData name="Bram Heyns" userId="7a623cc0-5b6c-43c7-88a0-ff55db19c79e" providerId="ADAL" clId="{8D3F124E-B48C-49F3-B17E-7C0FC527AD02}" dt="2024-01-15T08:57:34.730" v="4972" actId="478"/>
        <pc:sldMkLst>
          <pc:docMk/>
          <pc:sldMk cId="3896885377" sldId="325"/>
        </pc:sldMkLst>
      </pc:sldChg>
      <pc:sldChg chg="addSp delSp modSp add mod modNotesTx">
        <pc:chgData name="Bram Heyns" userId="7a623cc0-5b6c-43c7-88a0-ff55db19c79e" providerId="ADAL" clId="{8D3F124E-B48C-49F3-B17E-7C0FC527AD02}" dt="2024-01-15T09:02:26.595" v="5115" actId="20577"/>
        <pc:sldMkLst>
          <pc:docMk/>
          <pc:sldMk cId="1309603223" sldId="326"/>
        </pc:sldMkLst>
      </pc:sldChg>
      <pc:sldChg chg="addSp delSp modSp new mod ord">
        <pc:chgData name="Bram Heyns" userId="7a623cc0-5b6c-43c7-88a0-ff55db19c79e" providerId="ADAL" clId="{8D3F124E-B48C-49F3-B17E-7C0FC527AD02}" dt="2024-01-15T09:29:12.874" v="5773" actId="167"/>
        <pc:sldMkLst>
          <pc:docMk/>
          <pc:sldMk cId="350413602" sldId="327"/>
        </pc:sldMkLst>
      </pc:sldChg>
      <pc:sldChg chg="addSp modSp new mod">
        <pc:chgData name="Bram Heyns" userId="7a623cc0-5b6c-43c7-88a0-ff55db19c79e" providerId="ADAL" clId="{8D3F124E-B48C-49F3-B17E-7C0FC527AD02}" dt="2024-01-15T09:05:35.279" v="5197" actId="14100"/>
        <pc:sldMkLst>
          <pc:docMk/>
          <pc:sldMk cId="735143729" sldId="328"/>
        </pc:sldMkLst>
      </pc:sldChg>
      <pc:sldChg chg="addSp modSp new mod">
        <pc:chgData name="Bram Heyns" userId="7a623cc0-5b6c-43c7-88a0-ff55db19c79e" providerId="ADAL" clId="{8D3F124E-B48C-49F3-B17E-7C0FC527AD02}" dt="2024-01-15T09:05:52.445" v="5198" actId="167"/>
        <pc:sldMkLst>
          <pc:docMk/>
          <pc:sldMk cId="1313552394" sldId="329"/>
        </pc:sldMkLst>
      </pc:sldChg>
      <pc:sldChg chg="addSp modSp new mod">
        <pc:chgData name="Bram Heyns" userId="7a623cc0-5b6c-43c7-88a0-ff55db19c79e" providerId="ADAL" clId="{8D3F124E-B48C-49F3-B17E-7C0FC527AD02}" dt="2024-01-15T09:31:49.110" v="5827" actId="20577"/>
        <pc:sldMkLst>
          <pc:docMk/>
          <pc:sldMk cId="2583434045" sldId="330"/>
        </pc:sldMkLst>
      </pc:sldChg>
      <pc:sldChg chg="addSp modSp new mod">
        <pc:chgData name="Bram Heyns" userId="7a623cc0-5b6c-43c7-88a0-ff55db19c79e" providerId="ADAL" clId="{8D3F124E-B48C-49F3-B17E-7C0FC527AD02}" dt="2024-01-15T09:31:14.915" v="5803"/>
        <pc:sldMkLst>
          <pc:docMk/>
          <pc:sldMk cId="3349508426" sldId="331"/>
        </pc:sldMkLst>
      </pc:sldChg>
      <pc:sldChg chg="addSp modSp new mod">
        <pc:chgData name="Bram Heyns" userId="7a623cc0-5b6c-43c7-88a0-ff55db19c79e" providerId="ADAL" clId="{8D3F124E-B48C-49F3-B17E-7C0FC527AD02}" dt="2024-01-15T09:32:21.881" v="5857" actId="1076"/>
        <pc:sldMkLst>
          <pc:docMk/>
          <pc:sldMk cId="309763745" sldId="332"/>
        </pc:sldMkLst>
      </pc:sldChg>
      <pc:sldChg chg="addSp modSp new mod">
        <pc:chgData name="Bram Heyns" userId="7a623cc0-5b6c-43c7-88a0-ff55db19c79e" providerId="ADAL" clId="{8D3F124E-B48C-49F3-B17E-7C0FC527AD02}" dt="2024-01-15T09:41:20.899" v="5904" actId="1076"/>
        <pc:sldMkLst>
          <pc:docMk/>
          <pc:sldMk cId="2137141630" sldId="333"/>
        </pc:sldMkLst>
      </pc:sldChg>
    </pc:docChg>
  </pc:docChgLst>
  <pc:docChgLst>
    <pc:chgData name="Bram Heyns" userId="7a623cc0-5b6c-43c7-88a0-ff55db19c79e" providerId="ADAL" clId="{936AACFE-9E91-48D8-94B7-4291B5ECC86F}"/>
    <pc:docChg chg="undo custSel addSld delSld modSld sldOrd">
      <pc:chgData name="Bram Heyns" userId="7a623cc0-5b6c-43c7-88a0-ff55db19c79e" providerId="ADAL" clId="{936AACFE-9E91-48D8-94B7-4291B5ECC86F}" dt="2024-03-17T16:30:51.808" v="2886" actId="1076"/>
      <pc:docMkLst>
        <pc:docMk/>
      </pc:docMkLst>
      <pc:sldChg chg="modSp mod">
        <pc:chgData name="Bram Heyns" userId="7a623cc0-5b6c-43c7-88a0-ff55db19c79e" providerId="ADAL" clId="{936AACFE-9E91-48D8-94B7-4291B5ECC86F}" dt="2024-01-30T09:47:29.678" v="13" actId="20577"/>
        <pc:sldMkLst>
          <pc:docMk/>
          <pc:sldMk cId="3616312771" sldId="256"/>
        </pc:sldMkLst>
      </pc:sldChg>
      <pc:sldChg chg="modSp mod">
        <pc:chgData name="Bram Heyns" userId="7a623cc0-5b6c-43c7-88a0-ff55db19c79e" providerId="ADAL" clId="{936AACFE-9E91-48D8-94B7-4291B5ECC86F}" dt="2024-01-30T12:07:25.232" v="758" actId="20577"/>
        <pc:sldMkLst>
          <pc:docMk/>
          <pc:sldMk cId="2967960735" sldId="276"/>
        </pc:sldMkLst>
      </pc:sldChg>
      <pc:sldChg chg="addSp delSp modSp mod">
        <pc:chgData name="Bram Heyns" userId="7a623cc0-5b6c-43c7-88a0-ff55db19c79e" providerId="ADAL" clId="{936AACFE-9E91-48D8-94B7-4291B5ECC86F}" dt="2024-01-30T09:49:26.396" v="123" actId="1076"/>
        <pc:sldMkLst>
          <pc:docMk/>
          <pc:sldMk cId="3210474422" sldId="278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2465931479" sldId="279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675346817" sldId="280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185047141" sldId="281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183630081" sldId="282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2033429285" sldId="283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826445652" sldId="284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650695426" sldId="285"/>
        </pc:sldMkLst>
      </pc:sldChg>
      <pc:sldChg chg="addSp delSp modSp mod">
        <pc:chgData name="Bram Heyns" userId="7a623cc0-5b6c-43c7-88a0-ff55db19c79e" providerId="ADAL" clId="{936AACFE-9E91-48D8-94B7-4291B5ECC86F}" dt="2024-01-30T11:51:50.253" v="196" actId="1076"/>
        <pc:sldMkLst>
          <pc:docMk/>
          <pc:sldMk cId="2535898083" sldId="298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708097636" sldId="299"/>
        </pc:sldMkLst>
      </pc:sldChg>
      <pc:sldChg chg="addSp modSp add mod">
        <pc:chgData name="Bram Heyns" userId="7a623cc0-5b6c-43c7-88a0-ff55db19c79e" providerId="ADAL" clId="{936AACFE-9E91-48D8-94B7-4291B5ECC86F}" dt="2024-01-30T09:49:58.992" v="126" actId="20577"/>
        <pc:sldMkLst>
          <pc:docMk/>
          <pc:sldMk cId="3905224926" sldId="299"/>
        </pc:sldMkLst>
      </pc:sldChg>
      <pc:sldChg chg="addSp modSp new mod">
        <pc:chgData name="Bram Heyns" userId="7a623cc0-5b6c-43c7-88a0-ff55db19c79e" providerId="ADAL" clId="{936AACFE-9E91-48D8-94B7-4291B5ECC86F}" dt="2024-01-30T09:51:21.206" v="151"/>
        <pc:sldMkLst>
          <pc:docMk/>
          <pc:sldMk cId="598872473" sldId="300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4013225468" sldId="300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248583022" sldId="301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3971161913" sldId="302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2145181234" sldId="303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566315820" sldId="304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70361596" sldId="305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2224651308" sldId="306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944041244" sldId="307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887199483" sldId="308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435739501" sldId="309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881143464" sldId="310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2249367165" sldId="311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296303338" sldId="312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719144268" sldId="313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2205367446" sldId="314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964774666" sldId="315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1792295475" sldId="316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944783119" sldId="317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3913914842" sldId="318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3234746842" sldId="319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694163260" sldId="320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3699658295" sldId="321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757763836" sldId="322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989379054" sldId="323"/>
        </pc:sldMkLst>
      </pc:sldChg>
      <pc:sldChg chg="del">
        <pc:chgData name="Bram Heyns" userId="7a623cc0-5b6c-43c7-88a0-ff55db19c79e" providerId="ADAL" clId="{936AACFE-9E91-48D8-94B7-4291B5ECC86F}" dt="2024-01-30T09:47:16.308" v="0" actId="47"/>
        <pc:sldMkLst>
          <pc:docMk/>
          <pc:sldMk cId="310629636" sldId="324"/>
        </pc:sldMkLst>
      </pc:sldChg>
      <pc:sldChg chg="add">
        <pc:chgData name="Bram Heyns" userId="7a623cc0-5b6c-43c7-88a0-ff55db19c79e" providerId="ADAL" clId="{936AACFE-9E91-48D8-94B7-4291B5ECC86F}" dt="2024-01-30T09:51:37.586" v="152"/>
        <pc:sldMkLst>
          <pc:docMk/>
          <pc:sldMk cId="3020566849" sldId="325"/>
        </pc:sldMkLst>
      </pc:sldChg>
      <pc:sldChg chg="modSp add mod">
        <pc:chgData name="Bram Heyns" userId="7a623cc0-5b6c-43c7-88a0-ff55db19c79e" providerId="ADAL" clId="{936AACFE-9E91-48D8-94B7-4291B5ECC86F}" dt="2024-01-30T12:10:14.528" v="974" actId="20577"/>
        <pc:sldMkLst>
          <pc:docMk/>
          <pc:sldMk cId="836928335" sldId="326"/>
        </pc:sldMkLst>
      </pc:sldChg>
      <pc:sldChg chg="addSp modSp add mod ord">
        <pc:chgData name="Bram Heyns" userId="7a623cc0-5b6c-43c7-88a0-ff55db19c79e" providerId="ADAL" clId="{936AACFE-9E91-48D8-94B7-4291B5ECC86F}" dt="2024-01-30T13:18:09.803" v="1649" actId="14100"/>
        <pc:sldMkLst>
          <pc:docMk/>
          <pc:sldMk cId="2107275339" sldId="327"/>
        </pc:sldMkLst>
      </pc:sldChg>
      <pc:sldChg chg="addSp modSp new">
        <pc:chgData name="Bram Heyns" userId="7a623cc0-5b6c-43c7-88a0-ff55db19c79e" providerId="ADAL" clId="{936AACFE-9E91-48D8-94B7-4291B5ECC86F}" dt="2024-01-30T11:54:09.277" v="206" actId="1076"/>
        <pc:sldMkLst>
          <pc:docMk/>
          <pc:sldMk cId="2132616460" sldId="328"/>
        </pc:sldMkLst>
      </pc:sldChg>
      <pc:sldChg chg="addSp modSp new mod">
        <pc:chgData name="Bram Heyns" userId="7a623cc0-5b6c-43c7-88a0-ff55db19c79e" providerId="ADAL" clId="{936AACFE-9E91-48D8-94B7-4291B5ECC86F}" dt="2024-01-30T11:55:58.501" v="242"/>
        <pc:sldMkLst>
          <pc:docMk/>
          <pc:sldMk cId="2349766767" sldId="329"/>
        </pc:sldMkLst>
      </pc:sldChg>
      <pc:sldChg chg="addSp modSp new mod">
        <pc:chgData name="Bram Heyns" userId="7a623cc0-5b6c-43c7-88a0-ff55db19c79e" providerId="ADAL" clId="{936AACFE-9E91-48D8-94B7-4291B5ECC86F}" dt="2024-01-30T11:56:35.065" v="289" actId="1076"/>
        <pc:sldMkLst>
          <pc:docMk/>
          <pc:sldMk cId="289175944" sldId="330"/>
        </pc:sldMkLst>
      </pc:sldChg>
      <pc:sldChg chg="addSp modSp new mod">
        <pc:chgData name="Bram Heyns" userId="7a623cc0-5b6c-43c7-88a0-ff55db19c79e" providerId="ADAL" clId="{936AACFE-9E91-48D8-94B7-4291B5ECC86F}" dt="2024-01-30T11:57:33.566" v="316" actId="20577"/>
        <pc:sldMkLst>
          <pc:docMk/>
          <pc:sldMk cId="90372241" sldId="331"/>
        </pc:sldMkLst>
      </pc:sldChg>
      <pc:sldChg chg="addSp modSp new mod">
        <pc:chgData name="Bram Heyns" userId="7a623cc0-5b6c-43c7-88a0-ff55db19c79e" providerId="ADAL" clId="{936AACFE-9E91-48D8-94B7-4291B5ECC86F}" dt="2024-01-30T12:04:57.819" v="652" actId="1076"/>
        <pc:sldMkLst>
          <pc:docMk/>
          <pc:sldMk cId="4024725787" sldId="332"/>
        </pc:sldMkLst>
      </pc:sldChg>
      <pc:sldChg chg="addSp delSp modSp new mod">
        <pc:chgData name="Bram Heyns" userId="7a623cc0-5b6c-43c7-88a0-ff55db19c79e" providerId="ADAL" clId="{936AACFE-9E91-48D8-94B7-4291B5ECC86F}" dt="2024-01-30T12:05:14.146" v="654" actId="1076"/>
        <pc:sldMkLst>
          <pc:docMk/>
          <pc:sldMk cId="2660873040" sldId="333"/>
        </pc:sldMkLst>
      </pc:sldChg>
      <pc:sldChg chg="addSp modSp new mod">
        <pc:chgData name="Bram Heyns" userId="7a623cc0-5b6c-43c7-88a0-ff55db19c79e" providerId="ADAL" clId="{936AACFE-9E91-48D8-94B7-4291B5ECC86F}" dt="2024-01-30T12:05:52.459" v="689" actId="14100"/>
        <pc:sldMkLst>
          <pc:docMk/>
          <pc:sldMk cId="3885272106" sldId="334"/>
        </pc:sldMkLst>
      </pc:sldChg>
      <pc:sldChg chg="addSp modSp new mod">
        <pc:chgData name="Bram Heyns" userId="7a623cc0-5b6c-43c7-88a0-ff55db19c79e" providerId="ADAL" clId="{936AACFE-9E91-48D8-94B7-4291B5ECC86F}" dt="2024-01-30T12:06:30.021" v="736" actId="1076"/>
        <pc:sldMkLst>
          <pc:docMk/>
          <pc:sldMk cId="687382830" sldId="335"/>
        </pc:sldMkLst>
      </pc:sldChg>
      <pc:sldChg chg="addSp delSp modSp add mod">
        <pc:chgData name="Bram Heyns" userId="7a623cc0-5b6c-43c7-88a0-ff55db19c79e" providerId="ADAL" clId="{936AACFE-9E91-48D8-94B7-4291B5ECC86F}" dt="2024-01-30T12:07:01.747" v="742" actId="1076"/>
        <pc:sldMkLst>
          <pc:docMk/>
          <pc:sldMk cId="2543209766" sldId="336"/>
        </pc:sldMkLst>
      </pc:sldChg>
      <pc:sldChg chg="addSp modSp new mod modAnim">
        <pc:chgData name="Bram Heyns" userId="7a623cc0-5b6c-43c7-88a0-ff55db19c79e" providerId="ADAL" clId="{936AACFE-9E91-48D8-94B7-4291B5ECC86F}" dt="2024-02-29T14:14:12.311" v="1771" actId="20577"/>
        <pc:sldMkLst>
          <pc:docMk/>
          <pc:sldMk cId="1348875364" sldId="337"/>
        </pc:sldMkLst>
      </pc:sldChg>
      <pc:sldChg chg="addSp modSp new mod">
        <pc:chgData name="Bram Heyns" userId="7a623cc0-5b6c-43c7-88a0-ff55db19c79e" providerId="ADAL" clId="{936AACFE-9E91-48D8-94B7-4291B5ECC86F}" dt="2024-01-30T12:09:00.579" v="820" actId="1076"/>
        <pc:sldMkLst>
          <pc:docMk/>
          <pc:sldMk cId="1241473050" sldId="338"/>
        </pc:sldMkLst>
      </pc:sldChg>
      <pc:sldChg chg="addSp modSp new mod">
        <pc:chgData name="Bram Heyns" userId="7a623cc0-5b6c-43c7-88a0-ff55db19c79e" providerId="ADAL" clId="{936AACFE-9E91-48D8-94B7-4291B5ECC86F}" dt="2024-02-29T14:23:34.594" v="1802" actId="1076"/>
        <pc:sldMkLst>
          <pc:docMk/>
          <pc:sldMk cId="3940026190" sldId="339"/>
        </pc:sldMkLst>
      </pc:sldChg>
      <pc:sldChg chg="addSp modSp new mod ord">
        <pc:chgData name="Bram Heyns" userId="7a623cc0-5b6c-43c7-88a0-ff55db19c79e" providerId="ADAL" clId="{936AACFE-9E91-48D8-94B7-4291B5ECC86F}" dt="2024-01-30T12:42:38.254" v="1431" actId="1582"/>
        <pc:sldMkLst>
          <pc:docMk/>
          <pc:sldMk cId="533404214" sldId="340"/>
        </pc:sldMkLst>
      </pc:sldChg>
      <pc:sldChg chg="new del">
        <pc:chgData name="Bram Heyns" userId="7a623cc0-5b6c-43c7-88a0-ff55db19c79e" providerId="ADAL" clId="{936AACFE-9E91-48D8-94B7-4291B5ECC86F}" dt="2024-01-30T12:19:23.202" v="1100" actId="680"/>
        <pc:sldMkLst>
          <pc:docMk/>
          <pc:sldMk cId="2437452281" sldId="340"/>
        </pc:sldMkLst>
      </pc:sldChg>
      <pc:sldChg chg="addSp modSp new mod">
        <pc:chgData name="Bram Heyns" userId="7a623cc0-5b6c-43c7-88a0-ff55db19c79e" providerId="ADAL" clId="{936AACFE-9E91-48D8-94B7-4291B5ECC86F}" dt="2024-01-30T12:37:21.423" v="1197" actId="20577"/>
        <pc:sldMkLst>
          <pc:docMk/>
          <pc:sldMk cId="1912127846" sldId="341"/>
        </pc:sldMkLst>
      </pc:sldChg>
      <pc:sldChg chg="addSp modSp new mod">
        <pc:chgData name="Bram Heyns" userId="7a623cc0-5b6c-43c7-88a0-ff55db19c79e" providerId="ADAL" clId="{936AACFE-9E91-48D8-94B7-4291B5ECC86F}" dt="2024-01-30T12:37:56.890" v="1245" actId="1076"/>
        <pc:sldMkLst>
          <pc:docMk/>
          <pc:sldMk cId="3051477127" sldId="342"/>
        </pc:sldMkLst>
      </pc:sldChg>
      <pc:sldChg chg="addSp modSp new mod ord">
        <pc:chgData name="Bram Heyns" userId="7a623cc0-5b6c-43c7-88a0-ff55db19c79e" providerId="ADAL" clId="{936AACFE-9E91-48D8-94B7-4291B5ECC86F}" dt="2024-01-30T12:38:46.288" v="1297" actId="1076"/>
        <pc:sldMkLst>
          <pc:docMk/>
          <pc:sldMk cId="1681361722" sldId="343"/>
        </pc:sldMkLst>
      </pc:sldChg>
      <pc:sldChg chg="addSp delSp modSp new mod">
        <pc:chgData name="Bram Heyns" userId="7a623cc0-5b6c-43c7-88a0-ff55db19c79e" providerId="ADAL" clId="{936AACFE-9E91-48D8-94B7-4291B5ECC86F}" dt="2024-02-29T14:29:26.782" v="1870" actId="1076"/>
        <pc:sldMkLst>
          <pc:docMk/>
          <pc:sldMk cId="361776133" sldId="344"/>
        </pc:sldMkLst>
      </pc:sldChg>
      <pc:sldChg chg="modSp add mod">
        <pc:chgData name="Bram Heyns" userId="7a623cc0-5b6c-43c7-88a0-ff55db19c79e" providerId="ADAL" clId="{936AACFE-9E91-48D8-94B7-4291B5ECC86F}" dt="2024-01-30T12:43:06.645" v="1434" actId="1076"/>
        <pc:sldMkLst>
          <pc:docMk/>
          <pc:sldMk cId="3108591951" sldId="345"/>
        </pc:sldMkLst>
      </pc:sldChg>
      <pc:sldChg chg="modSp add mod">
        <pc:chgData name="Bram Heyns" userId="7a623cc0-5b6c-43c7-88a0-ff55db19c79e" providerId="ADAL" clId="{936AACFE-9E91-48D8-94B7-4291B5ECC86F}" dt="2024-01-30T12:43:20.215" v="1436" actId="14100"/>
        <pc:sldMkLst>
          <pc:docMk/>
          <pc:sldMk cId="913900522" sldId="346"/>
        </pc:sldMkLst>
      </pc:sldChg>
      <pc:sldChg chg="addSp modSp new mod">
        <pc:chgData name="Bram Heyns" userId="7a623cc0-5b6c-43c7-88a0-ff55db19c79e" providerId="ADAL" clId="{936AACFE-9E91-48D8-94B7-4291B5ECC86F}" dt="2024-01-30T12:44:22.204" v="1482" actId="1076"/>
        <pc:sldMkLst>
          <pc:docMk/>
          <pc:sldMk cId="1378221559" sldId="347"/>
        </pc:sldMkLst>
      </pc:sldChg>
      <pc:sldChg chg="addSp modSp new mod">
        <pc:chgData name="Bram Heyns" userId="7a623cc0-5b6c-43c7-88a0-ff55db19c79e" providerId="ADAL" clId="{936AACFE-9E91-48D8-94B7-4291B5ECC86F}" dt="2024-03-01T08:19:43.605" v="2550" actId="20577"/>
        <pc:sldMkLst>
          <pc:docMk/>
          <pc:sldMk cId="3929160776" sldId="348"/>
        </pc:sldMkLst>
      </pc:sldChg>
      <pc:sldChg chg="addSp modSp new mod">
        <pc:chgData name="Bram Heyns" userId="7a623cc0-5b6c-43c7-88a0-ff55db19c79e" providerId="ADAL" clId="{936AACFE-9E91-48D8-94B7-4291B5ECC86F}" dt="2024-01-30T12:45:57.118" v="1583" actId="14100"/>
        <pc:sldMkLst>
          <pc:docMk/>
          <pc:sldMk cId="1771227885" sldId="349"/>
        </pc:sldMkLst>
      </pc:sldChg>
      <pc:sldChg chg="addSp modSp new mod">
        <pc:chgData name="Bram Heyns" userId="7a623cc0-5b6c-43c7-88a0-ff55db19c79e" providerId="ADAL" clId="{936AACFE-9E91-48D8-94B7-4291B5ECC86F}" dt="2024-01-30T13:19:28.524" v="1680" actId="1035"/>
        <pc:sldMkLst>
          <pc:docMk/>
          <pc:sldMk cId="713956221" sldId="350"/>
        </pc:sldMkLst>
      </pc:sldChg>
      <pc:sldChg chg="addSp delSp modSp new mod">
        <pc:chgData name="Bram Heyns" userId="7a623cc0-5b6c-43c7-88a0-ff55db19c79e" providerId="ADAL" clId="{936AACFE-9E91-48D8-94B7-4291B5ECC86F}" dt="2024-03-17T16:27:11.752" v="2832" actId="1076"/>
        <pc:sldMkLst>
          <pc:docMk/>
          <pc:sldMk cId="314980536" sldId="351"/>
        </pc:sldMkLst>
      </pc:sldChg>
      <pc:sldChg chg="addSp modSp new mod">
        <pc:chgData name="Bram Heyns" userId="7a623cc0-5b6c-43c7-88a0-ff55db19c79e" providerId="ADAL" clId="{936AACFE-9E91-48D8-94B7-4291B5ECC86F}" dt="2024-03-17T16:30:51.808" v="2886" actId="1076"/>
        <pc:sldMkLst>
          <pc:docMk/>
          <pc:sldMk cId="1794700837" sldId="352"/>
        </pc:sldMkLst>
      </pc:sldChg>
      <pc:sldChg chg="addSp delSp modSp add mod">
        <pc:chgData name="Bram Heyns" userId="7a623cc0-5b6c-43c7-88a0-ff55db19c79e" providerId="ADAL" clId="{936AACFE-9E91-48D8-94B7-4291B5ECC86F}" dt="2024-02-29T14:32:39.145" v="2052" actId="166"/>
        <pc:sldMkLst>
          <pc:docMk/>
          <pc:sldMk cId="2925158581" sldId="353"/>
        </pc:sldMkLst>
      </pc:sldChg>
      <pc:sldChg chg="addSp delSp modSp new mod">
        <pc:chgData name="Bram Heyns" userId="7a623cc0-5b6c-43c7-88a0-ff55db19c79e" providerId="ADAL" clId="{936AACFE-9E91-48D8-94B7-4291B5ECC86F}" dt="2024-03-01T08:18:51.271" v="2529" actId="403"/>
        <pc:sldMkLst>
          <pc:docMk/>
          <pc:sldMk cId="3569684313" sldId="354"/>
        </pc:sldMkLst>
      </pc:sldChg>
      <pc:sldChg chg="addSp modSp new mod">
        <pc:chgData name="Bram Heyns" userId="7a623cc0-5b6c-43c7-88a0-ff55db19c79e" providerId="ADAL" clId="{936AACFE-9E91-48D8-94B7-4291B5ECC86F}" dt="2024-03-01T08:34:15.035" v="2638" actId="14100"/>
        <pc:sldMkLst>
          <pc:docMk/>
          <pc:sldMk cId="1402989704" sldId="355"/>
        </pc:sldMkLst>
      </pc:sldChg>
      <pc:sldChg chg="new del">
        <pc:chgData name="Bram Heyns" userId="7a623cc0-5b6c-43c7-88a0-ff55db19c79e" providerId="ADAL" clId="{936AACFE-9E91-48D8-94B7-4291B5ECC86F}" dt="2024-03-01T08:34:29.197" v="2639" actId="47"/>
        <pc:sldMkLst>
          <pc:docMk/>
          <pc:sldMk cId="498789099" sldId="356"/>
        </pc:sldMkLst>
      </pc:sldChg>
      <pc:sldChg chg="addSp delSp modSp new mod">
        <pc:chgData name="Bram Heyns" userId="7a623cc0-5b6c-43c7-88a0-ff55db19c79e" providerId="ADAL" clId="{936AACFE-9E91-48D8-94B7-4291B5ECC86F}" dt="2024-03-01T13:08:29.982" v="2797" actId="1035"/>
        <pc:sldMkLst>
          <pc:docMk/>
          <pc:sldMk cId="1703768777" sldId="356"/>
        </pc:sldMkLst>
      </pc:sldChg>
    </pc:docChg>
  </pc:docChgLst>
  <pc:docChgLst>
    <pc:chgData name="Stef Van Wolputte" userId="53954008-e772-4081-b24d-77d1e8f1f00e" providerId="ADAL" clId="{6BCAF94D-CD4B-4F05-A115-CC2F560EEEE9}"/>
    <pc:docChg chg="modSld">
      <pc:chgData name="Stef Van Wolputte" userId="53954008-e772-4081-b24d-77d1e8f1f00e" providerId="ADAL" clId="{6BCAF94D-CD4B-4F05-A115-CC2F560EEEE9}" dt="2024-01-17T12:17:20.815" v="0" actId="1076"/>
      <pc:docMkLst>
        <pc:docMk/>
      </pc:docMkLst>
      <pc:sldChg chg="modSp mod">
        <pc:chgData name="Stef Van Wolputte" userId="53954008-e772-4081-b24d-77d1e8f1f00e" providerId="ADAL" clId="{6BCAF94D-CD4B-4F05-A115-CC2F560EEEE9}" dt="2024-01-17T12:17:20.815" v="0" actId="1076"/>
        <pc:sldMkLst>
          <pc:docMk/>
          <pc:sldMk cId="1650695426" sldId="285"/>
        </pc:sldMkLst>
      </pc:sldChg>
    </pc:docChg>
  </pc:docChgLst>
  <pc:docChgLst>
    <pc:chgData name="Bram Heyns" userId="7a623cc0-5b6c-43c7-88a0-ff55db19c79e" providerId="ADAL" clId="{1DEBF00B-3D6B-4F0D-96FF-5744CABBB069}"/>
    <pc:docChg chg="undo custSel addSld delSld modSld">
      <pc:chgData name="Bram Heyns" userId="7a623cc0-5b6c-43c7-88a0-ff55db19c79e" providerId="ADAL" clId="{1DEBF00B-3D6B-4F0D-96FF-5744CABBB069}" dt="2024-01-15T18:52:16.463" v="1579" actId="1076"/>
      <pc:docMkLst>
        <pc:docMk/>
      </pc:docMkLst>
      <pc:sldChg chg="modSp mod">
        <pc:chgData name="Bram Heyns" userId="7a623cc0-5b6c-43c7-88a0-ff55db19c79e" providerId="ADAL" clId="{1DEBF00B-3D6B-4F0D-96FF-5744CABBB069}" dt="2024-01-15T12:44:13.976" v="28" actId="20577"/>
        <pc:sldMkLst>
          <pc:docMk/>
          <pc:sldMk cId="3616312771" sldId="256"/>
        </pc:sldMkLst>
      </pc:sldChg>
      <pc:sldChg chg="modSp mod">
        <pc:chgData name="Bram Heyns" userId="7a623cc0-5b6c-43c7-88a0-ff55db19c79e" providerId="ADAL" clId="{1DEBF00B-3D6B-4F0D-96FF-5744CABBB069}" dt="2024-01-15T15:30:03.538" v="416" actId="6549"/>
        <pc:sldMkLst>
          <pc:docMk/>
          <pc:sldMk cId="2967960735" sldId="276"/>
        </pc:sldMkLst>
      </pc:sldChg>
      <pc:sldChg chg="addSp delSp modSp mod">
        <pc:chgData name="Bram Heyns" userId="7a623cc0-5b6c-43c7-88a0-ff55db19c79e" providerId="ADAL" clId="{1DEBF00B-3D6B-4F0D-96FF-5744CABBB069}" dt="2024-01-15T12:46:17.940" v="139" actId="20577"/>
        <pc:sldMkLst>
          <pc:docMk/>
          <pc:sldMk cId="2465931479" sldId="279"/>
        </pc:sldMkLst>
      </pc:sldChg>
      <pc:sldChg chg="addSp modSp new mod">
        <pc:chgData name="Bram Heyns" userId="7a623cc0-5b6c-43c7-88a0-ff55db19c79e" providerId="ADAL" clId="{1DEBF00B-3D6B-4F0D-96FF-5744CABBB069}" dt="2024-01-15T15:20:59.581" v="200" actId="404"/>
        <pc:sldMkLst>
          <pc:docMk/>
          <pc:sldMk cId="675346817" sldId="280"/>
        </pc:sldMkLst>
      </pc:sldChg>
      <pc:sldChg chg="del">
        <pc:chgData name="Bram Heyns" userId="7a623cc0-5b6c-43c7-88a0-ff55db19c79e" providerId="ADAL" clId="{1DEBF00B-3D6B-4F0D-96FF-5744CABBB069}" dt="2024-01-15T12:44:22.907" v="29" actId="47"/>
        <pc:sldMkLst>
          <pc:docMk/>
          <pc:sldMk cId="1993953639" sldId="280"/>
        </pc:sldMkLst>
      </pc:sldChg>
      <pc:sldChg chg="addSp modSp new mod">
        <pc:chgData name="Bram Heyns" userId="7a623cc0-5b6c-43c7-88a0-ff55db19c79e" providerId="ADAL" clId="{1DEBF00B-3D6B-4F0D-96FF-5744CABBB069}" dt="2024-01-15T15:22:03.546" v="264" actId="1076"/>
        <pc:sldMkLst>
          <pc:docMk/>
          <pc:sldMk cId="1185047141" sldId="281"/>
        </pc:sldMkLst>
      </pc:sldChg>
      <pc:sldChg chg="del">
        <pc:chgData name="Bram Heyns" userId="7a623cc0-5b6c-43c7-88a0-ff55db19c79e" providerId="ADAL" clId="{1DEBF00B-3D6B-4F0D-96FF-5744CABBB069}" dt="2024-01-15T12:44:22.907" v="29" actId="47"/>
        <pc:sldMkLst>
          <pc:docMk/>
          <pc:sldMk cId="1421185277" sldId="281"/>
        </pc:sldMkLst>
      </pc:sldChg>
      <pc:sldChg chg="addSp modSp new mod">
        <pc:chgData name="Bram Heyns" userId="7a623cc0-5b6c-43c7-88a0-ff55db19c79e" providerId="ADAL" clId="{1DEBF00B-3D6B-4F0D-96FF-5744CABBB069}" dt="2024-01-15T15:22:52.037" v="294" actId="1076"/>
        <pc:sldMkLst>
          <pc:docMk/>
          <pc:sldMk cId="1183630081" sldId="282"/>
        </pc:sldMkLst>
      </pc:sldChg>
      <pc:sldChg chg="del">
        <pc:chgData name="Bram Heyns" userId="7a623cc0-5b6c-43c7-88a0-ff55db19c79e" providerId="ADAL" clId="{1DEBF00B-3D6B-4F0D-96FF-5744CABBB069}" dt="2024-01-15T12:44:22.907" v="29" actId="47"/>
        <pc:sldMkLst>
          <pc:docMk/>
          <pc:sldMk cId="2714648332" sldId="282"/>
        </pc:sldMkLst>
      </pc:sldChg>
      <pc:sldChg chg="del">
        <pc:chgData name="Bram Heyns" userId="7a623cc0-5b6c-43c7-88a0-ff55db19c79e" providerId="ADAL" clId="{1DEBF00B-3D6B-4F0D-96FF-5744CABBB069}" dt="2024-01-15T12:44:22.907" v="29" actId="47"/>
        <pc:sldMkLst>
          <pc:docMk/>
          <pc:sldMk cId="839736251" sldId="283"/>
        </pc:sldMkLst>
      </pc:sldChg>
      <pc:sldChg chg="addSp modSp new mod">
        <pc:chgData name="Bram Heyns" userId="7a623cc0-5b6c-43c7-88a0-ff55db19c79e" providerId="ADAL" clId="{1DEBF00B-3D6B-4F0D-96FF-5744CABBB069}" dt="2024-01-15T15:23:33.090" v="330" actId="1076"/>
        <pc:sldMkLst>
          <pc:docMk/>
          <pc:sldMk cId="2033429285" sldId="283"/>
        </pc:sldMkLst>
      </pc:sldChg>
      <pc:sldChg chg="del">
        <pc:chgData name="Bram Heyns" userId="7a623cc0-5b6c-43c7-88a0-ff55db19c79e" providerId="ADAL" clId="{1DEBF00B-3D6B-4F0D-96FF-5744CABBB069}" dt="2024-01-15T12:44:37.386" v="30" actId="47"/>
        <pc:sldMkLst>
          <pc:docMk/>
          <pc:sldMk cId="11579472" sldId="284"/>
        </pc:sldMkLst>
      </pc:sldChg>
      <pc:sldChg chg="addSp modSp new mod">
        <pc:chgData name="Bram Heyns" userId="7a623cc0-5b6c-43c7-88a0-ff55db19c79e" providerId="ADAL" clId="{1DEBF00B-3D6B-4F0D-96FF-5744CABBB069}" dt="2024-01-15T15:24:08.859" v="354"/>
        <pc:sldMkLst>
          <pc:docMk/>
          <pc:sldMk cId="1826445652" sldId="284"/>
        </pc:sldMkLst>
      </pc:sldChg>
      <pc:sldChg chg="del">
        <pc:chgData name="Bram Heyns" userId="7a623cc0-5b6c-43c7-88a0-ff55db19c79e" providerId="ADAL" clId="{1DEBF00B-3D6B-4F0D-96FF-5744CABBB069}" dt="2024-01-15T12:44:37.386" v="30" actId="47"/>
        <pc:sldMkLst>
          <pc:docMk/>
          <pc:sldMk cId="755707336" sldId="285"/>
        </pc:sldMkLst>
      </pc:sldChg>
      <pc:sldChg chg="addSp modSp new mod">
        <pc:chgData name="Bram Heyns" userId="7a623cc0-5b6c-43c7-88a0-ff55db19c79e" providerId="ADAL" clId="{1DEBF00B-3D6B-4F0D-96FF-5744CABBB069}" dt="2024-01-15T15:25:28.534" v="415" actId="1076"/>
        <pc:sldMkLst>
          <pc:docMk/>
          <pc:sldMk cId="1650695426" sldId="285"/>
        </pc:sldMkLst>
      </pc:sldChg>
      <pc:sldChg chg="new del">
        <pc:chgData name="Bram Heyns" userId="7a623cc0-5b6c-43c7-88a0-ff55db19c79e" providerId="ADAL" clId="{1DEBF00B-3D6B-4F0D-96FF-5744CABBB069}" dt="2024-01-15T15:31:05.130" v="419" actId="47"/>
        <pc:sldMkLst>
          <pc:docMk/>
          <pc:sldMk cId="1260102349" sldId="286"/>
        </pc:sldMkLst>
      </pc:sldChg>
      <pc:sldChg chg="add">
        <pc:chgData name="Bram Heyns" userId="7a623cc0-5b6c-43c7-88a0-ff55db19c79e" providerId="ADAL" clId="{1DEBF00B-3D6B-4F0D-96FF-5744CABBB069}" dt="2024-01-15T15:31:02.375" v="418"/>
        <pc:sldMkLst>
          <pc:docMk/>
          <pc:sldMk cId="2535898083" sldId="298"/>
        </pc:sldMkLst>
      </pc:sldChg>
      <pc:sldChg chg="modSp add mod">
        <pc:chgData name="Bram Heyns" userId="7a623cc0-5b6c-43c7-88a0-ff55db19c79e" providerId="ADAL" clId="{1DEBF00B-3D6B-4F0D-96FF-5744CABBB069}" dt="2024-01-15T15:31:36.030" v="439" actId="20577"/>
        <pc:sldMkLst>
          <pc:docMk/>
          <pc:sldMk cId="708097636" sldId="299"/>
        </pc:sldMkLst>
      </pc:sldChg>
      <pc:sldChg chg="addSp delSp modSp add mod">
        <pc:chgData name="Bram Heyns" userId="7a623cc0-5b6c-43c7-88a0-ff55db19c79e" providerId="ADAL" clId="{1DEBF00B-3D6B-4F0D-96FF-5744CABBB069}" dt="2024-01-15T18:02:39.073" v="474" actId="1076"/>
        <pc:sldMkLst>
          <pc:docMk/>
          <pc:sldMk cId="4013225468" sldId="300"/>
        </pc:sldMkLst>
      </pc:sldChg>
      <pc:sldChg chg="addSp modSp new mod">
        <pc:chgData name="Bram Heyns" userId="7a623cc0-5b6c-43c7-88a0-ff55db19c79e" providerId="ADAL" clId="{1DEBF00B-3D6B-4F0D-96FF-5744CABBB069}" dt="2024-01-15T18:03:38.476" v="522" actId="1076"/>
        <pc:sldMkLst>
          <pc:docMk/>
          <pc:sldMk cId="1248583022" sldId="301"/>
        </pc:sldMkLst>
      </pc:sldChg>
      <pc:sldChg chg="addSp modSp new mod">
        <pc:chgData name="Bram Heyns" userId="7a623cc0-5b6c-43c7-88a0-ff55db19c79e" providerId="ADAL" clId="{1DEBF00B-3D6B-4F0D-96FF-5744CABBB069}" dt="2024-01-15T18:06:49.468" v="546" actId="1076"/>
        <pc:sldMkLst>
          <pc:docMk/>
          <pc:sldMk cId="3971161913" sldId="302"/>
        </pc:sldMkLst>
      </pc:sldChg>
      <pc:sldChg chg="addSp modSp new mod">
        <pc:chgData name="Bram Heyns" userId="7a623cc0-5b6c-43c7-88a0-ff55db19c79e" providerId="ADAL" clId="{1DEBF00B-3D6B-4F0D-96FF-5744CABBB069}" dt="2024-01-15T18:09:11.311" v="592" actId="20577"/>
        <pc:sldMkLst>
          <pc:docMk/>
          <pc:sldMk cId="2145181234" sldId="303"/>
        </pc:sldMkLst>
      </pc:sldChg>
      <pc:sldChg chg="addSp modSp add mod">
        <pc:chgData name="Bram Heyns" userId="7a623cc0-5b6c-43c7-88a0-ff55db19c79e" providerId="ADAL" clId="{1DEBF00B-3D6B-4F0D-96FF-5744CABBB069}" dt="2024-01-15T18:07:40.042" v="569"/>
        <pc:sldMkLst>
          <pc:docMk/>
          <pc:sldMk cId="1566315820" sldId="304"/>
        </pc:sldMkLst>
      </pc:sldChg>
      <pc:sldChg chg="addSp delSp modSp new mod">
        <pc:chgData name="Bram Heyns" userId="7a623cc0-5b6c-43c7-88a0-ff55db19c79e" providerId="ADAL" clId="{1DEBF00B-3D6B-4F0D-96FF-5744CABBB069}" dt="2024-01-15T18:10:22.827" v="613" actId="478"/>
        <pc:sldMkLst>
          <pc:docMk/>
          <pc:sldMk cId="70361596" sldId="305"/>
        </pc:sldMkLst>
      </pc:sldChg>
      <pc:sldChg chg="addSp modSp new mod">
        <pc:chgData name="Bram Heyns" userId="7a623cc0-5b6c-43c7-88a0-ff55db19c79e" providerId="ADAL" clId="{1DEBF00B-3D6B-4F0D-96FF-5744CABBB069}" dt="2024-01-15T18:12:15.032" v="664" actId="1076"/>
        <pc:sldMkLst>
          <pc:docMk/>
          <pc:sldMk cId="2224651308" sldId="306"/>
        </pc:sldMkLst>
      </pc:sldChg>
      <pc:sldChg chg="addSp delSp modSp add mod">
        <pc:chgData name="Bram Heyns" userId="7a623cc0-5b6c-43c7-88a0-ff55db19c79e" providerId="ADAL" clId="{1DEBF00B-3D6B-4F0D-96FF-5744CABBB069}" dt="2024-01-15T18:33:15.649" v="1021"/>
        <pc:sldMkLst>
          <pc:docMk/>
          <pc:sldMk cId="1944041244" sldId="307"/>
        </pc:sldMkLst>
      </pc:sldChg>
      <pc:sldChg chg="addSp delSp modSp add mod">
        <pc:chgData name="Bram Heyns" userId="7a623cc0-5b6c-43c7-88a0-ff55db19c79e" providerId="ADAL" clId="{1DEBF00B-3D6B-4F0D-96FF-5744CABBB069}" dt="2024-01-15T18:25:09.976" v="767" actId="13926"/>
        <pc:sldMkLst>
          <pc:docMk/>
          <pc:sldMk cId="1887199483" sldId="308"/>
        </pc:sldMkLst>
      </pc:sldChg>
      <pc:sldChg chg="addSp modSp new mod">
        <pc:chgData name="Bram Heyns" userId="7a623cc0-5b6c-43c7-88a0-ff55db19c79e" providerId="ADAL" clId="{1DEBF00B-3D6B-4F0D-96FF-5744CABBB069}" dt="2024-01-15T18:30:30.755" v="1016" actId="313"/>
        <pc:sldMkLst>
          <pc:docMk/>
          <pc:sldMk cId="1435739501" sldId="309"/>
        </pc:sldMkLst>
      </pc:sldChg>
      <pc:sldChg chg="addSp modSp new mod">
        <pc:chgData name="Bram Heyns" userId="7a623cc0-5b6c-43c7-88a0-ff55db19c79e" providerId="ADAL" clId="{1DEBF00B-3D6B-4F0D-96FF-5744CABBB069}" dt="2024-01-15T18:27:11.688" v="844" actId="1076"/>
        <pc:sldMkLst>
          <pc:docMk/>
          <pc:sldMk cId="881143464" sldId="310"/>
        </pc:sldMkLst>
      </pc:sldChg>
      <pc:sldChg chg="addSp modSp new mod">
        <pc:chgData name="Bram Heyns" userId="7a623cc0-5b6c-43c7-88a0-ff55db19c79e" providerId="ADAL" clId="{1DEBF00B-3D6B-4F0D-96FF-5744CABBB069}" dt="2024-01-15T18:27:52.600" v="883" actId="1076"/>
        <pc:sldMkLst>
          <pc:docMk/>
          <pc:sldMk cId="2249367165" sldId="311"/>
        </pc:sldMkLst>
      </pc:sldChg>
      <pc:sldChg chg="addSp modSp new mod">
        <pc:chgData name="Bram Heyns" userId="7a623cc0-5b6c-43c7-88a0-ff55db19c79e" providerId="ADAL" clId="{1DEBF00B-3D6B-4F0D-96FF-5744CABBB069}" dt="2024-01-15T18:28:17.081" v="901" actId="1076"/>
        <pc:sldMkLst>
          <pc:docMk/>
          <pc:sldMk cId="1296303338" sldId="312"/>
        </pc:sldMkLst>
      </pc:sldChg>
      <pc:sldChg chg="addSp modSp new mod">
        <pc:chgData name="Bram Heyns" userId="7a623cc0-5b6c-43c7-88a0-ff55db19c79e" providerId="ADAL" clId="{1DEBF00B-3D6B-4F0D-96FF-5744CABBB069}" dt="2024-01-15T18:31:23.600" v="1018" actId="1076"/>
        <pc:sldMkLst>
          <pc:docMk/>
          <pc:sldMk cId="719144268" sldId="313"/>
        </pc:sldMkLst>
      </pc:sldChg>
      <pc:sldChg chg="addSp modSp new mod">
        <pc:chgData name="Bram Heyns" userId="7a623cc0-5b6c-43c7-88a0-ff55db19c79e" providerId="ADAL" clId="{1DEBF00B-3D6B-4F0D-96FF-5744CABBB069}" dt="2024-01-15T18:39:38.500" v="1205" actId="20577"/>
        <pc:sldMkLst>
          <pc:docMk/>
          <pc:sldMk cId="2205367446" sldId="314"/>
        </pc:sldMkLst>
      </pc:sldChg>
      <pc:sldChg chg="addSp modSp new mod">
        <pc:chgData name="Bram Heyns" userId="7a623cc0-5b6c-43c7-88a0-ff55db19c79e" providerId="ADAL" clId="{1DEBF00B-3D6B-4F0D-96FF-5744CABBB069}" dt="2024-01-15T18:41:04.838" v="1269" actId="313"/>
        <pc:sldMkLst>
          <pc:docMk/>
          <pc:sldMk cId="964774666" sldId="315"/>
        </pc:sldMkLst>
      </pc:sldChg>
      <pc:sldChg chg="addSp modSp new mod">
        <pc:chgData name="Bram Heyns" userId="7a623cc0-5b6c-43c7-88a0-ff55db19c79e" providerId="ADAL" clId="{1DEBF00B-3D6B-4F0D-96FF-5744CABBB069}" dt="2024-01-15T18:42:01.415" v="1332" actId="1076"/>
        <pc:sldMkLst>
          <pc:docMk/>
          <pc:sldMk cId="1792295475" sldId="316"/>
        </pc:sldMkLst>
      </pc:sldChg>
      <pc:sldChg chg="addSp delSp modSp add mod">
        <pc:chgData name="Bram Heyns" userId="7a623cc0-5b6c-43c7-88a0-ff55db19c79e" providerId="ADAL" clId="{1DEBF00B-3D6B-4F0D-96FF-5744CABBB069}" dt="2024-01-15T18:43:36.594" v="1375" actId="20577"/>
        <pc:sldMkLst>
          <pc:docMk/>
          <pc:sldMk cId="944783119" sldId="317"/>
        </pc:sldMkLst>
      </pc:sldChg>
      <pc:sldChg chg="del">
        <pc:chgData name="Bram Heyns" userId="7a623cc0-5b6c-43c7-88a0-ff55db19c79e" providerId="ADAL" clId="{1DEBF00B-3D6B-4F0D-96FF-5744CABBB069}" dt="2024-01-15T12:44:37.386" v="30" actId="47"/>
        <pc:sldMkLst>
          <pc:docMk/>
          <pc:sldMk cId="3482395737" sldId="317"/>
        </pc:sldMkLst>
      </pc:sldChg>
      <pc:sldChg chg="del">
        <pc:chgData name="Bram Heyns" userId="7a623cc0-5b6c-43c7-88a0-ff55db19c79e" providerId="ADAL" clId="{1DEBF00B-3D6B-4F0D-96FF-5744CABBB069}" dt="2024-01-15T12:44:37.386" v="30" actId="47"/>
        <pc:sldMkLst>
          <pc:docMk/>
          <pc:sldMk cId="3442410483" sldId="318"/>
        </pc:sldMkLst>
      </pc:sldChg>
      <pc:sldChg chg="addSp delSp modSp add mod">
        <pc:chgData name="Bram Heyns" userId="7a623cc0-5b6c-43c7-88a0-ff55db19c79e" providerId="ADAL" clId="{1DEBF00B-3D6B-4F0D-96FF-5744CABBB069}" dt="2024-01-15T18:44:16.041" v="1386" actId="1076"/>
        <pc:sldMkLst>
          <pc:docMk/>
          <pc:sldMk cId="3913914842" sldId="318"/>
        </pc:sldMkLst>
      </pc:sldChg>
      <pc:sldChg chg="del">
        <pc:chgData name="Bram Heyns" userId="7a623cc0-5b6c-43c7-88a0-ff55db19c79e" providerId="ADAL" clId="{1DEBF00B-3D6B-4F0D-96FF-5744CABBB069}" dt="2024-01-15T12:44:37.386" v="30" actId="47"/>
        <pc:sldMkLst>
          <pc:docMk/>
          <pc:sldMk cId="885033471" sldId="319"/>
        </pc:sldMkLst>
      </pc:sldChg>
      <pc:sldChg chg="addSp delSp modSp new mod">
        <pc:chgData name="Bram Heyns" userId="7a623cc0-5b6c-43c7-88a0-ff55db19c79e" providerId="ADAL" clId="{1DEBF00B-3D6B-4F0D-96FF-5744CABBB069}" dt="2024-01-15T18:45:20.302" v="1431" actId="478"/>
        <pc:sldMkLst>
          <pc:docMk/>
          <pc:sldMk cId="3234746842" sldId="319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6602497" sldId="320"/>
        </pc:sldMkLst>
      </pc:sldChg>
      <pc:sldChg chg="addSp delSp modSp add mod">
        <pc:chgData name="Bram Heyns" userId="7a623cc0-5b6c-43c7-88a0-ff55db19c79e" providerId="ADAL" clId="{1DEBF00B-3D6B-4F0D-96FF-5744CABBB069}" dt="2024-01-15T18:51:15.796" v="1544" actId="20577"/>
        <pc:sldMkLst>
          <pc:docMk/>
          <pc:sldMk cId="694163260" sldId="320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533324637" sldId="321"/>
        </pc:sldMkLst>
      </pc:sldChg>
      <pc:sldChg chg="addSp modSp new mod">
        <pc:chgData name="Bram Heyns" userId="7a623cc0-5b6c-43c7-88a0-ff55db19c79e" providerId="ADAL" clId="{1DEBF00B-3D6B-4F0D-96FF-5744CABBB069}" dt="2024-01-15T18:47:04.266" v="1470" actId="208"/>
        <pc:sldMkLst>
          <pc:docMk/>
          <pc:sldMk cId="3699658295" sldId="321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374042384" sldId="322"/>
        </pc:sldMkLst>
      </pc:sldChg>
      <pc:sldChg chg="addSp modSp new mod">
        <pc:chgData name="Bram Heyns" userId="7a623cc0-5b6c-43c7-88a0-ff55db19c79e" providerId="ADAL" clId="{1DEBF00B-3D6B-4F0D-96FF-5744CABBB069}" dt="2024-01-15T18:48:05.656" v="1479"/>
        <pc:sldMkLst>
          <pc:docMk/>
          <pc:sldMk cId="757763836" sldId="322"/>
        </pc:sldMkLst>
      </pc:sldChg>
      <pc:sldChg chg="addSp modSp new mod">
        <pc:chgData name="Bram Heyns" userId="7a623cc0-5b6c-43c7-88a0-ff55db19c79e" providerId="ADAL" clId="{1DEBF00B-3D6B-4F0D-96FF-5744CABBB069}" dt="2024-01-15T18:50:34.212" v="1523" actId="14100"/>
        <pc:sldMkLst>
          <pc:docMk/>
          <pc:sldMk cId="989379054" sldId="323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2541751677" sldId="323"/>
        </pc:sldMkLst>
      </pc:sldChg>
      <pc:sldChg chg="addSp modSp new mod">
        <pc:chgData name="Bram Heyns" userId="7a623cc0-5b6c-43c7-88a0-ff55db19c79e" providerId="ADAL" clId="{1DEBF00B-3D6B-4F0D-96FF-5744CABBB069}" dt="2024-01-15T18:52:16.463" v="1579" actId="1076"/>
        <pc:sldMkLst>
          <pc:docMk/>
          <pc:sldMk cId="310629636" sldId="324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4149084777" sldId="324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2309687984" sldId="325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4289142109" sldId="326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1060826525" sldId="327"/>
        </pc:sldMkLst>
      </pc:sldChg>
      <pc:sldChg chg="del">
        <pc:chgData name="Bram Heyns" userId="7a623cc0-5b6c-43c7-88a0-ff55db19c79e" providerId="ADAL" clId="{1DEBF00B-3D6B-4F0D-96FF-5744CABBB069}" dt="2024-01-15T12:45:31.824" v="92" actId="47"/>
        <pc:sldMkLst>
          <pc:docMk/>
          <pc:sldMk cId="744625132" sldId="328"/>
        </pc:sldMkLst>
      </pc:sldChg>
      <pc:sldChg chg="del">
        <pc:chgData name="Bram Heyns" userId="7a623cc0-5b6c-43c7-88a0-ff55db19c79e" providerId="ADAL" clId="{1DEBF00B-3D6B-4F0D-96FF-5744CABBB069}" dt="2024-01-15T12:44:22.907" v="29" actId="47"/>
        <pc:sldMkLst>
          <pc:docMk/>
          <pc:sldMk cId="1024797918" sldId="329"/>
        </pc:sldMkLst>
      </pc:sldChg>
    </pc:docChg>
  </pc:docChgLst>
  <pc:docChgLst>
    <pc:chgData name="Bram Heyns" userId="7a623cc0-5b6c-43c7-88a0-ff55db19c79e" providerId="ADAL" clId="{1040EB46-B0F6-4C75-B22B-C789F484EF1D}"/>
    <pc:docChg chg="undo custSel addSld delSld modSld">
      <pc:chgData name="Bram Heyns" userId="7a623cc0-5b6c-43c7-88a0-ff55db19c79e" providerId="ADAL" clId="{1040EB46-B0F6-4C75-B22B-C789F484EF1D}" dt="2024-01-11T12:23:49.550" v="1410" actId="1076"/>
      <pc:docMkLst>
        <pc:docMk/>
      </pc:docMkLst>
      <pc:sldChg chg="modSp mod">
        <pc:chgData name="Bram Heyns" userId="7a623cc0-5b6c-43c7-88a0-ff55db19c79e" providerId="ADAL" clId="{1040EB46-B0F6-4C75-B22B-C789F484EF1D}" dt="2024-01-09T19:57:16.013" v="33" actId="20577"/>
        <pc:sldMkLst>
          <pc:docMk/>
          <pc:sldMk cId="3616312771" sldId="256"/>
        </pc:sldMkLst>
      </pc:sldChg>
      <pc:sldChg chg="addSp delSp modSp mod">
        <pc:chgData name="Bram Heyns" userId="7a623cc0-5b6c-43c7-88a0-ff55db19c79e" providerId="ADAL" clId="{1040EB46-B0F6-4C75-B22B-C789F484EF1D}" dt="2024-01-09T20:01:27.836" v="204" actId="1076"/>
        <pc:sldMkLst>
          <pc:docMk/>
          <pc:sldMk cId="276004885" sldId="257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689163299" sldId="258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3317776675" sldId="259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3787647688" sldId="260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307829333" sldId="261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3867388527" sldId="262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388701437" sldId="263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4284284052" sldId="264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781978728" sldId="265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444846290" sldId="266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2476255192" sldId="267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418017200" sldId="268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2140030491" sldId="269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4175805643" sldId="270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2258085311" sldId="271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3543404890" sldId="272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1740921288" sldId="273"/>
        </pc:sldMkLst>
      </pc:sldChg>
      <pc:sldChg chg="del">
        <pc:chgData name="Bram Heyns" userId="7a623cc0-5b6c-43c7-88a0-ff55db19c79e" providerId="ADAL" clId="{1040EB46-B0F6-4C75-B22B-C789F484EF1D}" dt="2024-01-09T20:00:47.879" v="169" actId="47"/>
        <pc:sldMkLst>
          <pc:docMk/>
          <pc:sldMk cId="3357417941" sldId="274"/>
        </pc:sldMkLst>
      </pc:sldChg>
      <pc:sldChg chg="modSp add mod">
        <pc:chgData name="Bram Heyns" userId="7a623cc0-5b6c-43c7-88a0-ff55db19c79e" providerId="ADAL" clId="{1040EB46-B0F6-4C75-B22B-C789F484EF1D}" dt="2024-01-09T20:00:24.894" v="166" actId="20577"/>
        <pc:sldMkLst>
          <pc:docMk/>
          <pc:sldMk cId="2967960735" sldId="276"/>
        </pc:sldMkLst>
      </pc:sldChg>
      <pc:sldChg chg="addSp delSp modSp add mod">
        <pc:chgData name="Bram Heyns" userId="7a623cc0-5b6c-43c7-88a0-ff55db19c79e" providerId="ADAL" clId="{1040EB46-B0F6-4C75-B22B-C789F484EF1D}" dt="2024-01-09T19:58:30.540" v="87" actId="1076"/>
        <pc:sldMkLst>
          <pc:docMk/>
          <pc:sldMk cId="2081295671" sldId="277"/>
        </pc:sldMkLst>
      </pc:sldChg>
      <pc:sldChg chg="addSp delSp modSp add mod">
        <pc:chgData name="Bram Heyns" userId="7a623cc0-5b6c-43c7-88a0-ff55db19c79e" providerId="ADAL" clId="{1040EB46-B0F6-4C75-B22B-C789F484EF1D}" dt="2024-01-09T19:59:07.236" v="101" actId="1076"/>
        <pc:sldMkLst>
          <pc:docMk/>
          <pc:sldMk cId="1624575407" sldId="278"/>
        </pc:sldMkLst>
      </pc:sldChg>
      <pc:sldChg chg="addSp delSp modSp add mod">
        <pc:chgData name="Bram Heyns" userId="7a623cc0-5b6c-43c7-88a0-ff55db19c79e" providerId="ADAL" clId="{1040EB46-B0F6-4C75-B22B-C789F484EF1D}" dt="2024-01-09T19:59:34.045" v="106" actId="1076"/>
        <pc:sldMkLst>
          <pc:docMk/>
          <pc:sldMk cId="2846727448" sldId="279"/>
        </pc:sldMkLst>
      </pc:sldChg>
      <pc:sldChg chg="addSp delSp modSp new mod">
        <pc:chgData name="Bram Heyns" userId="7a623cc0-5b6c-43c7-88a0-ff55db19c79e" providerId="ADAL" clId="{1040EB46-B0F6-4C75-B22B-C789F484EF1D}" dt="2024-01-09T20:02:53.469" v="267" actId="478"/>
        <pc:sldMkLst>
          <pc:docMk/>
          <pc:sldMk cId="776558176" sldId="280"/>
        </pc:sldMkLst>
      </pc:sldChg>
      <pc:sldChg chg="addSp modSp new mod">
        <pc:chgData name="Bram Heyns" userId="7a623cc0-5b6c-43c7-88a0-ff55db19c79e" providerId="ADAL" clId="{1040EB46-B0F6-4C75-B22B-C789F484EF1D}" dt="2024-01-09T20:08:33.229" v="293" actId="14100"/>
        <pc:sldMkLst>
          <pc:docMk/>
          <pc:sldMk cId="1779919072" sldId="281"/>
        </pc:sldMkLst>
      </pc:sldChg>
      <pc:sldChg chg="addSp delSp modSp new mod">
        <pc:chgData name="Bram Heyns" userId="7a623cc0-5b6c-43c7-88a0-ff55db19c79e" providerId="ADAL" clId="{1040EB46-B0F6-4C75-B22B-C789F484EF1D}" dt="2024-01-10T11:54:44.764" v="556" actId="1076"/>
        <pc:sldMkLst>
          <pc:docMk/>
          <pc:sldMk cId="3957128938" sldId="282"/>
        </pc:sldMkLst>
      </pc:sldChg>
      <pc:sldChg chg="addSp delSp modSp new mod">
        <pc:chgData name="Bram Heyns" userId="7a623cc0-5b6c-43c7-88a0-ff55db19c79e" providerId="ADAL" clId="{1040EB46-B0F6-4C75-B22B-C789F484EF1D}" dt="2024-01-09T20:09:06.509" v="314" actId="478"/>
        <pc:sldMkLst>
          <pc:docMk/>
          <pc:sldMk cId="2127495967" sldId="283"/>
        </pc:sldMkLst>
      </pc:sldChg>
      <pc:sldChg chg="addSp modSp new mod">
        <pc:chgData name="Bram Heyns" userId="7a623cc0-5b6c-43c7-88a0-ff55db19c79e" providerId="ADAL" clId="{1040EB46-B0F6-4C75-B22B-C789F484EF1D}" dt="2024-01-09T20:10:50.718" v="476" actId="20577"/>
        <pc:sldMkLst>
          <pc:docMk/>
          <pc:sldMk cId="3709800086" sldId="284"/>
        </pc:sldMkLst>
      </pc:sldChg>
      <pc:sldChg chg="addSp modSp add mod">
        <pc:chgData name="Bram Heyns" userId="7a623cc0-5b6c-43c7-88a0-ff55db19c79e" providerId="ADAL" clId="{1040EB46-B0F6-4C75-B22B-C789F484EF1D}" dt="2024-01-09T20:11:40.652" v="502" actId="1076"/>
        <pc:sldMkLst>
          <pc:docMk/>
          <pc:sldMk cId="3143338881" sldId="285"/>
        </pc:sldMkLst>
      </pc:sldChg>
      <pc:sldChg chg="addSp modSp new mod">
        <pc:chgData name="Bram Heyns" userId="7a623cc0-5b6c-43c7-88a0-ff55db19c79e" providerId="ADAL" clId="{1040EB46-B0F6-4C75-B22B-C789F484EF1D}" dt="2024-01-10T11:53:56.183" v="548" actId="1076"/>
        <pc:sldMkLst>
          <pc:docMk/>
          <pc:sldMk cId="1755898384" sldId="286"/>
        </pc:sldMkLst>
      </pc:sldChg>
      <pc:sldChg chg="addSp modSp new mod">
        <pc:chgData name="Bram Heyns" userId="7a623cc0-5b6c-43c7-88a0-ff55db19c79e" providerId="ADAL" clId="{1040EB46-B0F6-4C75-B22B-C789F484EF1D}" dt="2024-01-10T11:57:37.602" v="611" actId="1076"/>
        <pc:sldMkLst>
          <pc:docMk/>
          <pc:sldMk cId="272553522" sldId="287"/>
        </pc:sldMkLst>
      </pc:sldChg>
      <pc:sldChg chg="addSp modSp new mod">
        <pc:chgData name="Bram Heyns" userId="7a623cc0-5b6c-43c7-88a0-ff55db19c79e" providerId="ADAL" clId="{1040EB46-B0F6-4C75-B22B-C789F484EF1D}" dt="2024-01-10T11:59:22.841" v="640" actId="207"/>
        <pc:sldMkLst>
          <pc:docMk/>
          <pc:sldMk cId="3748433426" sldId="288"/>
        </pc:sldMkLst>
      </pc:sldChg>
      <pc:sldChg chg="addSp delSp modSp new mod">
        <pc:chgData name="Bram Heyns" userId="7a623cc0-5b6c-43c7-88a0-ff55db19c79e" providerId="ADAL" clId="{1040EB46-B0F6-4C75-B22B-C789F484EF1D}" dt="2024-01-10T12:00:22.439" v="666" actId="14100"/>
        <pc:sldMkLst>
          <pc:docMk/>
          <pc:sldMk cId="3712664771" sldId="289"/>
        </pc:sldMkLst>
      </pc:sldChg>
      <pc:sldChg chg="addSp delSp modSp new mod">
        <pc:chgData name="Bram Heyns" userId="7a623cc0-5b6c-43c7-88a0-ff55db19c79e" providerId="ADAL" clId="{1040EB46-B0F6-4C75-B22B-C789F484EF1D}" dt="2024-01-10T12:01:56.108" v="708" actId="1076"/>
        <pc:sldMkLst>
          <pc:docMk/>
          <pc:sldMk cId="61322704" sldId="290"/>
        </pc:sldMkLst>
      </pc:sldChg>
      <pc:sldChg chg="addSp delSp modSp add mod">
        <pc:chgData name="Bram Heyns" userId="7a623cc0-5b6c-43c7-88a0-ff55db19c79e" providerId="ADAL" clId="{1040EB46-B0F6-4C75-B22B-C789F484EF1D}" dt="2024-01-10T12:09:25.732" v="732" actId="1076"/>
        <pc:sldMkLst>
          <pc:docMk/>
          <pc:sldMk cId="785759542" sldId="291"/>
        </pc:sldMkLst>
      </pc:sldChg>
      <pc:sldChg chg="addSp delSp modSp new del mod">
        <pc:chgData name="Bram Heyns" userId="7a623cc0-5b6c-43c7-88a0-ff55db19c79e" providerId="ADAL" clId="{1040EB46-B0F6-4C75-B22B-C789F484EF1D}" dt="2024-01-10T12:15:40.829" v="800" actId="47"/>
        <pc:sldMkLst>
          <pc:docMk/>
          <pc:sldMk cId="1834471363" sldId="292"/>
        </pc:sldMkLst>
      </pc:sldChg>
      <pc:sldChg chg="addSp modSp new mod">
        <pc:chgData name="Bram Heyns" userId="7a623cc0-5b6c-43c7-88a0-ff55db19c79e" providerId="ADAL" clId="{1040EB46-B0F6-4C75-B22B-C789F484EF1D}" dt="2024-01-10T12:15:22.317" v="799" actId="1076"/>
        <pc:sldMkLst>
          <pc:docMk/>
          <pc:sldMk cId="805913376" sldId="293"/>
        </pc:sldMkLst>
      </pc:sldChg>
      <pc:sldChg chg="addSp delSp modSp add mod">
        <pc:chgData name="Bram Heyns" userId="7a623cc0-5b6c-43c7-88a0-ff55db19c79e" providerId="ADAL" clId="{1040EB46-B0F6-4C75-B22B-C789F484EF1D}" dt="2024-01-10T12:16:23.799" v="807" actId="1076"/>
        <pc:sldMkLst>
          <pc:docMk/>
          <pc:sldMk cId="1759032985" sldId="294"/>
        </pc:sldMkLst>
      </pc:sldChg>
      <pc:sldChg chg="addSp modSp new mod">
        <pc:chgData name="Bram Heyns" userId="7a623cc0-5b6c-43c7-88a0-ff55db19c79e" providerId="ADAL" clId="{1040EB46-B0F6-4C75-B22B-C789F484EF1D}" dt="2024-01-10T12:21:55.402" v="941" actId="5793"/>
        <pc:sldMkLst>
          <pc:docMk/>
          <pc:sldMk cId="3356382497" sldId="295"/>
        </pc:sldMkLst>
      </pc:sldChg>
      <pc:sldChg chg="addSp modSp new mod">
        <pc:chgData name="Bram Heyns" userId="7a623cc0-5b6c-43c7-88a0-ff55db19c79e" providerId="ADAL" clId="{1040EB46-B0F6-4C75-B22B-C789F484EF1D}" dt="2024-01-10T12:32:19.462" v="972" actId="1076"/>
        <pc:sldMkLst>
          <pc:docMk/>
          <pc:sldMk cId="56459990" sldId="296"/>
        </pc:sldMkLst>
      </pc:sldChg>
      <pc:sldChg chg="addSp delSp modSp add mod">
        <pc:chgData name="Bram Heyns" userId="7a623cc0-5b6c-43c7-88a0-ff55db19c79e" providerId="ADAL" clId="{1040EB46-B0F6-4C75-B22B-C789F484EF1D}" dt="2024-01-10T12:34:38.625" v="988" actId="1076"/>
        <pc:sldMkLst>
          <pc:docMk/>
          <pc:sldMk cId="3233816653" sldId="297"/>
        </pc:sldMkLst>
      </pc:sldChg>
      <pc:sldChg chg="addSp modSp new mod">
        <pc:chgData name="Bram Heyns" userId="7a623cc0-5b6c-43c7-88a0-ff55db19c79e" providerId="ADAL" clId="{1040EB46-B0F6-4C75-B22B-C789F484EF1D}" dt="2024-01-10T12:37:43.635" v="1118" actId="1076"/>
        <pc:sldMkLst>
          <pc:docMk/>
          <pc:sldMk cId="1210122103" sldId="298"/>
        </pc:sldMkLst>
      </pc:sldChg>
      <pc:sldChg chg="addSp modSp new mod">
        <pc:chgData name="Bram Heyns" userId="7a623cc0-5b6c-43c7-88a0-ff55db19c79e" providerId="ADAL" clId="{1040EB46-B0F6-4C75-B22B-C789F484EF1D}" dt="2024-01-10T12:39:00.972" v="1124" actId="14100"/>
        <pc:sldMkLst>
          <pc:docMk/>
          <pc:sldMk cId="2032719985" sldId="299"/>
        </pc:sldMkLst>
      </pc:sldChg>
      <pc:sldChg chg="addSp modSp new mod modAnim">
        <pc:chgData name="Bram Heyns" userId="7a623cc0-5b6c-43c7-88a0-ff55db19c79e" providerId="ADAL" clId="{1040EB46-B0F6-4C75-B22B-C789F484EF1D}" dt="2024-01-10T12:40:18.733" v="1148" actId="1076"/>
        <pc:sldMkLst>
          <pc:docMk/>
          <pc:sldMk cId="2899597748" sldId="300"/>
        </pc:sldMkLst>
      </pc:sldChg>
      <pc:sldChg chg="delSp modSp add mod">
        <pc:chgData name="Bram Heyns" userId="7a623cc0-5b6c-43c7-88a0-ff55db19c79e" providerId="ADAL" clId="{1040EB46-B0F6-4C75-B22B-C789F484EF1D}" dt="2024-01-10T12:41:31.870" v="1247" actId="478"/>
        <pc:sldMkLst>
          <pc:docMk/>
          <pc:sldMk cId="3765208796" sldId="301"/>
        </pc:sldMkLst>
      </pc:sldChg>
      <pc:sldChg chg="addSp delSp modSp add mod delAnim">
        <pc:chgData name="Bram Heyns" userId="7a623cc0-5b6c-43c7-88a0-ff55db19c79e" providerId="ADAL" clId="{1040EB46-B0F6-4C75-B22B-C789F484EF1D}" dt="2024-01-10T13:41:33.347" v="1286"/>
        <pc:sldMkLst>
          <pc:docMk/>
          <pc:sldMk cId="937785246" sldId="302"/>
        </pc:sldMkLst>
      </pc:sldChg>
      <pc:sldChg chg="new del">
        <pc:chgData name="Bram Heyns" userId="7a623cc0-5b6c-43c7-88a0-ff55db19c79e" providerId="ADAL" clId="{1040EB46-B0F6-4C75-B22B-C789F484EF1D}" dt="2024-01-10T12:41:42.320" v="1249" actId="680"/>
        <pc:sldMkLst>
          <pc:docMk/>
          <pc:sldMk cId="3497099711" sldId="302"/>
        </pc:sldMkLst>
      </pc:sldChg>
      <pc:sldChg chg="addSp delSp modSp new mod">
        <pc:chgData name="Bram Heyns" userId="7a623cc0-5b6c-43c7-88a0-ff55db19c79e" providerId="ADAL" clId="{1040EB46-B0F6-4C75-B22B-C789F484EF1D}" dt="2024-01-10T13:45:54.911" v="1312" actId="14100"/>
        <pc:sldMkLst>
          <pc:docMk/>
          <pc:sldMk cId="877483560" sldId="303"/>
        </pc:sldMkLst>
      </pc:sldChg>
      <pc:sldChg chg="addSp modSp new">
        <pc:chgData name="Bram Heyns" userId="7a623cc0-5b6c-43c7-88a0-ff55db19c79e" providerId="ADAL" clId="{1040EB46-B0F6-4C75-B22B-C789F484EF1D}" dt="2024-01-10T13:46:21.139" v="1314"/>
        <pc:sldMkLst>
          <pc:docMk/>
          <pc:sldMk cId="1294180572" sldId="304"/>
        </pc:sldMkLst>
      </pc:sldChg>
      <pc:sldChg chg="addSp modSp new mod">
        <pc:chgData name="Bram Heyns" userId="7a623cc0-5b6c-43c7-88a0-ff55db19c79e" providerId="ADAL" clId="{1040EB46-B0F6-4C75-B22B-C789F484EF1D}" dt="2024-01-10T13:46:58.164" v="1343"/>
        <pc:sldMkLst>
          <pc:docMk/>
          <pc:sldMk cId="3037715959" sldId="305"/>
        </pc:sldMkLst>
      </pc:sldChg>
      <pc:sldChg chg="addSp modSp new mod">
        <pc:chgData name="Bram Heyns" userId="7a623cc0-5b6c-43c7-88a0-ff55db19c79e" providerId="ADAL" clId="{1040EB46-B0F6-4C75-B22B-C789F484EF1D}" dt="2024-01-11T12:23:49.550" v="1410" actId="1076"/>
        <pc:sldMkLst>
          <pc:docMk/>
          <pc:sldMk cId="3561051664" sldId="306"/>
        </pc:sldMkLst>
      </pc:sldChg>
      <pc:sldChg chg="addSp modSp new mod">
        <pc:chgData name="Bram Heyns" userId="7a623cc0-5b6c-43c7-88a0-ff55db19c79e" providerId="ADAL" clId="{1040EB46-B0F6-4C75-B22B-C789F484EF1D}" dt="2024-01-11T12:22:15.288" v="1386"/>
        <pc:sldMkLst>
          <pc:docMk/>
          <pc:sldMk cId="1273727764" sldId="307"/>
        </pc:sldMkLst>
      </pc:sldChg>
      <pc:sldChg chg="addSp modSp new mod modAnim">
        <pc:chgData name="Bram Heyns" userId="7a623cc0-5b6c-43c7-88a0-ff55db19c79e" providerId="ADAL" clId="{1040EB46-B0F6-4C75-B22B-C789F484EF1D}" dt="2024-01-11T12:22:42.454" v="1408"/>
        <pc:sldMkLst>
          <pc:docMk/>
          <pc:sldMk cId="662188900" sldId="3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04/17/2025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04/17/2025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12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7" Type="http://schemas.openxmlformats.org/officeDocument/2006/relationships/image" Target="../media/image59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7" Type="http://schemas.openxmlformats.org/officeDocument/2006/relationships/image" Target="../media/image69.svg"/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8.png"/><Relationship Id="rId5" Type="http://schemas.openxmlformats.org/officeDocument/2006/relationships/image" Target="../media/image68.svg"/><Relationship Id="rId4" Type="http://schemas.openxmlformats.org/officeDocument/2006/relationships/image" Target="../media/image56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70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7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image" Target="../media/image80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svg"/><Relationship Id="rId2" Type="http://schemas.openxmlformats.org/officeDocument/2006/relationships/image" Target="../media/image84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7" Type="http://schemas.openxmlformats.org/officeDocument/2006/relationships/image" Target="../media/image91.svg"/><Relationship Id="rId2" Type="http://schemas.openxmlformats.org/officeDocument/2006/relationships/image" Target="../media/image8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0.png"/><Relationship Id="rId5" Type="http://schemas.openxmlformats.org/officeDocument/2006/relationships/image" Target="../media/image89.svg"/><Relationship Id="rId4" Type="http://schemas.openxmlformats.org/officeDocument/2006/relationships/image" Target="../media/image88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svg"/><Relationship Id="rId2" Type="http://schemas.openxmlformats.org/officeDocument/2006/relationships/image" Target="../media/image92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svg"/><Relationship Id="rId2" Type="http://schemas.openxmlformats.org/officeDocument/2006/relationships/image" Target="../media/image9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7.svg"/><Relationship Id="rId4" Type="http://schemas.openxmlformats.org/officeDocument/2006/relationships/image" Target="../media/image96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7" Type="http://schemas.openxmlformats.org/officeDocument/2006/relationships/image" Target="../media/image103.svg"/><Relationship Id="rId2" Type="http://schemas.openxmlformats.org/officeDocument/2006/relationships/image" Target="../media/image9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2.png"/><Relationship Id="rId5" Type="http://schemas.openxmlformats.org/officeDocument/2006/relationships/image" Target="../media/image101.svg"/><Relationship Id="rId4" Type="http://schemas.openxmlformats.org/officeDocument/2006/relationships/image" Target="../media/image100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svg"/><Relationship Id="rId2" Type="http://schemas.openxmlformats.org/officeDocument/2006/relationships/image" Target="../media/image84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svg"/><Relationship Id="rId2" Type="http://schemas.openxmlformats.org/officeDocument/2006/relationships/image" Target="../media/image105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svg"/><Relationship Id="rId2" Type="http://schemas.openxmlformats.org/officeDocument/2006/relationships/image" Target="../media/image107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svg"/><Relationship Id="rId2" Type="http://schemas.openxmlformats.org/officeDocument/2006/relationships/image" Target="../media/image109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svg"/><Relationship Id="rId2" Type="http://schemas.openxmlformats.org/officeDocument/2006/relationships/image" Target="../media/image111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sv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00038E0-F866-4A69-B012-FC3E7C7DBCA8}" type="datetime4">
              <a:rPr lang="en-US" smtClean="0"/>
              <a:t>April 17,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13" name="Graphic 10">
            <a:extLst>
              <a:ext uri="{FF2B5EF4-FFF2-40B4-BE49-F238E27FC236}">
                <a16:creationId xmlns:a16="http://schemas.microsoft.com/office/drawing/2014/main" id="{51DE751A-7A3F-D6AE-25C3-644EB1427392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276C2D8-1CCA-9313-263C-BE7BA6F030B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400BD0D-DF42-6125-4F75-BB6A1C417CD6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A7A548C-8071-4F5D-70A2-09A363BF8933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EA93CC7-CB38-F753-0C0A-4EAB7D04B0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678" r="4678"/>
          <a:stretch/>
        </p:blipFill>
        <p:spPr>
          <a:xfrm rot="16200000">
            <a:off x="1831619" y="1988678"/>
            <a:ext cx="6858001" cy="2880641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7347535-7C29-4646-AB4B-AD7ADFA1EC5F}" type="datetime4">
              <a:rPr lang="en-US" smtClean="0"/>
              <a:t>April 17,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74C591E6-C00F-C1F8-15EB-0920318EC32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8009DB-9DEC-C761-9F63-AC972B2A09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810AE74-A69E-D715-56F3-5934FF11CC3B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1692126-DA4E-887C-E99A-721D7737DEEE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28389A-8E1A-4609-B4BC-942E1F741D2F}" type="datetime4">
              <a:rPr lang="en-US" smtClean="0"/>
              <a:t>April 17,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A6CE125F-0F09-D531-5906-DEE0024F18E4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E78C081-D567-7110-4A41-1A106EB861C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E94E96B-BC8A-D329-00CE-7254A5A50072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0B32232-9825-CD76-B211-D98D150D7235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360C0742-7C35-27FD-F7B8-B99B49F84C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19343" y="1589213"/>
            <a:ext cx="5849106" cy="36962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A4F9D45-4BC8-F585-6E92-6C3F5C5437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3999" b="-3999"/>
          <a:stretch/>
        </p:blipFill>
        <p:spPr>
          <a:xfrm rot="16200000">
            <a:off x="4369743" y="2280680"/>
            <a:ext cx="5635107" cy="232458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29600" y="614106"/>
            <a:ext cx="2149200" cy="5646421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563783-9E54-4A64-80E3-C85DCD4FA97B}" type="datetime4">
              <a:rPr lang="en-US" smtClean="0"/>
              <a:t>April 17,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7C667DC1-8C62-66BF-8EEA-889500EEA890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DD7C630-260D-36FF-BAE9-C1F1BB9E2B49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BF7592A-9691-35B4-4CD1-0397D220854F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7E52044-89B3-E563-3C67-AE2A7B60C1C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DC542420-B007-8E8A-7AEF-F8F9BB58BDE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DEB0BF-4650-4617-A2D9-19BC8C46AAF1}" type="datetime4">
              <a:rPr lang="en-US" smtClean="0"/>
              <a:t>April 17,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44E15D9-B904-6C23-DB9B-FE96682149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738"/>
          <a:stretch>
            <a:fillRect/>
          </a:stretch>
        </p:blipFill>
        <p:spPr>
          <a:xfrm rot="10800000">
            <a:off x="0" y="0"/>
            <a:ext cx="4708559" cy="3150972"/>
          </a:xfrm>
          <a:custGeom>
            <a:avLst/>
            <a:gdLst>
              <a:gd name="connsiteX0" fmla="*/ 4708559 w 4708559"/>
              <a:gd name="connsiteY0" fmla="*/ 3150972 h 3150972"/>
              <a:gd name="connsiteX1" fmla="*/ 0 w 4708559"/>
              <a:gd name="connsiteY1" fmla="*/ 3150972 h 3150972"/>
              <a:gd name="connsiteX2" fmla="*/ 0 w 4708559"/>
              <a:gd name="connsiteY2" fmla="*/ 0 h 3150972"/>
              <a:gd name="connsiteX3" fmla="*/ 4708559 w 4708559"/>
              <a:gd name="connsiteY3" fmla="*/ 0 h 315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8559" h="3150972">
                <a:moveTo>
                  <a:pt x="4708559" y="3150972"/>
                </a:moveTo>
                <a:lnTo>
                  <a:pt x="0" y="3150972"/>
                </a:lnTo>
                <a:lnTo>
                  <a:pt x="0" y="0"/>
                </a:lnTo>
                <a:lnTo>
                  <a:pt x="4708559" y="0"/>
                </a:lnTo>
                <a:close/>
              </a:path>
            </a:pathLst>
          </a:cu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777EEE4-3753-4D64-AE46-551F2790F8A1}" type="datetime4">
              <a:rPr lang="en-US" smtClean="0"/>
              <a:t>April 17,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E48BC169-BE0A-CD52-B729-7A8321F2E6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754"/>
          <a:stretch>
            <a:fillRect/>
          </a:stretch>
        </p:blipFill>
        <p:spPr>
          <a:xfrm rot="10800000">
            <a:off x="-1" y="3348810"/>
            <a:ext cx="4694740" cy="3135330"/>
          </a:xfrm>
          <a:custGeom>
            <a:avLst/>
            <a:gdLst>
              <a:gd name="connsiteX0" fmla="*/ 4694740 w 4694740"/>
              <a:gd name="connsiteY0" fmla="*/ 3135330 h 3135330"/>
              <a:gd name="connsiteX1" fmla="*/ 0 w 4694740"/>
              <a:gd name="connsiteY1" fmla="*/ 3135330 h 3135330"/>
              <a:gd name="connsiteX2" fmla="*/ 0 w 4694740"/>
              <a:gd name="connsiteY2" fmla="*/ 0 h 3135330"/>
              <a:gd name="connsiteX3" fmla="*/ 4694740 w 4694740"/>
              <a:gd name="connsiteY3" fmla="*/ 0 h 313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4740" h="3135330">
                <a:moveTo>
                  <a:pt x="4694740" y="3135330"/>
                </a:moveTo>
                <a:lnTo>
                  <a:pt x="0" y="3135330"/>
                </a:lnTo>
                <a:lnTo>
                  <a:pt x="0" y="0"/>
                </a:lnTo>
                <a:lnTo>
                  <a:pt x="4694740" y="0"/>
                </a:lnTo>
                <a:close/>
              </a:path>
            </a:pathLst>
          </a:cu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26401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B2F6AC21-BFC3-4525-8B41-8B5913F62ABC}" type="datetime4">
              <a:rPr lang="en-US" smtClean="0"/>
              <a:t>April 17, 2025</a:t>
            </a:fld>
            <a:endParaRPr lang="en-BE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A2FF52-2606-D47E-1C09-77E2018FAD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738"/>
          <a:stretch>
            <a:fillRect/>
          </a:stretch>
        </p:blipFill>
        <p:spPr>
          <a:xfrm rot="10800000">
            <a:off x="0" y="0"/>
            <a:ext cx="4708559" cy="3150972"/>
          </a:xfrm>
          <a:custGeom>
            <a:avLst/>
            <a:gdLst>
              <a:gd name="connsiteX0" fmla="*/ 4708559 w 4708559"/>
              <a:gd name="connsiteY0" fmla="*/ 3150972 h 3150972"/>
              <a:gd name="connsiteX1" fmla="*/ 0 w 4708559"/>
              <a:gd name="connsiteY1" fmla="*/ 3150972 h 3150972"/>
              <a:gd name="connsiteX2" fmla="*/ 0 w 4708559"/>
              <a:gd name="connsiteY2" fmla="*/ 0 h 3150972"/>
              <a:gd name="connsiteX3" fmla="*/ 4708559 w 4708559"/>
              <a:gd name="connsiteY3" fmla="*/ 0 h 315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8559" h="3150972">
                <a:moveTo>
                  <a:pt x="4708559" y="3150972"/>
                </a:moveTo>
                <a:lnTo>
                  <a:pt x="0" y="3150972"/>
                </a:lnTo>
                <a:lnTo>
                  <a:pt x="0" y="0"/>
                </a:lnTo>
                <a:lnTo>
                  <a:pt x="4708559" y="0"/>
                </a:lnTo>
                <a:close/>
              </a:path>
            </a:pathLst>
          </a:custGeom>
        </p:spPr>
      </p:pic>
      <p:sp>
        <p:nvSpPr>
          <p:cNvPr id="18" name="Title 6">
            <a:extLst>
              <a:ext uri="{FF2B5EF4-FFF2-40B4-BE49-F238E27FC236}">
                <a16:creationId xmlns:a16="http://schemas.microsoft.com/office/drawing/2014/main" id="{2CC2B56C-04C9-0097-B992-D4AAEE6D7B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91063B6-E4BA-5CD4-29E1-3AA1B5D63796}"/>
              </a:ext>
            </a:extLst>
          </p:cNvPr>
          <p:cNvGrpSpPr/>
          <p:nvPr userDrawn="1"/>
        </p:nvGrpSpPr>
        <p:grpSpPr>
          <a:xfrm>
            <a:off x="6969945" y="625641"/>
            <a:ext cx="4491488" cy="5606717"/>
            <a:chOff x="6663337" y="0"/>
            <a:chExt cx="5010150" cy="6254161"/>
          </a:xfrm>
          <a:solidFill>
            <a:srgbClr val="E8EBEE"/>
          </a:solidFill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AD1644A2-6606-40CB-7F1B-E76D588DA8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663338" y="2113005"/>
              <a:ext cx="5010148" cy="1907584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1C2669B-5EAB-3BD5-6A25-2E074B1737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6663338" y="0"/>
              <a:ext cx="5010148" cy="190758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B60B2BAA-FF76-016A-AE82-B1E108A123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663337" y="4346577"/>
              <a:ext cx="5010150" cy="1907584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/>
              <a:t>Inhoud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6D865C2-7BB3-49EE-851A-EE1F81E0825E}" type="datetime4">
              <a:rPr lang="en-US" smtClean="0"/>
              <a:t>April 17,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 err="1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32AF3EB5-ACD0-6B09-1FF2-DEA60249A7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4238293" y="2126818"/>
            <a:ext cx="6903349" cy="260980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E949FA5-2A21-A3D7-3120-30E1A0CBA1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DE3B9E7-321A-4E6C-8E9F-AD1E1D839DFB}" type="datetime4">
              <a:rPr lang="en-US" smtClean="0"/>
              <a:t>April 17,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grpSp>
        <p:nvGrpSpPr>
          <p:cNvPr id="3" name="Graphic 10">
            <a:extLst>
              <a:ext uri="{FF2B5EF4-FFF2-40B4-BE49-F238E27FC236}">
                <a16:creationId xmlns:a16="http://schemas.microsoft.com/office/drawing/2014/main" id="{E6D829A7-C904-8A9A-23A5-FCBB631672D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4155CDF-5BB2-0B73-B13E-F402F1F0D01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24181C2-5222-6331-32FB-3046650FADA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852D811-CBE1-B69B-7B4E-CF783C29DE54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0C7DC0E9-206B-3EC5-5A9A-91594C0EE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0447"/>
          <a:stretch/>
        </p:blipFill>
        <p:spPr>
          <a:xfrm rot="10800000">
            <a:off x="6675543" y="5426034"/>
            <a:ext cx="4761335" cy="143196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E0157AD-A891-A1AC-9563-C7000319F2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6421892" y="1787400"/>
            <a:ext cx="5204805" cy="32832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BC9DF6-267F-1569-9F12-E1CB06A9EE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22AABF0-1A3A-478C-9148-A8AF51AC8D47}" type="datetime4">
              <a:rPr lang="en-US" smtClean="0"/>
              <a:t>April 17,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0F6ABC66-C52D-493A-4A02-B555F6CEE44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5B06E84-D286-23DC-F2C9-D7FBA527FF0D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0F0368-348F-B91F-4B87-D7C0EE032C43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79A3EDF-2B81-916C-4B07-44D213CFBB32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42AD5C7-A0B4-4BAF-A407-55E27D09B4B0}" type="datetime4">
              <a:rPr lang="en-US" smtClean="0"/>
              <a:t>April 17,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60CC606-236A-479D-919A-C0CBFEDA0D3A}" type="datetime4">
              <a:rPr lang="en-US" smtClean="0"/>
              <a:t>April 17,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532D8BA-A475-4F28-85A3-F5D83E86EB88}" type="datetime4">
              <a:rPr lang="en-US" smtClean="0"/>
              <a:t>April 17, 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57E6AF9-7610-4073-BBBC-EBBA40F1E011}" type="datetime4">
              <a:rPr lang="en-US" smtClean="0"/>
              <a:t>April 17,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FC55A0A-43BD-4A06-8CB7-A44A9C987641}" type="datetime4">
              <a:rPr lang="en-US" smtClean="0"/>
              <a:t>April 17,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F1E4942-FFF0-41CC-8BCB-8FDC564FF7DE}" type="datetime4">
              <a:rPr lang="en-US" smtClean="0"/>
              <a:t>April 17,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6E68734-2502-4DC5-8E12-4C3074920550}" type="datetime4">
              <a:rPr lang="en-US" smtClean="0"/>
              <a:t>April 17,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32ADBBFE-8B79-4B13-5185-1AA5D799B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>
            <a:off x="5760375" y="941218"/>
            <a:ext cx="7887684" cy="4975564"/>
          </a:xfrm>
          <a:custGeom>
            <a:avLst/>
            <a:gdLst>
              <a:gd name="connsiteX0" fmla="*/ 7887684 w 7887684"/>
              <a:gd name="connsiteY0" fmla="*/ 0 h 4975564"/>
              <a:gd name="connsiteX1" fmla="*/ 7887684 w 7887684"/>
              <a:gd name="connsiteY1" fmla="*/ 1171661 h 4975564"/>
              <a:gd name="connsiteX2" fmla="*/ 7372842 w 7887684"/>
              <a:gd name="connsiteY2" fmla="*/ 1171661 h 4975564"/>
              <a:gd name="connsiteX3" fmla="*/ 7372842 w 7887684"/>
              <a:gd name="connsiteY3" fmla="*/ 4975564 h 4975564"/>
              <a:gd name="connsiteX4" fmla="*/ 503731 w 7887684"/>
              <a:gd name="connsiteY4" fmla="*/ 4975564 h 4975564"/>
              <a:gd name="connsiteX5" fmla="*/ 503731 w 7887684"/>
              <a:gd name="connsiteY5" fmla="*/ 1171661 h 4975564"/>
              <a:gd name="connsiteX6" fmla="*/ 0 w 7887684"/>
              <a:gd name="connsiteY6" fmla="*/ 1171661 h 4975564"/>
              <a:gd name="connsiteX7" fmla="*/ 0 w 7887684"/>
              <a:gd name="connsiteY7" fmla="*/ 0 h 4975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87684" h="4975564">
                <a:moveTo>
                  <a:pt x="7887684" y="0"/>
                </a:moveTo>
                <a:lnTo>
                  <a:pt x="7887684" y="1171661"/>
                </a:lnTo>
                <a:lnTo>
                  <a:pt x="7372842" y="1171661"/>
                </a:lnTo>
                <a:lnTo>
                  <a:pt x="7372842" y="4975564"/>
                </a:lnTo>
                <a:lnTo>
                  <a:pt x="503731" y="4975564"/>
                </a:lnTo>
                <a:lnTo>
                  <a:pt x="503731" y="1171661"/>
                </a:lnTo>
                <a:lnTo>
                  <a:pt x="0" y="117166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C3897D9-0CFC-46F1-83A0-B86449D007C5}" type="datetime4">
              <a:rPr lang="en-US" smtClean="0"/>
              <a:t>April 17,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03BA3DC6-D65A-81E9-A20F-81CD2B1DCF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54" r="8887" b="5227"/>
          <a:stretch>
            <a:fillRect/>
          </a:stretch>
        </p:blipFill>
        <p:spPr>
          <a:xfrm rot="16200000">
            <a:off x="6269881" y="946992"/>
            <a:ext cx="6869112" cy="4975126"/>
          </a:xfrm>
          <a:custGeom>
            <a:avLst/>
            <a:gdLst>
              <a:gd name="connsiteX0" fmla="*/ 6869112 w 6869112"/>
              <a:gd name="connsiteY0" fmla="*/ 0 h 4975126"/>
              <a:gd name="connsiteX1" fmla="*/ 6869112 w 6869112"/>
              <a:gd name="connsiteY1" fmla="*/ 4975126 h 4975126"/>
              <a:gd name="connsiteX2" fmla="*/ 0 w 6869112"/>
              <a:gd name="connsiteY2" fmla="*/ 4975126 h 4975126"/>
              <a:gd name="connsiteX3" fmla="*/ 1 w 6869112"/>
              <a:gd name="connsiteY3" fmla="*/ 0 h 497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9112" h="4975126">
                <a:moveTo>
                  <a:pt x="6869112" y="0"/>
                </a:moveTo>
                <a:lnTo>
                  <a:pt x="6869112" y="4975126"/>
                </a:lnTo>
                <a:lnTo>
                  <a:pt x="0" y="4975126"/>
                </a:lnTo>
                <a:lnTo>
                  <a:pt x="1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83E18A-8356-4C05-AA86-59628396F09C}" type="datetime4">
              <a:rPr lang="en-US" smtClean="0"/>
              <a:t>April 17,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2848F40-D88C-A8ED-DFA0-683C7CFBF6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>
            <a:off x="5760941" y="941436"/>
            <a:ext cx="7886991" cy="4975127"/>
          </a:xfrm>
          <a:custGeom>
            <a:avLst/>
            <a:gdLst>
              <a:gd name="connsiteX0" fmla="*/ 7886991 w 7886991"/>
              <a:gd name="connsiteY0" fmla="*/ 0 h 4975127"/>
              <a:gd name="connsiteX1" fmla="*/ 7886991 w 7886991"/>
              <a:gd name="connsiteY1" fmla="*/ 439703 h 4975127"/>
              <a:gd name="connsiteX2" fmla="*/ 7372495 w 7886991"/>
              <a:gd name="connsiteY2" fmla="*/ 439703 h 4975127"/>
              <a:gd name="connsiteX3" fmla="*/ 7372495 w 7886991"/>
              <a:gd name="connsiteY3" fmla="*/ 4975127 h 4975127"/>
              <a:gd name="connsiteX4" fmla="*/ 514495 w 7886991"/>
              <a:gd name="connsiteY4" fmla="*/ 4975127 h 4975127"/>
              <a:gd name="connsiteX5" fmla="*/ 514495 w 7886991"/>
              <a:gd name="connsiteY5" fmla="*/ 159287 h 4975127"/>
              <a:gd name="connsiteX6" fmla="*/ 0 w 7886991"/>
              <a:gd name="connsiteY6" fmla="*/ 159287 h 4975127"/>
              <a:gd name="connsiteX7" fmla="*/ 0 w 7886991"/>
              <a:gd name="connsiteY7" fmla="*/ 0 h 4975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86991" h="4975127">
                <a:moveTo>
                  <a:pt x="7886991" y="0"/>
                </a:moveTo>
                <a:lnTo>
                  <a:pt x="7886991" y="439703"/>
                </a:lnTo>
                <a:lnTo>
                  <a:pt x="7372495" y="439703"/>
                </a:lnTo>
                <a:lnTo>
                  <a:pt x="7372495" y="4975127"/>
                </a:lnTo>
                <a:lnTo>
                  <a:pt x="514495" y="4975127"/>
                </a:lnTo>
                <a:lnTo>
                  <a:pt x="514495" y="159287"/>
                </a:lnTo>
                <a:lnTo>
                  <a:pt x="0" y="159287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5812BC2-1117-44DF-BEC4-DA3763B9AE3E}" type="datetime4">
              <a:rPr lang="en-US" smtClean="0"/>
              <a:t>April 17,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08800" y="0"/>
            <a:ext cx="2895600" cy="6857999"/>
          </a:xfrm>
          <a:prstGeom prst="rect">
            <a:avLst/>
          </a:prstGeom>
        </p:spPr>
      </p:pic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C284C3B-27D8-42B0-927F-55218B35D330}" type="datetime4">
              <a:rPr lang="en-US" smtClean="0"/>
              <a:t>April 17,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89809BE-53FE-4ABE-97EF-0FEC1F1E990D}" type="datetime4">
              <a:rPr lang="en-US" smtClean="0"/>
              <a:t>April 17,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26E3B6F-42EA-4209-A4D0-23ADBA701ED9}" type="datetime4">
              <a:rPr lang="en-US" smtClean="0"/>
              <a:t>April 17,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F48614C-D2F1-4A5F-9AEC-1A66E833860F}" type="datetime4">
              <a:rPr lang="en-US" smtClean="0"/>
              <a:t>April 17, 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41180CC7-99F5-41E8-A207-AC7562EA2F60}" type="datetime4">
              <a:rPr lang="en-US" smtClean="0"/>
              <a:t>April 17,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3399EBEA-97FF-4CBF-8BED-FAEDA705AD88}" type="datetime4">
              <a:rPr lang="en-US" smtClean="0"/>
              <a:t>April 17, 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23F100BE-2251-4668-AC91-55E2814C2609}" type="datetime4">
              <a:rPr lang="en-US" smtClean="0"/>
              <a:t>April 17,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74AE3C-6CE6-407A-A1B1-8B2AAA1BD1FE}" type="datetime4">
              <a:rPr lang="en-US" smtClean="0"/>
              <a:t>April 17, 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241240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512763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3322914-609B-4E08-98E9-3CEDB8C46811}" type="datetime4">
              <a:rPr lang="en-US" smtClean="0"/>
              <a:t>April 17, 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667344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1028697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94A19648-DD44-44C8-B683-0311A2AEBA75}" type="datetime4">
              <a:rPr lang="en-US" smtClean="0"/>
              <a:t>April 17, 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err="1"/>
              <a:t>Bijschrift</a:t>
            </a:r>
            <a:r>
              <a:rPr lang="en-GB"/>
              <a:t> (</a:t>
            </a:r>
            <a:r>
              <a:rPr lang="en-GB" err="1"/>
              <a:t>lijn</a:t>
            </a:r>
            <a:r>
              <a:rPr lang="en-GB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1E21EB2-53A1-47EF-A35A-9E8839398673}" type="datetime4">
              <a:rPr lang="en-US" smtClean="0"/>
              <a:t>April 17,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461CEEE9-F3F8-417B-9499-1EBD5B76741E}" type="datetime4">
              <a:rPr lang="en-US" smtClean="0"/>
              <a:t>April 17,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80D8AAFC-0838-4933-9251-26B1B5F950AD}" type="datetime4">
              <a:rPr lang="en-US" smtClean="0"/>
              <a:t>April 17, 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772BA24-2CA0-4952-9840-BBD8BB1EF432}" type="datetime4">
              <a:rPr lang="en-US" smtClean="0"/>
              <a:t>April 17,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58E465A-A100-42BF-94F3-5FCEF86D0DBC}" type="datetime4">
              <a:rPr lang="en-US" smtClean="0"/>
              <a:t>April 17,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DB67526-3CA8-45E5-A773-C9C3F683BB94}" type="datetime4">
              <a:rPr lang="en-US" smtClean="0"/>
              <a:t>April 17,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91873E6-9523-4E8C-818B-F4E55DDED461}" type="datetime4">
              <a:rPr lang="en-US" smtClean="0"/>
              <a:t>April 17, 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714BDC6-0435-BE27-0FED-7FAA9A86C2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B19EE2F-A7FB-40DD-B400-0BA302B483BF}" type="datetime4">
              <a:rPr lang="en-US" smtClean="0"/>
              <a:t>April 17,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416CE6B-2974-44DE-A7B0-F94502A227B0}" type="datetime4">
              <a:rPr lang="en-US" smtClean="0"/>
              <a:t>April 17,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6314AC0-17EE-A056-A312-DC697CB96C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80" t="961" r="334"/>
          <a:stretch>
            <a:fillRect/>
          </a:stretch>
        </p:blipFill>
        <p:spPr>
          <a:xfrm>
            <a:off x="1" y="0"/>
            <a:ext cx="12210011" cy="6858000"/>
          </a:xfrm>
          <a:custGeom>
            <a:avLst/>
            <a:gdLst>
              <a:gd name="connsiteX0" fmla="*/ 0 w 12210011"/>
              <a:gd name="connsiteY0" fmla="*/ 0 h 6858000"/>
              <a:gd name="connsiteX1" fmla="*/ 12210011 w 12210011"/>
              <a:gd name="connsiteY1" fmla="*/ 0 h 6858000"/>
              <a:gd name="connsiteX2" fmla="*/ 12210011 w 12210011"/>
              <a:gd name="connsiteY2" fmla="*/ 6858000 h 6858000"/>
              <a:gd name="connsiteX3" fmla="*/ 0 w 122100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0011" h="6858000">
                <a:moveTo>
                  <a:pt x="0" y="0"/>
                </a:moveTo>
                <a:lnTo>
                  <a:pt x="12210011" y="0"/>
                </a:lnTo>
                <a:lnTo>
                  <a:pt x="1221001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5B6FB74-A158-45A4-8BF9-622926009448}" type="datetime4">
              <a:rPr lang="en-US" smtClean="0"/>
              <a:t>April 17, 2025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207C47B-FF97-4B0D-A736-29D91E0D3CD1}" type="datetime4">
              <a:rPr lang="en-US" smtClean="0"/>
              <a:t>April 17, 2025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506C553B-F633-02CA-1430-79ED3F76C36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0369"/>
          <a:stretch/>
        </p:blipFill>
        <p:spPr>
          <a:xfrm rot="16200000">
            <a:off x="6057132" y="1216307"/>
            <a:ext cx="7844350" cy="4425386"/>
          </a:xfrm>
          <a:custGeom>
            <a:avLst/>
            <a:gdLst>
              <a:gd name="connsiteX0" fmla="*/ 7844350 w 7844350"/>
              <a:gd name="connsiteY0" fmla="*/ 0 h 4425386"/>
              <a:gd name="connsiteX1" fmla="*/ 7844350 w 7844350"/>
              <a:gd name="connsiteY1" fmla="*/ 120086 h 4425386"/>
              <a:gd name="connsiteX2" fmla="*/ 7351175 w 7844350"/>
              <a:gd name="connsiteY2" fmla="*/ 120086 h 4425386"/>
              <a:gd name="connsiteX3" fmla="*/ 7351175 w 7844350"/>
              <a:gd name="connsiteY3" fmla="*/ 4425386 h 4425386"/>
              <a:gd name="connsiteX4" fmla="*/ 493176 w 7844350"/>
              <a:gd name="connsiteY4" fmla="*/ 4425386 h 4425386"/>
              <a:gd name="connsiteX5" fmla="*/ 493176 w 7844350"/>
              <a:gd name="connsiteY5" fmla="*/ 120086 h 4425386"/>
              <a:gd name="connsiteX6" fmla="*/ 0 w 7844350"/>
              <a:gd name="connsiteY6" fmla="*/ 120086 h 4425386"/>
              <a:gd name="connsiteX7" fmla="*/ 0 w 7844350"/>
              <a:gd name="connsiteY7" fmla="*/ 0 h 442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4350" h="4425386">
                <a:moveTo>
                  <a:pt x="7844350" y="0"/>
                </a:moveTo>
                <a:lnTo>
                  <a:pt x="7844350" y="120086"/>
                </a:lnTo>
                <a:lnTo>
                  <a:pt x="7351175" y="120086"/>
                </a:lnTo>
                <a:lnTo>
                  <a:pt x="7351175" y="4425386"/>
                </a:lnTo>
                <a:lnTo>
                  <a:pt x="493176" y="4425386"/>
                </a:lnTo>
                <a:lnTo>
                  <a:pt x="493176" y="120086"/>
                </a:lnTo>
                <a:lnTo>
                  <a:pt x="0" y="12008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C4C8487-62F9-4BAC-800E-518181057217}" type="datetime4">
              <a:rPr lang="en-US" smtClean="0"/>
              <a:t>April 17, 2025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EF7217FF-8C88-D49F-720B-61816BB41F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635"/>
          <a:stretch>
            <a:fillRect/>
          </a:stretch>
        </p:blipFill>
        <p:spPr>
          <a:xfrm rot="10800000">
            <a:off x="4457698" y="-1"/>
            <a:ext cx="7734302" cy="5572125"/>
          </a:xfrm>
          <a:custGeom>
            <a:avLst/>
            <a:gdLst>
              <a:gd name="connsiteX0" fmla="*/ 7734302 w 7734302"/>
              <a:gd name="connsiteY0" fmla="*/ 5572125 h 5572125"/>
              <a:gd name="connsiteX1" fmla="*/ 0 w 7734302"/>
              <a:gd name="connsiteY1" fmla="*/ 5572125 h 5572125"/>
              <a:gd name="connsiteX2" fmla="*/ 0 w 7734302"/>
              <a:gd name="connsiteY2" fmla="*/ 0 h 5572125"/>
              <a:gd name="connsiteX3" fmla="*/ 7734302 w 7734302"/>
              <a:gd name="connsiteY3" fmla="*/ 0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4302" h="5572125">
                <a:moveTo>
                  <a:pt x="7734302" y="5572125"/>
                </a:moveTo>
                <a:lnTo>
                  <a:pt x="0" y="5572125"/>
                </a:lnTo>
                <a:lnTo>
                  <a:pt x="0" y="0"/>
                </a:lnTo>
                <a:lnTo>
                  <a:pt x="7734302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A5BF5F0-19BD-43C4-913D-05858F831297}" type="datetime4">
              <a:rPr lang="en-US" smtClean="0"/>
              <a:t>April 17,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Thank you!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grpSp>
        <p:nvGrpSpPr>
          <p:cNvPr id="5" name="Graphic 10">
            <a:extLst>
              <a:ext uri="{FF2B5EF4-FFF2-40B4-BE49-F238E27FC236}">
                <a16:creationId xmlns:a16="http://schemas.microsoft.com/office/drawing/2014/main" id="{3FA490B3-BA2A-220F-6EA4-8DA088E69F45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7C7A75E-7545-95C0-23EB-76431010DAC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D9ECE8B-9D83-C24E-59FA-54B253418D9F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1ABC01C-5F71-E3C7-B08D-5D4B21AEA79A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nl" smtClean="0"/>
              <a:pPr/>
              <a:t>‹#›</a:t>
            </a:fld>
            <a:endParaRPr lang="nl"/>
          </a:p>
        </p:txBody>
      </p:sp>
    </p:spTree>
    <p:extLst>
      <p:ext uri="{BB962C8B-B14F-4D97-AF65-F5344CB8AC3E}">
        <p14:creationId xmlns:p14="http://schemas.microsoft.com/office/powerpoint/2010/main" val="153696385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F975E6E-9984-48EA-8BFB-6F3F206EF7A9}" type="datetime4">
              <a:rPr lang="en-US" smtClean="0"/>
              <a:t>April 17,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9C143F9C-CA51-6A3D-6038-55DBC067B4FD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0F346C8-75E7-EFD5-11A3-1FDB31BF24F1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DBE9E14-4424-E241-FDF8-85AA09573C18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AAEA66E-84C1-243A-2FAA-9684BEF1E8B1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DA376B0-7373-A672-75C0-6A9DD58A7E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772" r="4772"/>
          <a:stretch/>
        </p:blipFill>
        <p:spPr>
          <a:xfrm rot="16200000">
            <a:off x="1828616" y="1985677"/>
            <a:ext cx="6858003" cy="2886641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3F2C37F-556E-406F-9458-21E81A583320}" type="datetime4">
              <a:rPr lang="en-US" smtClean="0"/>
              <a:t>April 17,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BBF98F45-4D7B-13A2-4B34-65E5083C5E3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5DFA883-E525-D03F-5DE8-910CE3CF20F8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554B8CE-B78E-F35C-A8DF-50FEECBA2D5E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701AD00-4BFC-2E10-72A1-902DD99B64C2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3552A53-57A9-4123-A19D-AF6EF1D84AC7}" type="datetime4">
              <a:rPr lang="en-US" smtClean="0"/>
              <a:t>April 17,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57E57CC2-DCC5-8672-8C95-AFB9D8C26A07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2C5EADB-B585-94E9-A617-73C56D711796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5E04FAA-E02A-9AF4-3C50-85A67ED8F6E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8145DD8-0A0B-A731-0582-A2F2FBB1F54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81C1C3-3BCD-6737-872A-E43678CDBB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604866"/>
            <a:ext cx="5842800" cy="368564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A2B2E9-7A2E-EA50-CBBE-56D4A955C0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6400" y="623490"/>
            <a:ext cx="2159683" cy="5648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E1C7CCF-738D-5AA5-7E62-F47408B1E1C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29600" y="624480"/>
            <a:ext cx="2149200" cy="5646421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983CE4-6A89-4BC4-9063-576D7731B37F}" type="datetime4">
              <a:rPr lang="en-US" smtClean="0"/>
              <a:t>April 17,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9" name="Graphic 10">
            <a:extLst>
              <a:ext uri="{FF2B5EF4-FFF2-40B4-BE49-F238E27FC236}">
                <a16:creationId xmlns:a16="http://schemas.microsoft.com/office/drawing/2014/main" id="{3C1594A3-4DC1-62AA-A006-B9A8B3730899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9A26693-DC12-E2C0-3445-E388E66D571B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DCD578B-91E4-245A-672F-7EAF322558FA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5871F6A-F814-6E6B-BBA8-EEF6752600C1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92000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Picture Placeholder 22">
            <a:extLst>
              <a:ext uri="{FF2B5EF4-FFF2-40B4-BE49-F238E27FC236}">
                <a16:creationId xmlns:a16="http://schemas.microsoft.com/office/drawing/2014/main" id="{6DCDE9D4-B475-F9D0-1FC0-F25E79A6409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CF7FC78-DDAB-4243-9CCE-C903B9201449}" type="datetime4">
              <a:rPr lang="en-US" smtClean="0"/>
              <a:t>April 17,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E3A3DB3-3F3E-9E1D-4D82-D3A61E6966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4238293" y="2126818"/>
            <a:ext cx="6903349" cy="260980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7836F46-0818-6D94-A02D-96FEDE21A4D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9F3360-0027-4857-9662-D3E751560510}" type="datetime4">
              <a:rPr lang="en-US" smtClean="0"/>
              <a:t>April 17,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DE188515-991E-1E96-BBEA-B1081967BEC3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8738046-82EE-4563-3C5D-9F8377C47A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B1C4AFE-6F80-C561-251A-FC5E7165034B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9920C01-2CDB-20F3-B636-FF067418E720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28C50E3-30E0-578B-06D1-F44116DB10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21892" y="1787410"/>
            <a:ext cx="5204806" cy="32832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063A626-3A96-7011-342D-0DD4422CFE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3526"/>
          <a:stretch/>
        </p:blipFill>
        <p:spPr>
          <a:xfrm rot="5400000">
            <a:off x="8340234" y="3693405"/>
            <a:ext cx="1431956" cy="489723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5D436B6-1FD6-9F4B-F52D-042A47AC1C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29E6737-1C28-472F-9E2A-5FCFBD3FC7B6}" type="datetime4">
              <a:rPr lang="en-US" smtClean="0"/>
              <a:t>April 17,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11" name="Graphic 10">
            <a:extLst>
              <a:ext uri="{FF2B5EF4-FFF2-40B4-BE49-F238E27FC236}">
                <a16:creationId xmlns:a16="http://schemas.microsoft.com/office/drawing/2014/main" id="{3B76C253-628F-9553-A266-8DAA5077A6D2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95BCF7D-B453-828F-9892-9AC16F22C592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E8AA942-14AE-2ADC-8D2C-9EEDD7F38A96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F277AE3-CC3C-423E-3373-35824337120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316B8EE-66A0-4D2A-AF45-1EE4BCF5CEB4}" type="datetime4">
              <a:rPr lang="en-US" smtClean="0"/>
              <a:t>April 17,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6327"/>
            <a:ext cx="12192000" cy="6765346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C80AFBC7-764D-4682-96CF-0C8AF7946CF9}" type="datetime4">
              <a:rPr lang="en-US" smtClean="0"/>
              <a:t>April 17, 2025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F8D715B-DD2B-44D4-9ACB-211E977DB2A0}" type="datetime4">
              <a:rPr lang="en-US" smtClean="0"/>
              <a:t>April 17, 2025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163841E5-F71C-A65C-0467-85C1386F5CC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1493"/>
          <a:stretch>
            <a:fillRect/>
          </a:stretch>
        </p:blipFill>
        <p:spPr>
          <a:xfrm rot="16200000">
            <a:off x="6033971" y="1222092"/>
            <a:ext cx="7902247" cy="4413812"/>
          </a:xfrm>
          <a:custGeom>
            <a:avLst/>
            <a:gdLst>
              <a:gd name="connsiteX0" fmla="*/ 7902247 w 7902247"/>
              <a:gd name="connsiteY0" fmla="*/ 0 h 4413812"/>
              <a:gd name="connsiteX1" fmla="*/ 7902247 w 7902247"/>
              <a:gd name="connsiteY1" fmla="*/ 324412 h 4413812"/>
              <a:gd name="connsiteX2" fmla="*/ 7380122 w 7902247"/>
              <a:gd name="connsiteY2" fmla="*/ 324412 h 4413812"/>
              <a:gd name="connsiteX3" fmla="*/ 7380122 w 7902247"/>
              <a:gd name="connsiteY3" fmla="*/ 4413812 h 4413812"/>
              <a:gd name="connsiteX4" fmla="*/ 522122 w 7902247"/>
              <a:gd name="connsiteY4" fmla="*/ 4413812 h 4413812"/>
              <a:gd name="connsiteX5" fmla="*/ 522122 w 7902247"/>
              <a:gd name="connsiteY5" fmla="*/ 324412 h 4413812"/>
              <a:gd name="connsiteX6" fmla="*/ 0 w 7902247"/>
              <a:gd name="connsiteY6" fmla="*/ 324412 h 4413812"/>
              <a:gd name="connsiteX7" fmla="*/ 0 w 7902247"/>
              <a:gd name="connsiteY7" fmla="*/ 0 h 441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2247" h="4413812">
                <a:moveTo>
                  <a:pt x="7902247" y="0"/>
                </a:moveTo>
                <a:lnTo>
                  <a:pt x="7902247" y="324412"/>
                </a:lnTo>
                <a:lnTo>
                  <a:pt x="7380122" y="324412"/>
                </a:lnTo>
                <a:lnTo>
                  <a:pt x="7380122" y="4413812"/>
                </a:lnTo>
                <a:lnTo>
                  <a:pt x="522122" y="4413812"/>
                </a:lnTo>
                <a:lnTo>
                  <a:pt x="522122" y="324412"/>
                </a:lnTo>
                <a:lnTo>
                  <a:pt x="0" y="324412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2BE8ABE-FDB1-4B95-A815-1C25EF26DC0C}" type="datetime4">
              <a:rPr lang="en-US" smtClean="0"/>
              <a:t>April 17, 2025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DE57CD68-75B6-F13A-63EF-6346852222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0800000">
            <a:off x="4457698" y="8628"/>
            <a:ext cx="8839202" cy="5563497"/>
          </a:xfrm>
          <a:custGeom>
            <a:avLst/>
            <a:gdLst>
              <a:gd name="connsiteX0" fmla="*/ 8839202 w 8839202"/>
              <a:gd name="connsiteY0" fmla="*/ 5563497 h 5563497"/>
              <a:gd name="connsiteX1" fmla="*/ 1104900 w 8839202"/>
              <a:gd name="connsiteY1" fmla="*/ 5563497 h 5563497"/>
              <a:gd name="connsiteX2" fmla="*/ 1104900 w 8839202"/>
              <a:gd name="connsiteY2" fmla="*/ 619125 h 5563497"/>
              <a:gd name="connsiteX3" fmla="*/ 0 w 8839202"/>
              <a:gd name="connsiteY3" fmla="*/ 619125 h 5563497"/>
              <a:gd name="connsiteX4" fmla="*/ 0 w 8839202"/>
              <a:gd name="connsiteY4" fmla="*/ 0 h 5563497"/>
              <a:gd name="connsiteX5" fmla="*/ 8839202 w 8839202"/>
              <a:gd name="connsiteY5" fmla="*/ 0 h 5563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39202" h="5563497">
                <a:moveTo>
                  <a:pt x="8839202" y="5563497"/>
                </a:moveTo>
                <a:lnTo>
                  <a:pt x="1104900" y="5563497"/>
                </a:lnTo>
                <a:lnTo>
                  <a:pt x="1104900" y="619125"/>
                </a:lnTo>
                <a:lnTo>
                  <a:pt x="0" y="619125"/>
                </a:lnTo>
                <a:lnTo>
                  <a:pt x="0" y="0"/>
                </a:lnTo>
                <a:lnTo>
                  <a:pt x="8839202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/>
              <a:t>Thank you!</a:t>
            </a:r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1CE0209-A8C7-478F-AE71-C0DE1A68769A}" type="datetime4">
              <a:rPr lang="en-US" smtClean="0"/>
              <a:t>April 17,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grpSp>
        <p:nvGrpSpPr>
          <p:cNvPr id="3" name="Graphic 10">
            <a:extLst>
              <a:ext uri="{FF2B5EF4-FFF2-40B4-BE49-F238E27FC236}">
                <a16:creationId xmlns:a16="http://schemas.microsoft.com/office/drawing/2014/main" id="{44A32813-423B-8134-322B-5A2B5FDB1B21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546B831-1E36-13F1-8868-74DD4DB04824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96986BD-C4EC-0405-339A-FFF18706B355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EE5414C-4FAC-4204-FE6E-42D8391EA72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8000" y="0"/>
            <a:ext cx="9054000" cy="63492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235EE27-552D-4277-A769-DD08257557A6}" type="datetime4">
              <a:rPr lang="en-US" smtClean="0"/>
              <a:t>April 17,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301D1E9F-E6B2-B5D1-1827-D053386286BB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E27AF2D-C6F7-243D-3C18-20E3BBEF16C4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5DCE53A-0262-D4D7-49A0-85D6C7AB042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DB6E514-5C22-7BC4-24A0-2203868D65DF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05340" y="0"/>
            <a:ext cx="2895599" cy="6857999"/>
          </a:xfrm>
          <a:prstGeom prst="rect">
            <a:avLst/>
          </a:prstGeom>
        </p:spPr>
      </p:pic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5DFB45B-92CF-4D6C-86E5-D181C6809EAA}" type="datetime4">
              <a:rPr lang="en-US" smtClean="0"/>
              <a:t>April 17, 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5" name="Graphic 10">
            <a:extLst>
              <a:ext uri="{FF2B5EF4-FFF2-40B4-BE49-F238E27FC236}">
                <a16:creationId xmlns:a16="http://schemas.microsoft.com/office/drawing/2014/main" id="{E8CF470B-72E0-D9D6-B1CB-241A3CD4D9B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AF8A1D8-D002-25D6-4C8C-666353B043AC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888F446-A2BD-0AED-5CF2-D74AB8FBF9D1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4D202D3-BBE0-80BF-E93E-F7FF3DCCF8D5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b="105"/>
          <a:stretch/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257D039-91A4-4753-B9F5-8238926249CB}" type="datetime4">
              <a:rPr lang="en-US" smtClean="0"/>
              <a:t>April 17,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6" name="Graphic 10">
            <a:extLst>
              <a:ext uri="{FF2B5EF4-FFF2-40B4-BE49-F238E27FC236}">
                <a16:creationId xmlns:a16="http://schemas.microsoft.com/office/drawing/2014/main" id="{A7393BF6-5FD7-26E9-3157-41097A4D53B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54E33E5-A432-AA95-B687-BB3B41344A97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4EEA396-DCED-EAA4-6D63-E576E463432A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C7C38C9-8E3A-6350-A065-E8B91828B207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682CBFF4-CF28-D60B-0A8F-A1E291CBE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9600" y="610953"/>
            <a:ext cx="2149200" cy="564642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EE2F46D-8983-466C-AC7D-7A1ABE9F6550}" type="datetime4">
              <a:rPr lang="en-US" smtClean="0"/>
              <a:t>April 17,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of </a:t>
            </a:r>
            <a:r>
              <a:rPr lang="en-GB" err="1"/>
              <a:t>lange</a:t>
            </a:r>
            <a:r>
              <a:rPr lang="en-GB"/>
              <a:t>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B788746E-BC0B-0FC7-9721-89C8559A6EC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675FDB64-3D0D-C816-CD72-B26E69E15BB9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C72694B-37FA-E963-DE94-AEBB46ED4951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2588CF9-1E9E-BF1B-4BAF-99411DDC6E6D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92000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82C58521-27CC-2140-D1FA-C88E80CAB59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err="1"/>
              <a:t>Plaats</a:t>
            </a:r>
            <a:r>
              <a:rPr lang="en-GB"/>
              <a:t> </a:t>
            </a:r>
            <a:r>
              <a:rPr lang="en-GB" err="1"/>
              <a:t>eerst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afbeelding</a:t>
            </a:r>
            <a:r>
              <a:rPr lang="en-GB"/>
              <a:t> </a:t>
            </a:r>
            <a:r>
              <a:rPr lang="en-GB" err="1"/>
              <a:t>voordat</a:t>
            </a:r>
            <a:r>
              <a:rPr lang="en-GB"/>
              <a:t> je de </a:t>
            </a:r>
            <a:r>
              <a:rPr lang="en-GB" err="1"/>
              <a:t>titel</a:t>
            </a:r>
            <a:r>
              <a:rPr lang="en-GB"/>
              <a:t> </a:t>
            </a:r>
            <a:r>
              <a:rPr lang="en-GB" err="1"/>
              <a:t>invult</a:t>
            </a:r>
            <a:r>
              <a:rPr lang="en-GB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F95E86C-603C-44F7-83F9-8134D6D95E0E}" type="datetime4">
              <a:rPr lang="en-US" smtClean="0"/>
              <a:t>April 17, 2025</a:t>
            </a:fld>
            <a:endParaRPr lang="en-B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/>
              <a:t>Korte </a:t>
            </a:r>
            <a:r>
              <a:rPr lang="en-GB" err="1"/>
              <a:t>titel</a:t>
            </a:r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Ondertitel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D7FD5E2B-04EF-C0A8-F6FF-07A140820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238291" y="2146774"/>
            <a:ext cx="6903353" cy="26098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DBA32B7-8BF2-4E84-29DF-12C340B1BE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189" r="5189"/>
          <a:stretch/>
        </p:blipFill>
        <p:spPr>
          <a:xfrm rot="5400000">
            <a:off x="7316570" y="1982572"/>
            <a:ext cx="6858002" cy="289285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BA3B903-E368-4723-ADD7-D1583A4B4CB0}" type="datetime4">
              <a:rPr lang="en-US" smtClean="0"/>
              <a:t>April 17, 2025</a:t>
            </a:fld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2" name="Graphic 10">
            <a:extLst>
              <a:ext uri="{FF2B5EF4-FFF2-40B4-BE49-F238E27FC236}">
                <a16:creationId xmlns:a16="http://schemas.microsoft.com/office/drawing/2014/main" id="{FAA310E7-1907-40FB-7FB3-07AC27640316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8C2D1F85-A62C-D889-D9A5-5612D3D7F7CA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AC691A2A-AD2F-8B00-86DE-D2C56C08C600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5881590-E4DD-3058-9B02-DA61A00CFA86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607D464-2B65-AE03-D009-778361451B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2" t="20195" r="2" b="253"/>
          <a:stretch/>
        </p:blipFill>
        <p:spPr>
          <a:xfrm rot="10800000">
            <a:off x="6675543" y="5426034"/>
            <a:ext cx="4761335" cy="143196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465613A-160D-F605-2B4E-32A0D39245C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6429111" y="1787400"/>
            <a:ext cx="5204805" cy="3283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F2CD620-B696-4F43-8B0A-A3FFACF6BD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396"/>
          <a:stretch/>
        </p:blipFill>
        <p:spPr>
          <a:xfrm rot="16200000">
            <a:off x="8317808" y="-1734057"/>
            <a:ext cx="1427412" cy="489552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C7AA20-E1FA-45E2-9083-4F94E7F6210C}" type="datetime4">
              <a:rPr lang="en-US" smtClean="0"/>
              <a:t>April 17,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Ondertitel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Hoofdstuk</a:t>
            </a:r>
            <a:r>
              <a:rPr lang="en-GB"/>
              <a:t> - </a:t>
            </a:r>
            <a:r>
              <a:rPr lang="en-GB" err="1"/>
              <a:t>Titel</a:t>
            </a:r>
            <a:endParaRPr lang="en-BE"/>
          </a:p>
        </p:txBody>
      </p:sp>
      <p:grpSp>
        <p:nvGrpSpPr>
          <p:cNvPr id="10" name="Graphic 10">
            <a:extLst>
              <a:ext uri="{FF2B5EF4-FFF2-40B4-BE49-F238E27FC236}">
                <a16:creationId xmlns:a16="http://schemas.microsoft.com/office/drawing/2014/main" id="{C06E3D14-4ECF-8D83-CA6B-9C0FD02F775F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C839208-3C04-8305-6D57-CDF245116F6B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5B6C7C9-8B51-8E54-1D8D-FDCDB0B9F59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BD6D133-3464-112B-7FA8-C09B3045EFA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65158"/>
          </a:xfrm>
          <a:prstGeom prst="rect">
            <a:avLst/>
          </a:prstGeom>
        </p:spPr>
      </p:pic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AB115C7D-5372-4BC4-87A3-D6F97EA9508D}" type="datetime4">
              <a:rPr lang="en-US" smtClean="0"/>
              <a:t>April 17, 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459FB7-AC3A-4BBC-A5ED-BAEC199EB0EE}" type="datetime4">
              <a:rPr lang="en-US" smtClean="0"/>
              <a:t>April 17, 2025</a:t>
            </a:fld>
            <a:endParaRPr lang="en-BE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229" y="1021445"/>
            <a:ext cx="1121539" cy="900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2546B5E-38BF-4B11-9DE9-FA81DA65D2F6}" type="datetime4">
              <a:rPr lang="en-US" smtClean="0"/>
              <a:t>April 17, 2025</a:t>
            </a:fld>
            <a:endParaRPr lang="en-BE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08212B4-749A-8762-8976-4E8AE1562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058"/>
          <a:stretch>
            <a:fillRect/>
          </a:stretch>
        </p:blipFill>
        <p:spPr>
          <a:xfrm rot="16200000">
            <a:off x="6155702" y="1216305"/>
            <a:ext cx="7647208" cy="4425388"/>
          </a:xfrm>
          <a:custGeom>
            <a:avLst/>
            <a:gdLst>
              <a:gd name="connsiteX0" fmla="*/ 7647208 w 7647208"/>
              <a:gd name="connsiteY0" fmla="*/ 0 h 4425388"/>
              <a:gd name="connsiteX1" fmla="*/ 7647208 w 7647208"/>
              <a:gd name="connsiteY1" fmla="*/ 1649393 h 4425388"/>
              <a:gd name="connsiteX2" fmla="*/ 7252603 w 7647208"/>
              <a:gd name="connsiteY2" fmla="*/ 1649393 h 4425388"/>
              <a:gd name="connsiteX3" fmla="*/ 7252603 w 7647208"/>
              <a:gd name="connsiteY3" fmla="*/ 4425388 h 4425388"/>
              <a:gd name="connsiteX4" fmla="*/ 394604 w 7647208"/>
              <a:gd name="connsiteY4" fmla="*/ 4425388 h 4425388"/>
              <a:gd name="connsiteX5" fmla="*/ 394604 w 7647208"/>
              <a:gd name="connsiteY5" fmla="*/ 1649393 h 4425388"/>
              <a:gd name="connsiteX6" fmla="*/ 0 w 7647208"/>
              <a:gd name="connsiteY6" fmla="*/ 1649393 h 4425388"/>
              <a:gd name="connsiteX7" fmla="*/ 0 w 7647208"/>
              <a:gd name="connsiteY7" fmla="*/ 0 h 4425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7208" h="4425388">
                <a:moveTo>
                  <a:pt x="7647208" y="0"/>
                </a:moveTo>
                <a:lnTo>
                  <a:pt x="7647208" y="1649393"/>
                </a:lnTo>
                <a:lnTo>
                  <a:pt x="7252603" y="1649393"/>
                </a:lnTo>
                <a:lnTo>
                  <a:pt x="7252603" y="4425388"/>
                </a:lnTo>
                <a:lnTo>
                  <a:pt x="394604" y="4425388"/>
                </a:lnTo>
                <a:lnTo>
                  <a:pt x="394604" y="1649393"/>
                </a:lnTo>
                <a:lnTo>
                  <a:pt x="0" y="164939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E2768DA-3E4C-47DB-9D63-BFA383BAFA71}" type="datetime4">
              <a:rPr lang="en-US" smtClean="0"/>
              <a:t>April 17, 2025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08212B4-749A-8762-8976-4E8AE1562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058"/>
          <a:stretch>
            <a:fillRect/>
          </a:stretch>
        </p:blipFill>
        <p:spPr>
          <a:xfrm rot="16200000">
            <a:off x="6155702" y="1216305"/>
            <a:ext cx="7647208" cy="4425388"/>
          </a:xfrm>
          <a:custGeom>
            <a:avLst/>
            <a:gdLst>
              <a:gd name="connsiteX0" fmla="*/ 7647208 w 7647208"/>
              <a:gd name="connsiteY0" fmla="*/ 0 h 4425388"/>
              <a:gd name="connsiteX1" fmla="*/ 7647208 w 7647208"/>
              <a:gd name="connsiteY1" fmla="*/ 1649393 h 4425388"/>
              <a:gd name="connsiteX2" fmla="*/ 7252603 w 7647208"/>
              <a:gd name="connsiteY2" fmla="*/ 1649393 h 4425388"/>
              <a:gd name="connsiteX3" fmla="*/ 7252603 w 7647208"/>
              <a:gd name="connsiteY3" fmla="*/ 4425388 h 4425388"/>
              <a:gd name="connsiteX4" fmla="*/ 394604 w 7647208"/>
              <a:gd name="connsiteY4" fmla="*/ 4425388 h 4425388"/>
              <a:gd name="connsiteX5" fmla="*/ 394604 w 7647208"/>
              <a:gd name="connsiteY5" fmla="*/ 1649393 h 4425388"/>
              <a:gd name="connsiteX6" fmla="*/ 0 w 7647208"/>
              <a:gd name="connsiteY6" fmla="*/ 1649393 h 4425388"/>
              <a:gd name="connsiteX7" fmla="*/ 0 w 7647208"/>
              <a:gd name="connsiteY7" fmla="*/ 0 h 4425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7208" h="4425388">
                <a:moveTo>
                  <a:pt x="7647208" y="0"/>
                </a:moveTo>
                <a:lnTo>
                  <a:pt x="7647208" y="1649393"/>
                </a:lnTo>
                <a:lnTo>
                  <a:pt x="7252603" y="1649393"/>
                </a:lnTo>
                <a:lnTo>
                  <a:pt x="7252603" y="4425388"/>
                </a:lnTo>
                <a:lnTo>
                  <a:pt x="394604" y="4425388"/>
                </a:lnTo>
                <a:lnTo>
                  <a:pt x="394604" y="1649393"/>
                </a:lnTo>
                <a:lnTo>
                  <a:pt x="0" y="164939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"</a:t>
            </a:r>
            <a:r>
              <a:rPr lang="en-GB" err="1"/>
              <a:t>Deze</a:t>
            </a:r>
            <a:r>
              <a:rPr lang="en-GB"/>
              <a:t> slide is perfect </a:t>
            </a:r>
            <a:r>
              <a:rPr lang="en-GB" err="1"/>
              <a:t>voor</a:t>
            </a:r>
            <a:r>
              <a:rPr lang="en-GB"/>
              <a:t> </a:t>
            </a:r>
            <a:r>
              <a:rPr lang="en-GB" err="1"/>
              <a:t>citaten</a:t>
            </a:r>
            <a:r>
              <a:rPr lang="en-GB"/>
              <a:t> of </a:t>
            </a:r>
            <a:r>
              <a:rPr lang="en-GB" err="1"/>
              <a:t>andere</a:t>
            </a:r>
            <a:r>
              <a:rPr lang="en-GB"/>
              <a:t> </a:t>
            </a:r>
            <a:r>
              <a:rPr lang="en-GB" err="1"/>
              <a:t>korte</a:t>
            </a:r>
            <a:r>
              <a:rPr lang="en-GB"/>
              <a:t> </a:t>
            </a:r>
            <a:r>
              <a:rPr lang="en-GB" err="1"/>
              <a:t>teksten</a:t>
            </a:r>
            <a:r>
              <a:rPr lang="en-GB"/>
              <a:t>."</a:t>
            </a:r>
            <a:endParaRPr lang="en-BE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/>
              <a:t>- </a:t>
            </a:r>
            <a:r>
              <a:rPr lang="nl-NL" noProof="0" err="1"/>
              <a:t>Lorem</a:t>
            </a:r>
            <a:r>
              <a:rPr lang="nl-NL" noProof="0"/>
              <a:t> </a:t>
            </a:r>
            <a:r>
              <a:rPr lang="nl-NL" noProof="0" err="1"/>
              <a:t>ipsum</a:t>
            </a:r>
            <a:endParaRPr lang="nl-NL" noProof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3925793-77C6-4810-BD15-8AC450367699}" type="datetime4">
              <a:rPr lang="en-US" smtClean="0"/>
              <a:t>April 17, 2025</a:t>
            </a:fld>
            <a:endParaRPr lang="en-BE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7737058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1856E72-A653-639F-F9E9-A775583AF7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500"/>
          <a:stretch>
            <a:fillRect/>
          </a:stretch>
        </p:blipFill>
        <p:spPr>
          <a:xfrm rot="10800000">
            <a:off x="4457697" y="8628"/>
            <a:ext cx="7734303" cy="5575783"/>
          </a:xfrm>
          <a:custGeom>
            <a:avLst/>
            <a:gdLst>
              <a:gd name="connsiteX0" fmla="*/ 7734303 w 7734303"/>
              <a:gd name="connsiteY0" fmla="*/ 5575783 h 5575783"/>
              <a:gd name="connsiteX1" fmla="*/ 0 w 7734303"/>
              <a:gd name="connsiteY1" fmla="*/ 5575783 h 5575783"/>
              <a:gd name="connsiteX2" fmla="*/ 0 w 7734303"/>
              <a:gd name="connsiteY2" fmla="*/ 0 h 5575783"/>
              <a:gd name="connsiteX3" fmla="*/ 7734303 w 7734303"/>
              <a:gd name="connsiteY3" fmla="*/ 0 h 557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4303" h="5575783">
                <a:moveTo>
                  <a:pt x="7734303" y="5575783"/>
                </a:moveTo>
                <a:lnTo>
                  <a:pt x="0" y="5575783"/>
                </a:lnTo>
                <a:lnTo>
                  <a:pt x="0" y="0"/>
                </a:lnTo>
                <a:lnTo>
                  <a:pt x="7734303" y="0"/>
                </a:lnTo>
                <a:close/>
              </a:path>
            </a:pathLst>
          </a:custGeom>
        </p:spPr>
      </p:pic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7F79B9-6C1F-41BF-B456-17ECB860694D}" type="datetime4">
              <a:rPr lang="en-US" smtClean="0"/>
              <a:t>April 17, 2025</a:t>
            </a:fld>
            <a:endParaRPr lang="en-BE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/>
              <a:t>Thank you!</a:t>
            </a:r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Contact</a:t>
            </a:r>
          </a:p>
        </p:txBody>
      </p:sp>
      <p:grpSp>
        <p:nvGrpSpPr>
          <p:cNvPr id="4" name="Graphic 10">
            <a:extLst>
              <a:ext uri="{FF2B5EF4-FFF2-40B4-BE49-F238E27FC236}">
                <a16:creationId xmlns:a16="http://schemas.microsoft.com/office/drawing/2014/main" id="{2D650DD3-F273-54B8-C9A7-86C7953C086A}"/>
              </a:ext>
            </a:extLst>
          </p:cNvPr>
          <p:cNvGrpSpPr/>
          <p:nvPr userDrawn="1"/>
        </p:nvGrpSpPr>
        <p:grpSpPr>
          <a:xfrm>
            <a:off x="515936" y="512763"/>
            <a:ext cx="2144749" cy="508682"/>
            <a:chOff x="419100" y="2082800"/>
            <a:chExt cx="7770288" cy="1842923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2FE4E17-9DD0-5842-FDCE-187F8E745051}"/>
                </a:ext>
              </a:extLst>
            </p:cNvPr>
            <p:cNvSpPr/>
            <p:nvPr/>
          </p:nvSpPr>
          <p:spPr>
            <a:xfrm>
              <a:off x="419100" y="2082800"/>
              <a:ext cx="4622752" cy="1842923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3B4ACDB-0562-A531-BD0F-69A5D332EF5C}"/>
                </a:ext>
              </a:extLst>
            </p:cNvPr>
            <p:cNvSpPr/>
            <p:nvPr/>
          </p:nvSpPr>
          <p:spPr>
            <a:xfrm>
              <a:off x="5813131" y="2685493"/>
              <a:ext cx="2376256" cy="1224078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DEEAC99-079F-B185-6068-5CF626F22FA8}"/>
                </a:ext>
              </a:extLst>
            </p:cNvPr>
            <p:cNvSpPr/>
            <p:nvPr/>
          </p:nvSpPr>
          <p:spPr>
            <a:xfrm>
              <a:off x="5409541" y="2685493"/>
              <a:ext cx="36971" cy="1223948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C0B730E-F41D-4473-A2C9-8CFF586046B6}" type="datetime4">
              <a:rPr lang="en-US" smtClean="0"/>
              <a:t>April 17, 2025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  <p:sldLayoutId id="2147483911" r:id="rId45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806F2772-D190-40CB-8CDC-626490D882F4}" type="datetime4">
              <a:rPr lang="en-US" smtClean="0"/>
              <a:t>April 17, 2025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D4EB287D-7C09-4132-A6A4-787A7D0EB2C1}" type="datetime4">
              <a:rPr lang="en-US" smtClean="0"/>
              <a:t>April 17, 2025</a:t>
            </a:fld>
            <a:endParaRPr lang="en-BE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/>
              <a:t>Klik om tekst toe te voegen. </a:t>
            </a:r>
            <a:br>
              <a:rPr lang="nl-BE"/>
            </a:br>
            <a:r>
              <a:rPr lang="nl-BE"/>
              <a:t>Voor bullets, selecteer je je tekst + TAB-toets.</a:t>
            </a:r>
          </a:p>
          <a:p>
            <a:pPr lvl="1"/>
            <a:r>
              <a:rPr lang="nl-BE"/>
              <a:t>Bullets 1</a:t>
            </a:r>
          </a:p>
          <a:p>
            <a:pPr lvl="2"/>
            <a:r>
              <a:rPr lang="nl-BE"/>
              <a:t>Bullets 2</a:t>
            </a:r>
          </a:p>
          <a:p>
            <a:pPr lvl="3"/>
            <a:r>
              <a:rPr lang="nl-BE"/>
              <a:t>Bullets 3</a:t>
            </a:r>
          </a:p>
          <a:p>
            <a:pPr lvl="4"/>
            <a:r>
              <a:rPr lang="nl-BE"/>
              <a:t>Bullets 4</a:t>
            </a:r>
          </a:p>
          <a:p>
            <a:pPr lvl="5"/>
            <a:r>
              <a:rPr lang="nl-BE"/>
              <a:t>Bullets 5</a:t>
            </a:r>
          </a:p>
          <a:p>
            <a:pPr lvl="6"/>
            <a:r>
              <a:rPr lang="nl-BE"/>
              <a:t>Bullets 6</a:t>
            </a:r>
          </a:p>
          <a:p>
            <a:pPr lvl="7"/>
            <a:r>
              <a:rPr lang="nl-BE"/>
              <a:t>Bullets 7</a:t>
            </a:r>
          </a:p>
          <a:p>
            <a:pPr lvl="8"/>
            <a:r>
              <a:rPr lang="nl-BE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8" r:id="rId12"/>
    <p:sldLayoutId id="2147483903" r:id="rId13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gif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gif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jpe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jpeg"/><Relationship Id="rId2" Type="http://schemas.openxmlformats.org/officeDocument/2006/relationships/slideLayout" Target="../slideLayouts/slideLayout45.xml"/><Relationship Id="rId1" Type="http://schemas.openxmlformats.org/officeDocument/2006/relationships/video" Target="https://www.youtube.com/embed/Beh13Cd_QbY?feature=oembed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AB706-1C9E-1C4F-B9F0-10A14760EE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66B98C-C4D8-05F5-9F65-88857690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5EF63-96B8-BBC7-F6C7-AD1D0CA244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045577"/>
            <a:ext cx="11160123" cy="586108"/>
          </a:xfrm>
        </p:spPr>
        <p:txBody>
          <a:bodyPr/>
          <a:lstStyle/>
          <a:p>
            <a:r>
              <a:rPr lang="en-US"/>
              <a:t>Recap: 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3616312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AF51E-4ECE-4810-9F93-C86CD4A80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BB3B-2BE2-7994-348E-41B7F1A4A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8097"/>
            <a:ext cx="11160125" cy="1116012"/>
          </a:xfrm>
        </p:spPr>
        <p:txBody>
          <a:bodyPr/>
          <a:lstStyle/>
          <a:p>
            <a:r>
              <a:rPr lang="en-US"/>
              <a:t>Image Filtering: Convolution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515AD7-1336-48AB-C7DE-36F4E3C59EC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</a:t>
            </a:fld>
            <a:endParaRPr lang="en-BE"/>
          </a:p>
        </p:txBody>
      </p:sp>
      <p:pic>
        <p:nvPicPr>
          <p:cNvPr id="5" name="Picture 2" descr="6 basic things to know about Convolution | by Madhushree Basavarajaiah |  Medium">
            <a:extLst>
              <a:ext uri="{FF2B5EF4-FFF2-40B4-BE49-F238E27FC236}">
                <a16:creationId xmlns:a16="http://schemas.microsoft.com/office/drawing/2014/main" id="{47503CD3-C4E1-CEB2-8944-664A40F2A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46653"/>
            <a:ext cx="7272808" cy="5611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06E7E7DF-ED6C-4CEF-B8B6-FC26118708C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168" y="1639878"/>
            <a:ext cx="4434830" cy="3923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7077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00E4A-8966-D18E-A606-9216A3886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0C61-460C-2A44-3453-4BEFCDDD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Convolutional Neural Network</a:t>
            </a:r>
            <a:br>
              <a:rPr lang="en-US"/>
            </a:br>
            <a:r>
              <a:rPr lang="en-US"/>
              <a:t>General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F031AA-9659-D6A9-45A2-F6390E1C705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</a:t>
            </a:fld>
            <a:endParaRPr lang="en-BE"/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C1ACD6D3-B5C3-1006-D0DA-78575DB29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" y="2177314"/>
            <a:ext cx="11953875" cy="4038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B2179F-8748-4378-40DE-BB768F36D7D2}"/>
              </a:ext>
            </a:extLst>
          </p:cNvPr>
          <p:cNvSpPr txBox="1"/>
          <p:nvPr/>
        </p:nvSpPr>
        <p:spPr>
          <a:xfrm>
            <a:off x="2279576" y="5361373"/>
            <a:ext cx="693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b="1" dirty="0"/>
              <a:t>1.</a:t>
            </a:r>
            <a:endParaRPr lang="en-US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EFE3C7-F942-AB3C-B1BE-47C2DB682D69}"/>
              </a:ext>
            </a:extLst>
          </p:cNvPr>
          <p:cNvSpPr txBox="1"/>
          <p:nvPr/>
        </p:nvSpPr>
        <p:spPr>
          <a:xfrm>
            <a:off x="3925908" y="5361373"/>
            <a:ext cx="693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b="1" dirty="0"/>
              <a:t>2.</a:t>
            </a:r>
            <a:endParaRPr lang="en-US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8C6CEB-483F-77DC-95A7-07B83054BCBE}"/>
              </a:ext>
            </a:extLst>
          </p:cNvPr>
          <p:cNvSpPr txBox="1"/>
          <p:nvPr/>
        </p:nvSpPr>
        <p:spPr>
          <a:xfrm>
            <a:off x="9201663" y="5361373"/>
            <a:ext cx="693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b="1" dirty="0"/>
              <a:t>3.</a:t>
            </a:r>
            <a:endParaRPr lang="en-US" sz="3200" b="1" dirty="0"/>
          </a:p>
        </p:txBody>
      </p:sp>
      <p:pic>
        <p:nvPicPr>
          <p:cNvPr id="9" name="Picture 2" descr="Artificial Neuron Models">
            <a:extLst>
              <a:ext uri="{FF2B5EF4-FFF2-40B4-BE49-F238E27FC236}">
                <a16:creationId xmlns:a16="http://schemas.microsoft.com/office/drawing/2014/main" id="{51812E87-B58F-54C9-BC8F-D45AD2DAF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878" y="5946148"/>
            <a:ext cx="1123185" cy="79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9384F-21AA-5CD5-D580-F696ED317577}"/>
              </a:ext>
            </a:extLst>
          </p:cNvPr>
          <p:cNvSpPr/>
          <p:nvPr/>
        </p:nvSpPr>
        <p:spPr>
          <a:xfrm>
            <a:off x="1673525" y="2177314"/>
            <a:ext cx="1855510" cy="456836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FD696D-4972-7715-B4E2-D94ABE2E78C8}"/>
              </a:ext>
            </a:extLst>
          </p:cNvPr>
          <p:cNvSpPr/>
          <p:nvPr/>
        </p:nvSpPr>
        <p:spPr>
          <a:xfrm>
            <a:off x="3529035" y="2177314"/>
            <a:ext cx="1532492" cy="456836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A66353-444A-5D78-18F6-55A8FF6EAAC8}"/>
              </a:ext>
            </a:extLst>
          </p:cNvPr>
          <p:cNvSpPr/>
          <p:nvPr/>
        </p:nvSpPr>
        <p:spPr>
          <a:xfrm>
            <a:off x="8782311" y="2177314"/>
            <a:ext cx="1736163" cy="456836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1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49A1B5-1876-9E57-19D3-93A8DD52A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398" y="1645738"/>
            <a:ext cx="8545203" cy="5212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BE516D-DAFE-FF74-5DDA-3B93B1FEB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Convolution</a:t>
            </a:r>
            <a:br>
              <a:rPr lang="en-US"/>
            </a:br>
            <a:r>
              <a:rPr lang="en-US" sz="4000"/>
              <a:t>Filtering from, and adding new, dimensions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900C2F-0086-9E07-70A8-5E33F830A8C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1776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830E9-7B1F-6A09-7326-AF43BF19B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98" y="304419"/>
            <a:ext cx="11645659" cy="1116012"/>
          </a:xfrm>
        </p:spPr>
        <p:txBody>
          <a:bodyPr/>
          <a:lstStyle/>
          <a:p>
            <a:r>
              <a:rPr lang="en-US" sz="4000"/>
              <a:t>2. Pooling = downsampled feature map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6C2C92-87E3-C454-D00B-9FFE75912B8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</a:t>
            </a:fld>
            <a:endParaRPr lang="en-BE"/>
          </a:p>
        </p:txBody>
      </p:sp>
      <p:pic>
        <p:nvPicPr>
          <p:cNvPr id="2050" name="Picture 2" descr="Pooling In Convolutional Neural Networks">
            <a:extLst>
              <a:ext uri="{FF2B5EF4-FFF2-40B4-BE49-F238E27FC236}">
                <a16:creationId xmlns:a16="http://schemas.microsoft.com/office/drawing/2014/main" id="{552A835E-0A28-08EE-0015-213B1A787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5697"/>
            <a:ext cx="7354327" cy="4854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own sampling using pooling [5] | Download Scientific Diagram">
            <a:extLst>
              <a:ext uri="{FF2B5EF4-FFF2-40B4-BE49-F238E27FC236}">
                <a16:creationId xmlns:a16="http://schemas.microsoft.com/office/drawing/2014/main" id="{BBC0708D-FC79-6CBD-EF80-B3D5C3A18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401" y="2250984"/>
            <a:ext cx="4465598" cy="3472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989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4A86-5080-D93F-FB5C-AE69E2DEF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580813" cy="1116012"/>
          </a:xfrm>
        </p:spPr>
        <p:txBody>
          <a:bodyPr/>
          <a:lstStyle/>
          <a:p>
            <a:r>
              <a:rPr lang="en-US" sz="3600"/>
              <a:t>3. Flattening versus Global Average Pooling (GAP)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F2747B-2964-A13C-2190-731F72338FD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</a:t>
            </a:fld>
            <a:endParaRPr lang="en-BE"/>
          </a:p>
        </p:txBody>
      </p:sp>
      <p:pic>
        <p:nvPicPr>
          <p:cNvPr id="8" name="Picture 7" descr="A diagram of different types of cubes&#10;&#10;Description automatically generated">
            <a:extLst>
              <a:ext uri="{FF2B5EF4-FFF2-40B4-BE49-F238E27FC236}">
                <a16:creationId xmlns:a16="http://schemas.microsoft.com/office/drawing/2014/main" id="{12DA048A-9554-AE32-F9B4-B3E5395E3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024" y="1414623"/>
            <a:ext cx="4756727" cy="272459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D4B67-3BBD-2FAD-8061-DACACAD008F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72250" y="1420431"/>
            <a:ext cx="5619749" cy="5437569"/>
          </a:xfrm>
        </p:spPr>
        <p:txBody>
          <a:bodyPr>
            <a:normAutofit/>
          </a:bodyPr>
          <a:lstStyle/>
          <a:p>
            <a:r>
              <a:rPr lang="en-US"/>
              <a:t>With </a:t>
            </a:r>
            <a:r>
              <a:rPr lang="en-US">
                <a:highlight>
                  <a:srgbClr val="FA6432"/>
                </a:highlight>
              </a:rPr>
              <a:t>Flattening</a:t>
            </a:r>
            <a:r>
              <a:rPr lang="en-US"/>
              <a:t>, we still need to learn which parts are important for the output neuron</a:t>
            </a:r>
          </a:p>
          <a:p>
            <a:endParaRPr lang="en-US"/>
          </a:p>
          <a:p>
            <a:r>
              <a:rPr lang="en-US">
                <a:solidFill>
                  <a:srgbClr val="00B050"/>
                </a:solidFill>
              </a:rPr>
              <a:t>+ can handle complex patterns</a:t>
            </a:r>
          </a:p>
          <a:p>
            <a:r>
              <a:rPr lang="en-US">
                <a:solidFill>
                  <a:srgbClr val="FF0000"/>
                </a:solidFill>
              </a:rPr>
              <a:t>- more calculations needed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In </a:t>
            </a:r>
            <a:r>
              <a:rPr lang="en-US">
                <a:highlight>
                  <a:srgbClr val="FA6432"/>
                </a:highlight>
              </a:rPr>
              <a:t>GAP</a:t>
            </a:r>
            <a:r>
              <a:rPr lang="en-US"/>
              <a:t>, we take a shortcut. We do enough convolutions so the average of a feature map is a good predictor for the output neuron</a:t>
            </a:r>
          </a:p>
          <a:p>
            <a:endParaRPr lang="en-US"/>
          </a:p>
          <a:p>
            <a:r>
              <a:rPr lang="en-US">
                <a:solidFill>
                  <a:srgbClr val="00B050"/>
                </a:solidFill>
              </a:rPr>
              <a:t>+ simplification, faster</a:t>
            </a:r>
          </a:p>
          <a:p>
            <a:r>
              <a:rPr lang="en-US">
                <a:solidFill>
                  <a:srgbClr val="FF0000"/>
                </a:solidFill>
              </a:rPr>
              <a:t>- sometimes too simple</a:t>
            </a:r>
          </a:p>
        </p:txBody>
      </p:sp>
      <p:pic>
        <p:nvPicPr>
          <p:cNvPr id="1026" name="Picture 2" descr="Illustration of global average pooling (GAP) | Download Scientific Diagram">
            <a:extLst>
              <a:ext uri="{FF2B5EF4-FFF2-40B4-BE49-F238E27FC236}">
                <a16:creationId xmlns:a16="http://schemas.microsoft.com/office/drawing/2014/main" id="{A0983354-5123-79E7-8B0F-80894C0A0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4667250"/>
            <a:ext cx="5452656" cy="207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684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6D5A7-072C-2114-27E9-DEB7F7765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Simplified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F54D5C-9F4A-4441-8FAE-8AF420EA9B1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A3CD1-2105-43CC-3321-AA6A3ACAB61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Convolutional Neural Networks-Demystified – mc.ai">
            <a:extLst>
              <a:ext uri="{FF2B5EF4-FFF2-40B4-BE49-F238E27FC236}">
                <a16:creationId xmlns:a16="http://schemas.microsoft.com/office/drawing/2014/main" id="{03EB90E5-8AB9-87F2-8B08-C8474437D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3774"/>
            <a:ext cx="12232626" cy="553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227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72D6E-5C01-2057-90D2-75455CA1F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Augmentation</a:t>
            </a:r>
            <a:br>
              <a:rPr lang="en-US"/>
            </a:br>
            <a:r>
              <a:rPr lang="en-US"/>
              <a:t>Enlarge dataset &amp; prevent overfitting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71842F-BD8A-B324-CF3F-BFA806A5E83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8</a:t>
            </a:fld>
            <a:endParaRPr lang="en-BE"/>
          </a:p>
        </p:txBody>
      </p:sp>
      <p:pic>
        <p:nvPicPr>
          <p:cNvPr id="2052" name="Picture 4" descr="Data Augmentation for Computer Vision | by Pranjal Ostwal | Medium">
            <a:extLst>
              <a:ext uri="{FF2B5EF4-FFF2-40B4-BE49-F238E27FC236}">
                <a16:creationId xmlns:a16="http://schemas.microsoft.com/office/drawing/2014/main" id="{CB440293-F6C2-DBD1-F713-AB8F9CFC2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410081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E4C7B-9D43-AA29-74C9-4FC1EC3460A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467273" y="5654173"/>
            <a:ext cx="2964872" cy="2183002"/>
          </a:xfrm>
        </p:spPr>
        <p:txBody>
          <a:bodyPr>
            <a:normAutofit/>
          </a:bodyPr>
          <a:lstStyle/>
          <a:p>
            <a:r>
              <a:rPr lang="en-US" sz="3200" b="1">
                <a:highlight>
                  <a:srgbClr val="FA6432"/>
                </a:highlight>
              </a:rPr>
              <a:t>Only during training!</a:t>
            </a:r>
          </a:p>
        </p:txBody>
      </p:sp>
    </p:spTree>
    <p:extLst>
      <p:ext uri="{BB962C8B-B14F-4D97-AF65-F5344CB8AC3E}">
        <p14:creationId xmlns:p14="http://schemas.microsoft.com/office/powerpoint/2010/main" val="314980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5A3C2-6E9F-7BA8-9502-B392B63A3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511A83-7C1A-E7F2-8217-9AE10B8032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9</a:t>
            </a:fld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40F21A-CCF9-0D53-CFFA-D735D2D1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65EE0-ED08-BD66-5E64-2C5E477CAC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045577"/>
            <a:ext cx="11160123" cy="586108"/>
          </a:xfrm>
        </p:spPr>
        <p:txBody>
          <a:bodyPr/>
          <a:lstStyle/>
          <a:p>
            <a:r>
              <a:rPr lang="en-US"/>
              <a:t>Transfer Learning</a:t>
            </a:r>
          </a:p>
        </p:txBody>
      </p:sp>
    </p:spTree>
    <p:extLst>
      <p:ext uri="{BB962C8B-B14F-4D97-AF65-F5344CB8AC3E}">
        <p14:creationId xmlns:p14="http://schemas.microsoft.com/office/powerpoint/2010/main" val="320494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process&#10;&#10;Description automatically generated">
            <a:extLst>
              <a:ext uri="{FF2B5EF4-FFF2-40B4-BE49-F238E27FC236}">
                <a16:creationId xmlns:a16="http://schemas.microsoft.com/office/drawing/2014/main" id="{4A1D3A61-33BE-CD5E-E0F9-30985A76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1628775"/>
            <a:ext cx="8096250" cy="45910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4BDB45-4CC8-370A-D288-860D9877E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B5498C-D915-8BC2-51F5-603FAD7F0A5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10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95865-7D76-5FCE-A4DE-A863A699BBB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7" y="1628775"/>
            <a:ext cx="4176136" cy="4716463"/>
          </a:xfrm>
        </p:spPr>
        <p:txBody>
          <a:bodyPr/>
          <a:lstStyle/>
          <a:p>
            <a:r>
              <a:rPr lang="en-US" dirty="0"/>
              <a:t>Deep neural network </a:t>
            </a:r>
            <a:r>
              <a:rPr lang="en-US" b="1" dirty="0">
                <a:solidFill>
                  <a:srgbClr val="FA6432"/>
                </a:solidFill>
              </a:rPr>
              <a:t>architectural design</a:t>
            </a:r>
            <a:r>
              <a:rPr lang="en-US" dirty="0"/>
              <a:t> is still more of an art-form, and proves to be pretty challenging!</a:t>
            </a:r>
          </a:p>
          <a:p>
            <a:endParaRPr lang="en-US" dirty="0"/>
          </a:p>
          <a:p>
            <a:r>
              <a:rPr lang="en-US" dirty="0"/>
              <a:t>And, it is also </a:t>
            </a:r>
            <a:r>
              <a:rPr lang="en-US" b="1" dirty="0">
                <a:solidFill>
                  <a:srgbClr val="FA6432"/>
                </a:solidFill>
              </a:rPr>
              <a:t>data hungry</a:t>
            </a:r>
            <a:r>
              <a:rPr lang="en-US" dirty="0"/>
              <a:t>, and </a:t>
            </a:r>
            <a:r>
              <a:rPr lang="en-US" b="1" dirty="0">
                <a:solidFill>
                  <a:srgbClr val="FA6432"/>
                </a:solidFill>
              </a:rPr>
              <a:t>time consuming </a:t>
            </a:r>
            <a:r>
              <a:rPr lang="en-US" dirty="0"/>
              <a:t>to train</a:t>
            </a:r>
          </a:p>
          <a:p>
            <a:endParaRPr lang="en-US" dirty="0"/>
          </a:p>
        </p:txBody>
      </p:sp>
      <p:pic>
        <p:nvPicPr>
          <p:cNvPr id="7" name="Picture 2" descr="OVER -">
            <a:extLst>
              <a:ext uri="{FF2B5EF4-FFF2-40B4-BE49-F238E27FC236}">
                <a16:creationId xmlns:a16="http://schemas.microsoft.com/office/drawing/2014/main" id="{DF18594E-E745-3222-2620-5D6A2864C9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60" t="19760" r="19760" b="19760"/>
          <a:stretch/>
        </p:blipFill>
        <p:spPr bwMode="auto">
          <a:xfrm>
            <a:off x="1487395" y="4708342"/>
            <a:ext cx="1636898" cy="1636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292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DE7E0-0210-AF5C-E393-8479624E1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Enter: CV Benchmark Competition - Imagenet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23E73A-5075-0FBA-194A-064EF76E35E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11</a:t>
            </a:fld>
            <a:endParaRPr lang="en-BE"/>
          </a:p>
        </p:txBody>
      </p:sp>
      <p:pic>
        <p:nvPicPr>
          <p:cNvPr id="6" name="Picture 5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1CF28944-74B1-1483-7521-9FCAD00DF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71" y="1628775"/>
            <a:ext cx="10326255" cy="519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57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721B0-499C-B506-7A57-CC133998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Competition drives innovation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9609A5-B57A-EC76-518E-1D1F6EE9502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12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0DBDD-9039-FF53-627C-FC0737645DB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2005013"/>
            <a:ext cx="4332289" cy="4340225"/>
          </a:xfrm>
        </p:spPr>
        <p:txBody>
          <a:bodyPr/>
          <a:lstStyle/>
          <a:p>
            <a:r>
              <a:rPr lang="en-US"/>
              <a:t>Big, deep CNN networks started to win the competition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Yearly new innovations in CNN architecture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Architectures + weights are open sourced</a:t>
            </a:r>
          </a:p>
        </p:txBody>
      </p:sp>
      <p:pic>
        <p:nvPicPr>
          <p:cNvPr id="2050" name="Picture 2" descr="ImageNet">
            <a:extLst>
              <a:ext uri="{FF2B5EF4-FFF2-40B4-BE49-F238E27FC236}">
                <a16:creationId xmlns:a16="http://schemas.microsoft.com/office/drawing/2014/main" id="{B3347A2A-B993-3244-37B5-137263267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5" y="2005013"/>
            <a:ext cx="7343775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204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0B647-CCBA-76DF-4162-FA2292CF9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pre-trained network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DC11EC-A3DE-DED3-5F19-D6315A640BB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13</a:t>
            </a:fld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B4D81A-ECC7-4A72-FDE8-10DBDD692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79" y="1628775"/>
            <a:ext cx="10344150" cy="516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62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927A-B00E-4BEE-5532-71D291284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Concept of Transfer Learning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7443BE-8B42-13FC-1E18-F6A23FC9EFD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14</a:t>
            </a:fld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309894-3F8B-0895-271F-076C15729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50" y="1628775"/>
            <a:ext cx="8773749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120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316BE-245B-1C5A-F17B-34600DBD0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Re-usable Model Body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EE96E8-79FC-771D-027A-C323C9C0C6A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15</a:t>
            </a:fld>
            <a:endParaRPr lang="en-BE"/>
          </a:p>
        </p:txBody>
      </p:sp>
      <p:pic>
        <p:nvPicPr>
          <p:cNvPr id="5" name="Picture 2" descr="The architecture of our transfer learning model. | Download Scientific  Diagram">
            <a:extLst>
              <a:ext uri="{FF2B5EF4-FFF2-40B4-BE49-F238E27FC236}">
                <a16:creationId xmlns:a16="http://schemas.microsoft.com/office/drawing/2014/main" id="{CDB6C14C-2985-B85F-6CDD-2552658F3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675" y="1850111"/>
            <a:ext cx="8487667" cy="427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5351D8D-EA36-77D8-3AD6-A6707CCAD8DC}"/>
              </a:ext>
            </a:extLst>
          </p:cNvPr>
          <p:cNvGrpSpPr/>
          <p:nvPr/>
        </p:nvGrpSpPr>
        <p:grpSpPr>
          <a:xfrm>
            <a:off x="7204363" y="1420431"/>
            <a:ext cx="4778979" cy="1954017"/>
            <a:chOff x="7204363" y="1420431"/>
            <a:chExt cx="4778979" cy="195401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44DD09-2425-FE73-0991-5E8206AF5ACE}"/>
                </a:ext>
              </a:extLst>
            </p:cNvPr>
            <p:cNvSpPr/>
            <p:nvPr/>
          </p:nvSpPr>
          <p:spPr>
            <a:xfrm>
              <a:off x="9458036" y="1887055"/>
              <a:ext cx="2525306" cy="1481598"/>
            </a:xfrm>
            <a:prstGeom prst="rect">
              <a:avLst/>
            </a:prstGeom>
            <a:noFill/>
            <a:ln w="57150">
              <a:solidFill>
                <a:srgbClr val="FA64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3D219B-5FF1-7A9A-F9B7-28E1B89C0F16}"/>
                </a:ext>
              </a:extLst>
            </p:cNvPr>
            <p:cNvSpPr txBox="1"/>
            <p:nvPr/>
          </p:nvSpPr>
          <p:spPr>
            <a:xfrm>
              <a:off x="10088945" y="1420431"/>
              <a:ext cx="12634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>
                  <a:solidFill>
                    <a:srgbClr val="FA6432"/>
                  </a:solidFill>
                </a:rPr>
                <a:t>‘Head’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20BD4C3-CD34-AD7B-3D22-6AB35FF59506}"/>
                </a:ext>
              </a:extLst>
            </p:cNvPr>
            <p:cNvSpPr/>
            <p:nvPr/>
          </p:nvSpPr>
          <p:spPr>
            <a:xfrm>
              <a:off x="7204363" y="1887055"/>
              <a:ext cx="2253673" cy="1487393"/>
            </a:xfrm>
            <a:prstGeom prst="rect">
              <a:avLst/>
            </a:prstGeom>
            <a:noFill/>
            <a:ln w="57150">
              <a:solidFill>
                <a:srgbClr val="FA64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10204E-9A07-AFCF-BC38-AA5FB42EAFD1}"/>
                </a:ext>
              </a:extLst>
            </p:cNvPr>
            <p:cNvSpPr txBox="1"/>
            <p:nvPr/>
          </p:nvSpPr>
          <p:spPr>
            <a:xfrm>
              <a:off x="7652975" y="1463170"/>
              <a:ext cx="13617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>
                  <a:solidFill>
                    <a:srgbClr val="FA6432"/>
                  </a:solidFill>
                </a:rPr>
                <a:t>‘Body’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C644A9DC-6574-A000-1A85-0D8672C76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4108"/>
            <a:ext cx="3108179" cy="27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16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46808-3946-B314-AC32-0B0A960F8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Transfer Learning: two modes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BC795B-1506-1BA2-0739-C704AA1DDB7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16</a:t>
            </a:fld>
            <a:endParaRPr lang="en-BE"/>
          </a:p>
        </p:txBody>
      </p:sp>
      <p:pic>
        <p:nvPicPr>
          <p:cNvPr id="7" name="Picture 6" descr="A comparison of a diagram&#10;&#10;Description automatically generated with medium confidence">
            <a:extLst>
              <a:ext uri="{FF2B5EF4-FFF2-40B4-BE49-F238E27FC236}">
                <a16:creationId xmlns:a16="http://schemas.microsoft.com/office/drawing/2014/main" id="{8840A7EA-2216-ED31-F930-5E538CA71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80" y="1806326"/>
            <a:ext cx="12199280" cy="493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6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227A52-DE13-E160-E0F2-4BFC9992F9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08" b="50000"/>
          <a:stretch/>
        </p:blipFill>
        <p:spPr>
          <a:xfrm>
            <a:off x="984872" y="1080655"/>
            <a:ext cx="10579055" cy="28058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5C5BCC-7FDC-0133-8B1C-EF07390D9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891A19-15D6-CEA4-0C3E-D79461338B0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17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5C754-7FCC-6AA5-3D7D-BCD582FDD1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9315" y="4607030"/>
            <a:ext cx="5977226" cy="1551565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Evolution to ‘</a:t>
            </a:r>
            <a:r>
              <a:rPr lang="en-US">
                <a:highlight>
                  <a:srgbClr val="FA6432"/>
                </a:highlight>
                <a:sym typeface="Wingdings" panose="05000000000000000000" pitchFamily="2" charset="2"/>
              </a:rPr>
              <a:t>Foundational Models</a:t>
            </a:r>
            <a:r>
              <a:rPr lang="en-US">
                <a:sym typeface="Wingdings" panose="05000000000000000000" pitchFamily="2" charset="2"/>
              </a:rPr>
              <a:t>’, even multi-modal models</a:t>
            </a:r>
          </a:p>
          <a:p>
            <a:pPr lvl="1" indent="0">
              <a:buNone/>
            </a:pPr>
            <a:r>
              <a:rPr lang="en-US">
                <a:sym typeface="Wingdings" panose="05000000000000000000" pitchFamily="2" charset="2"/>
              </a:rPr>
              <a:t>	i.e.: using different modes of knowledge 	input, to transform the information into 	multi-dimensional latent space</a:t>
            </a:r>
          </a:p>
          <a:p>
            <a:endParaRPr lang="en-US"/>
          </a:p>
        </p:txBody>
      </p:sp>
      <p:pic>
        <p:nvPicPr>
          <p:cNvPr id="6" name="Picture 2" descr="Beginner's Guide: Using Foundation Models in ML Projects">
            <a:extLst>
              <a:ext uri="{FF2B5EF4-FFF2-40B4-BE49-F238E27FC236}">
                <a16:creationId xmlns:a16="http://schemas.microsoft.com/office/drawing/2014/main" id="{E2F4DF9E-9D50-700A-9595-01870E93A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1873" y="3886490"/>
            <a:ext cx="4268856" cy="2950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258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453E6-A071-29FA-C852-A6ADCE0E4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Transfer Learning in 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342C97-D1DF-CE82-2CBC-74BC4E6192C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18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F0C04-B520-B495-A50F-A563E34053E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/>
              <a:t>Use same preprocessing as base model</a:t>
            </a:r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r>
              <a:rPr lang="en-US"/>
              <a:t>Import base_model (without head), with pretrained weights + freeze weights</a:t>
            </a:r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r>
              <a:rPr lang="en-US"/>
              <a:t>Add custom classifier head to model</a:t>
            </a:r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r>
              <a:rPr lang="en-US"/>
              <a:t>Compile and train (possibly unfreeze, and gently train further)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482F16-2DB6-8A86-A280-CF2A2CC13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338" y="2015542"/>
            <a:ext cx="4639322" cy="543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BF3EDD-04B4-5298-42FE-2A539628D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337" y="3012534"/>
            <a:ext cx="4210638" cy="1305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E9B37C-5499-82FA-156B-A32DDDEEE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337" y="4687445"/>
            <a:ext cx="4458322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72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B7DD-6A9E-CC6D-AA7B-5E29ED43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C2A46-13DF-58E8-0017-40CF5A63C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nline Media 3" title="Machine Learning vs.  Deep Learning  vs.  Foundation Models">
            <a:hlinkClick r:id="" action="ppaction://media"/>
            <a:extLst>
              <a:ext uri="{FF2B5EF4-FFF2-40B4-BE49-F238E27FC236}">
                <a16:creationId xmlns:a16="http://schemas.microsoft.com/office/drawing/2014/main" id="{CE5F2ECE-C98B-7434-F0D0-31C68445894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71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F5B2C-0AA5-FF13-19B6-CFE6D439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 to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04D9B7-FDEC-00F5-23EF-C630571BF42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20</a:t>
            </a:fld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B0B04-4B47-E7C5-AEC0-4E509A4C3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094" y="2479656"/>
            <a:ext cx="2995050" cy="2736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9D2A61-DA5E-83E3-7652-E33DC6447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814" y="2490042"/>
            <a:ext cx="2656862" cy="2736080"/>
          </a:xfrm>
          <a:prstGeom prst="rect">
            <a:avLst/>
          </a:prstGeom>
        </p:spPr>
      </p:pic>
      <p:pic>
        <p:nvPicPr>
          <p:cNvPr id="1026" name="Picture 2" descr="Create Interactive Presentations with Wooclap and engage Your Audience">
            <a:extLst>
              <a:ext uri="{FF2B5EF4-FFF2-40B4-BE49-F238E27FC236}">
                <a16:creationId xmlns:a16="http://schemas.microsoft.com/office/drawing/2014/main" id="{4E5F28FD-CD75-83B7-EC5D-C2D2952C2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72" y="3429000"/>
            <a:ext cx="3739053" cy="83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511644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4ef4c1-7c04-4bd8-aace-2dac36451d1b" xsi:nil="true"/>
    <lcf76f155ced4ddcb4097134ff3c332f xmlns="1946ab53-a53d-4984-8df3-e4b9666a144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D3E55A3DCE2A4A8BC759CAA7D96FE2" ma:contentTypeVersion="12" ma:contentTypeDescription="Create a new document." ma:contentTypeScope="" ma:versionID="c3b87d41c71445f2c7cb767049c78ec0">
  <xsd:schema xmlns:xsd="http://www.w3.org/2001/XMLSchema" xmlns:xs="http://www.w3.org/2001/XMLSchema" xmlns:p="http://schemas.microsoft.com/office/2006/metadata/properties" xmlns:ns2="254ef4c1-7c04-4bd8-aace-2dac36451d1b" xmlns:ns3="1946ab53-a53d-4984-8df3-e4b9666a144b" targetNamespace="http://schemas.microsoft.com/office/2006/metadata/properties" ma:root="true" ma:fieldsID="ff554c3c8e4329415e1c50f5978e6a47" ns2:_="" ns3:_="">
    <xsd:import namespace="254ef4c1-7c04-4bd8-aace-2dac36451d1b"/>
    <xsd:import namespace="1946ab53-a53d-4984-8df3-e4b9666a144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ef4c1-7c04-4bd8-aace-2dac36451d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721e9acf-806b-4a87-936d-d2c26601fefc}" ma:internalName="TaxCatchAll" ma:showField="CatchAllData" ma:web="254ef4c1-7c04-4bd8-aace-2dac36451d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6ab53-a53d-4984-8df3-e4b9666a14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B92E74-0DAA-4211-914A-CE18DD5C2D9B}">
  <ds:schemaRefs>
    <ds:schemaRef ds:uri="1946ab53-a53d-4984-8df3-e4b9666a144b"/>
    <ds:schemaRef ds:uri="254ef4c1-7c04-4bd8-aace-2dac36451d1b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1EF84DE-A9E1-41BA-A1A9-89715600EE7E}">
  <ds:schemaRefs>
    <ds:schemaRef ds:uri="1946ab53-a53d-4984-8df3-e4b9666a144b"/>
    <ds:schemaRef ds:uri="254ef4c1-7c04-4bd8-aace-2dac36451d1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315</Words>
  <Application>Microsoft Office PowerPoint</Application>
  <PresentationFormat>Widescreen</PresentationFormat>
  <Paragraphs>82</Paragraphs>
  <Slides>20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Century Gothic</vt:lpstr>
      <vt:lpstr>Wingdings</vt:lpstr>
      <vt:lpstr>WIT</vt:lpstr>
      <vt:lpstr>ORANJE</vt:lpstr>
      <vt:lpstr>BLAUW</vt:lpstr>
      <vt:lpstr>Artificial Intelligence</vt:lpstr>
      <vt:lpstr>Image Filtering: Convolution</vt:lpstr>
      <vt:lpstr>Convolutional Neural Network General Overview</vt:lpstr>
      <vt:lpstr>1. Convolution Filtering from, and adding new, dimensions</vt:lpstr>
      <vt:lpstr>2. Pooling = downsampled feature map</vt:lpstr>
      <vt:lpstr>3. Flattening versus Global Average Pooling (GAP)</vt:lpstr>
      <vt:lpstr>Simplified View</vt:lpstr>
      <vt:lpstr>Data Augmentation Enlarge dataset &amp; prevent overfitting</vt:lpstr>
      <vt:lpstr>Artificial Intelligence</vt:lpstr>
      <vt:lpstr>Problem statement:</vt:lpstr>
      <vt:lpstr>Enter: CV Benchmark Competition - Imagenet</vt:lpstr>
      <vt:lpstr>Competition drives innovation</vt:lpstr>
      <vt:lpstr>Example of pre-trained network</vt:lpstr>
      <vt:lpstr>Concept of Transfer Learning</vt:lpstr>
      <vt:lpstr>Re-usable Model Body </vt:lpstr>
      <vt:lpstr>Transfer Learning: two modes</vt:lpstr>
      <vt:lpstr>Base Models</vt:lpstr>
      <vt:lpstr>Transfer Learning in code</vt:lpstr>
      <vt:lpstr>PowerPoint Presentation</vt:lpstr>
      <vt:lpstr>Over to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Comm</dc:creator>
  <cp:lastModifiedBy>Stef Van Wolputte</cp:lastModifiedBy>
  <cp:revision>1</cp:revision>
  <cp:lastPrinted>2023-01-03T10:29:33Z</cp:lastPrinted>
  <dcterms:created xsi:type="dcterms:W3CDTF">2022-09-05T06:43:33Z</dcterms:created>
  <dcterms:modified xsi:type="dcterms:W3CDTF">2025-04-17T09:37:45Z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0x01010039D3E55A3DCE2A4A8BC759CAA7D96FE2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2023-07-26T10:00:37Z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f7b68f83-8ae1-441f-892d-75981bb0c885</vt:lpwstr>
  </property>
  <property fmtid="{D5CDD505-2E9C-101B-9397-08002B2CF9AE}" pid="10" name="MSIP_Label_c337be75-dfbb-4261-9834-ac247c7dde13_ContentBits">
    <vt:lpwstr>0</vt:lpwstr>
  </property>
</Properties>
</file>