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33"/>
  </p:notesMasterIdLst>
  <p:handoutMasterIdLst>
    <p:handoutMasterId r:id="rId34"/>
  </p:handoutMasterIdLst>
  <p:sldIdLst>
    <p:sldId id="256" r:id="rId7"/>
    <p:sldId id="278" r:id="rId8"/>
    <p:sldId id="280" r:id="rId9"/>
    <p:sldId id="281" r:id="rId10"/>
    <p:sldId id="282" r:id="rId11"/>
    <p:sldId id="283" r:id="rId12"/>
    <p:sldId id="329" r:id="rId13"/>
    <p:sldId id="284" r:id="rId14"/>
    <p:sldId id="285" r:id="rId15"/>
    <p:sldId id="317" r:id="rId16"/>
    <p:sldId id="318" r:id="rId17"/>
    <p:sldId id="319" r:id="rId18"/>
    <p:sldId id="276" r:id="rId19"/>
    <p:sldId id="27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31" r:id="rId30"/>
    <p:sldId id="330" r:id="rId31"/>
    <p:sldId id="275" r:id="rId3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6432"/>
    <a:srgbClr val="F2F5F8"/>
    <a:srgbClr val="000000"/>
    <a:srgbClr val="F04619"/>
    <a:srgbClr val="E8EBEE"/>
    <a:srgbClr val="000A1E"/>
    <a:srgbClr val="00283C"/>
    <a:srgbClr val="DEE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1025A1-A1BB-47A6-A3D4-0ED96680FC9D}" v="18" dt="2025-03-03T13:42:29.4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467" autoAdjust="0"/>
  </p:normalViewPr>
  <p:slideViewPr>
    <p:cSldViewPr snapToGrid="0">
      <p:cViewPr varScale="1">
        <p:scale>
          <a:sx n="99" d="100"/>
          <a:sy n="99" d="100"/>
        </p:scale>
        <p:origin x="9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6/11/relationships/changesInfo" Target="changesInfos/changesInfo1.xml"/><Relationship Id="rId21" Type="http://schemas.openxmlformats.org/officeDocument/2006/relationships/slide" Target="slides/slide15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m Heyns" userId="7a623cc0-5b6c-43c7-88a0-ff55db19c79e" providerId="ADAL" clId="{6437EF72-ECE7-4E29-9169-403825A7FE30}"/>
    <pc:docChg chg="modSld">
      <pc:chgData name="Bram Heyns" userId="7a623cc0-5b6c-43c7-88a0-ff55db19c79e" providerId="ADAL" clId="{6437EF72-ECE7-4E29-9169-403825A7FE30}" dt="2025-03-03T19:53:54.931" v="21" actId="20577"/>
      <pc:docMkLst>
        <pc:docMk/>
      </pc:docMkLst>
      <pc:sldChg chg="modSp mod">
        <pc:chgData name="Bram Heyns" userId="7a623cc0-5b6c-43c7-88a0-ff55db19c79e" providerId="ADAL" clId="{6437EF72-ECE7-4E29-9169-403825A7FE30}" dt="2025-03-03T19:46:02.829" v="0" actId="113"/>
        <pc:sldMkLst>
          <pc:docMk/>
          <pc:sldMk cId="533324637" sldId="321"/>
        </pc:sldMkLst>
        <pc:spChg chg="mod">
          <ac:chgData name="Bram Heyns" userId="7a623cc0-5b6c-43c7-88a0-ff55db19c79e" providerId="ADAL" clId="{6437EF72-ECE7-4E29-9169-403825A7FE30}" dt="2025-03-03T19:46:02.829" v="0" actId="113"/>
          <ac:spMkLst>
            <pc:docMk/>
            <pc:sldMk cId="533324637" sldId="321"/>
            <ac:spMk id="4" creationId="{54FC51AE-C747-526A-AD09-D0692AF8AD00}"/>
          </ac:spMkLst>
        </pc:spChg>
      </pc:sldChg>
      <pc:sldChg chg="modSp mod">
        <pc:chgData name="Bram Heyns" userId="7a623cc0-5b6c-43c7-88a0-ff55db19c79e" providerId="ADAL" clId="{6437EF72-ECE7-4E29-9169-403825A7FE30}" dt="2025-03-03T19:47:06.441" v="10" actId="20577"/>
        <pc:sldMkLst>
          <pc:docMk/>
          <pc:sldMk cId="2541751677" sldId="323"/>
        </pc:sldMkLst>
        <pc:spChg chg="mod">
          <ac:chgData name="Bram Heyns" userId="7a623cc0-5b6c-43c7-88a0-ff55db19c79e" providerId="ADAL" clId="{6437EF72-ECE7-4E29-9169-403825A7FE30}" dt="2025-03-03T19:47:06.441" v="10" actId="20577"/>
          <ac:spMkLst>
            <pc:docMk/>
            <pc:sldMk cId="2541751677" sldId="323"/>
            <ac:spMk id="4" creationId="{D1C7FE37-81F4-C75E-258D-4A4710523575}"/>
          </ac:spMkLst>
        </pc:spChg>
      </pc:sldChg>
      <pc:sldChg chg="modSp mod">
        <pc:chgData name="Bram Heyns" userId="7a623cc0-5b6c-43c7-88a0-ff55db19c79e" providerId="ADAL" clId="{6437EF72-ECE7-4E29-9169-403825A7FE30}" dt="2025-03-03T19:53:54.931" v="21" actId="20577"/>
        <pc:sldMkLst>
          <pc:docMk/>
          <pc:sldMk cId="2309687984" sldId="325"/>
        </pc:sldMkLst>
        <pc:spChg chg="mod">
          <ac:chgData name="Bram Heyns" userId="7a623cc0-5b6c-43c7-88a0-ff55db19c79e" providerId="ADAL" clId="{6437EF72-ECE7-4E29-9169-403825A7FE30}" dt="2025-03-03T19:53:54.931" v="21" actId="20577"/>
          <ac:spMkLst>
            <pc:docMk/>
            <pc:sldMk cId="2309687984" sldId="325"/>
            <ac:spMk id="4" creationId="{88E6B8B5-799E-8B02-2D30-DF3B39A08C6F}"/>
          </ac:spMkLst>
        </pc:spChg>
      </pc:sldChg>
    </pc:docChg>
  </pc:docChgLst>
  <pc:docChgLst>
    <pc:chgData name="Bram Heyns" userId="7a623cc0-5b6c-43c7-88a0-ff55db19c79e" providerId="ADAL" clId="{1040EB46-B0F6-4C75-B22B-C789F484EF1D}"/>
    <pc:docChg chg="undo custSel addSld delSld modSld">
      <pc:chgData name="Bram Heyns" userId="7a623cc0-5b6c-43c7-88a0-ff55db19c79e" providerId="ADAL" clId="{1040EB46-B0F6-4C75-B22B-C789F484EF1D}" dt="2024-01-11T12:23:49.550" v="1410" actId="1076"/>
      <pc:docMkLst>
        <pc:docMk/>
      </pc:docMkLst>
      <pc:sldChg chg="modSp mod">
        <pc:chgData name="Bram Heyns" userId="7a623cc0-5b6c-43c7-88a0-ff55db19c79e" providerId="ADAL" clId="{1040EB46-B0F6-4C75-B22B-C789F484EF1D}" dt="2024-01-09T19:57:16.013" v="33" actId="20577"/>
        <pc:sldMkLst>
          <pc:docMk/>
          <pc:sldMk cId="3616312771" sldId="256"/>
        </pc:sldMkLst>
      </pc:sldChg>
      <pc:sldChg chg="addSp delSp modSp mod">
        <pc:chgData name="Bram Heyns" userId="7a623cc0-5b6c-43c7-88a0-ff55db19c79e" providerId="ADAL" clId="{1040EB46-B0F6-4C75-B22B-C789F484EF1D}" dt="2024-01-09T20:01:27.836" v="204" actId="1076"/>
        <pc:sldMkLst>
          <pc:docMk/>
          <pc:sldMk cId="276004885" sldId="257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689163299" sldId="258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317776675" sldId="259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787647688" sldId="260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307829333" sldId="261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867388527" sldId="262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388701437" sldId="263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4284284052" sldId="264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781978728" sldId="265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444846290" sldId="266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2476255192" sldId="267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418017200" sldId="268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2140030491" sldId="269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4175805643" sldId="270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2258085311" sldId="271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543404890" sldId="272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740921288" sldId="273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357417941" sldId="274"/>
        </pc:sldMkLst>
      </pc:sldChg>
      <pc:sldChg chg="modSp add mod">
        <pc:chgData name="Bram Heyns" userId="7a623cc0-5b6c-43c7-88a0-ff55db19c79e" providerId="ADAL" clId="{1040EB46-B0F6-4C75-B22B-C789F484EF1D}" dt="2024-01-09T20:00:24.894" v="166" actId="20577"/>
        <pc:sldMkLst>
          <pc:docMk/>
          <pc:sldMk cId="2967960735" sldId="276"/>
        </pc:sldMkLst>
      </pc:sldChg>
      <pc:sldChg chg="addSp delSp modSp add mod">
        <pc:chgData name="Bram Heyns" userId="7a623cc0-5b6c-43c7-88a0-ff55db19c79e" providerId="ADAL" clId="{1040EB46-B0F6-4C75-B22B-C789F484EF1D}" dt="2024-01-09T19:58:30.540" v="87" actId="1076"/>
        <pc:sldMkLst>
          <pc:docMk/>
          <pc:sldMk cId="2081295671" sldId="277"/>
        </pc:sldMkLst>
      </pc:sldChg>
      <pc:sldChg chg="addSp delSp modSp add mod">
        <pc:chgData name="Bram Heyns" userId="7a623cc0-5b6c-43c7-88a0-ff55db19c79e" providerId="ADAL" clId="{1040EB46-B0F6-4C75-B22B-C789F484EF1D}" dt="2024-01-09T19:59:07.236" v="101" actId="1076"/>
        <pc:sldMkLst>
          <pc:docMk/>
          <pc:sldMk cId="1624575407" sldId="278"/>
        </pc:sldMkLst>
      </pc:sldChg>
      <pc:sldChg chg="addSp delSp modSp add mod">
        <pc:chgData name="Bram Heyns" userId="7a623cc0-5b6c-43c7-88a0-ff55db19c79e" providerId="ADAL" clId="{1040EB46-B0F6-4C75-B22B-C789F484EF1D}" dt="2024-01-09T19:59:34.045" v="106" actId="1076"/>
        <pc:sldMkLst>
          <pc:docMk/>
          <pc:sldMk cId="2846727448" sldId="279"/>
        </pc:sldMkLst>
      </pc:sldChg>
      <pc:sldChg chg="addSp delSp modSp new mod">
        <pc:chgData name="Bram Heyns" userId="7a623cc0-5b6c-43c7-88a0-ff55db19c79e" providerId="ADAL" clId="{1040EB46-B0F6-4C75-B22B-C789F484EF1D}" dt="2024-01-09T20:02:53.469" v="267" actId="478"/>
        <pc:sldMkLst>
          <pc:docMk/>
          <pc:sldMk cId="776558176" sldId="280"/>
        </pc:sldMkLst>
      </pc:sldChg>
      <pc:sldChg chg="addSp modSp new mod">
        <pc:chgData name="Bram Heyns" userId="7a623cc0-5b6c-43c7-88a0-ff55db19c79e" providerId="ADAL" clId="{1040EB46-B0F6-4C75-B22B-C789F484EF1D}" dt="2024-01-09T20:08:33.229" v="293" actId="14100"/>
        <pc:sldMkLst>
          <pc:docMk/>
          <pc:sldMk cId="1779919072" sldId="281"/>
        </pc:sldMkLst>
      </pc:sldChg>
      <pc:sldChg chg="addSp delSp modSp new mod">
        <pc:chgData name="Bram Heyns" userId="7a623cc0-5b6c-43c7-88a0-ff55db19c79e" providerId="ADAL" clId="{1040EB46-B0F6-4C75-B22B-C789F484EF1D}" dt="2024-01-10T11:54:44.764" v="556" actId="1076"/>
        <pc:sldMkLst>
          <pc:docMk/>
          <pc:sldMk cId="3957128938" sldId="282"/>
        </pc:sldMkLst>
      </pc:sldChg>
      <pc:sldChg chg="addSp delSp modSp new mod">
        <pc:chgData name="Bram Heyns" userId="7a623cc0-5b6c-43c7-88a0-ff55db19c79e" providerId="ADAL" clId="{1040EB46-B0F6-4C75-B22B-C789F484EF1D}" dt="2024-01-09T20:09:06.509" v="314" actId="478"/>
        <pc:sldMkLst>
          <pc:docMk/>
          <pc:sldMk cId="2127495967" sldId="283"/>
        </pc:sldMkLst>
      </pc:sldChg>
      <pc:sldChg chg="addSp modSp new mod">
        <pc:chgData name="Bram Heyns" userId="7a623cc0-5b6c-43c7-88a0-ff55db19c79e" providerId="ADAL" clId="{1040EB46-B0F6-4C75-B22B-C789F484EF1D}" dt="2024-01-09T20:10:50.718" v="476" actId="20577"/>
        <pc:sldMkLst>
          <pc:docMk/>
          <pc:sldMk cId="3709800086" sldId="284"/>
        </pc:sldMkLst>
      </pc:sldChg>
      <pc:sldChg chg="addSp modSp add mod">
        <pc:chgData name="Bram Heyns" userId="7a623cc0-5b6c-43c7-88a0-ff55db19c79e" providerId="ADAL" clId="{1040EB46-B0F6-4C75-B22B-C789F484EF1D}" dt="2024-01-09T20:11:40.652" v="502" actId="1076"/>
        <pc:sldMkLst>
          <pc:docMk/>
          <pc:sldMk cId="3143338881" sldId="285"/>
        </pc:sldMkLst>
      </pc:sldChg>
      <pc:sldChg chg="addSp modSp new mod">
        <pc:chgData name="Bram Heyns" userId="7a623cc0-5b6c-43c7-88a0-ff55db19c79e" providerId="ADAL" clId="{1040EB46-B0F6-4C75-B22B-C789F484EF1D}" dt="2024-01-10T11:53:56.183" v="548" actId="1076"/>
        <pc:sldMkLst>
          <pc:docMk/>
          <pc:sldMk cId="1755898384" sldId="286"/>
        </pc:sldMkLst>
      </pc:sldChg>
      <pc:sldChg chg="addSp modSp new mod">
        <pc:chgData name="Bram Heyns" userId="7a623cc0-5b6c-43c7-88a0-ff55db19c79e" providerId="ADAL" clId="{1040EB46-B0F6-4C75-B22B-C789F484EF1D}" dt="2024-01-10T11:57:37.602" v="611" actId="1076"/>
        <pc:sldMkLst>
          <pc:docMk/>
          <pc:sldMk cId="272553522" sldId="287"/>
        </pc:sldMkLst>
      </pc:sldChg>
      <pc:sldChg chg="addSp modSp new mod">
        <pc:chgData name="Bram Heyns" userId="7a623cc0-5b6c-43c7-88a0-ff55db19c79e" providerId="ADAL" clId="{1040EB46-B0F6-4C75-B22B-C789F484EF1D}" dt="2024-01-10T11:59:22.841" v="640" actId="207"/>
        <pc:sldMkLst>
          <pc:docMk/>
          <pc:sldMk cId="3748433426" sldId="288"/>
        </pc:sldMkLst>
      </pc:sldChg>
      <pc:sldChg chg="addSp delSp modSp new mod">
        <pc:chgData name="Bram Heyns" userId="7a623cc0-5b6c-43c7-88a0-ff55db19c79e" providerId="ADAL" clId="{1040EB46-B0F6-4C75-B22B-C789F484EF1D}" dt="2024-01-10T12:00:22.439" v="666" actId="14100"/>
        <pc:sldMkLst>
          <pc:docMk/>
          <pc:sldMk cId="3712664771" sldId="289"/>
        </pc:sldMkLst>
      </pc:sldChg>
      <pc:sldChg chg="addSp delSp modSp new mod">
        <pc:chgData name="Bram Heyns" userId="7a623cc0-5b6c-43c7-88a0-ff55db19c79e" providerId="ADAL" clId="{1040EB46-B0F6-4C75-B22B-C789F484EF1D}" dt="2024-01-10T12:01:56.108" v="708" actId="1076"/>
        <pc:sldMkLst>
          <pc:docMk/>
          <pc:sldMk cId="61322704" sldId="290"/>
        </pc:sldMkLst>
      </pc:sldChg>
      <pc:sldChg chg="addSp delSp modSp add mod">
        <pc:chgData name="Bram Heyns" userId="7a623cc0-5b6c-43c7-88a0-ff55db19c79e" providerId="ADAL" clId="{1040EB46-B0F6-4C75-B22B-C789F484EF1D}" dt="2024-01-10T12:09:25.732" v="732" actId="1076"/>
        <pc:sldMkLst>
          <pc:docMk/>
          <pc:sldMk cId="785759542" sldId="291"/>
        </pc:sldMkLst>
      </pc:sldChg>
      <pc:sldChg chg="addSp delSp modSp new del mod">
        <pc:chgData name="Bram Heyns" userId="7a623cc0-5b6c-43c7-88a0-ff55db19c79e" providerId="ADAL" clId="{1040EB46-B0F6-4C75-B22B-C789F484EF1D}" dt="2024-01-10T12:15:40.829" v="800" actId="47"/>
        <pc:sldMkLst>
          <pc:docMk/>
          <pc:sldMk cId="1834471363" sldId="292"/>
        </pc:sldMkLst>
      </pc:sldChg>
      <pc:sldChg chg="addSp modSp new mod">
        <pc:chgData name="Bram Heyns" userId="7a623cc0-5b6c-43c7-88a0-ff55db19c79e" providerId="ADAL" clId="{1040EB46-B0F6-4C75-B22B-C789F484EF1D}" dt="2024-01-10T12:15:22.317" v="799" actId="1076"/>
        <pc:sldMkLst>
          <pc:docMk/>
          <pc:sldMk cId="805913376" sldId="293"/>
        </pc:sldMkLst>
      </pc:sldChg>
      <pc:sldChg chg="addSp delSp modSp add mod">
        <pc:chgData name="Bram Heyns" userId="7a623cc0-5b6c-43c7-88a0-ff55db19c79e" providerId="ADAL" clId="{1040EB46-B0F6-4C75-B22B-C789F484EF1D}" dt="2024-01-10T12:16:23.799" v="807" actId="1076"/>
        <pc:sldMkLst>
          <pc:docMk/>
          <pc:sldMk cId="1759032985" sldId="294"/>
        </pc:sldMkLst>
      </pc:sldChg>
      <pc:sldChg chg="addSp modSp new mod">
        <pc:chgData name="Bram Heyns" userId="7a623cc0-5b6c-43c7-88a0-ff55db19c79e" providerId="ADAL" clId="{1040EB46-B0F6-4C75-B22B-C789F484EF1D}" dt="2024-01-10T12:21:55.402" v="941" actId="5793"/>
        <pc:sldMkLst>
          <pc:docMk/>
          <pc:sldMk cId="3356382497" sldId="295"/>
        </pc:sldMkLst>
      </pc:sldChg>
      <pc:sldChg chg="addSp modSp new mod">
        <pc:chgData name="Bram Heyns" userId="7a623cc0-5b6c-43c7-88a0-ff55db19c79e" providerId="ADAL" clId="{1040EB46-B0F6-4C75-B22B-C789F484EF1D}" dt="2024-01-10T12:32:19.462" v="972" actId="1076"/>
        <pc:sldMkLst>
          <pc:docMk/>
          <pc:sldMk cId="56459990" sldId="296"/>
        </pc:sldMkLst>
      </pc:sldChg>
      <pc:sldChg chg="addSp delSp modSp add mod">
        <pc:chgData name="Bram Heyns" userId="7a623cc0-5b6c-43c7-88a0-ff55db19c79e" providerId="ADAL" clId="{1040EB46-B0F6-4C75-B22B-C789F484EF1D}" dt="2024-01-10T12:34:38.625" v="988" actId="1076"/>
        <pc:sldMkLst>
          <pc:docMk/>
          <pc:sldMk cId="3233816653" sldId="297"/>
        </pc:sldMkLst>
      </pc:sldChg>
      <pc:sldChg chg="addSp modSp new mod">
        <pc:chgData name="Bram Heyns" userId="7a623cc0-5b6c-43c7-88a0-ff55db19c79e" providerId="ADAL" clId="{1040EB46-B0F6-4C75-B22B-C789F484EF1D}" dt="2024-01-10T12:37:43.635" v="1118" actId="1076"/>
        <pc:sldMkLst>
          <pc:docMk/>
          <pc:sldMk cId="1210122103" sldId="298"/>
        </pc:sldMkLst>
      </pc:sldChg>
      <pc:sldChg chg="addSp modSp new mod">
        <pc:chgData name="Bram Heyns" userId="7a623cc0-5b6c-43c7-88a0-ff55db19c79e" providerId="ADAL" clId="{1040EB46-B0F6-4C75-B22B-C789F484EF1D}" dt="2024-01-10T12:39:00.972" v="1124" actId="14100"/>
        <pc:sldMkLst>
          <pc:docMk/>
          <pc:sldMk cId="2032719985" sldId="299"/>
        </pc:sldMkLst>
      </pc:sldChg>
      <pc:sldChg chg="addSp modSp new mod modAnim">
        <pc:chgData name="Bram Heyns" userId="7a623cc0-5b6c-43c7-88a0-ff55db19c79e" providerId="ADAL" clId="{1040EB46-B0F6-4C75-B22B-C789F484EF1D}" dt="2024-01-10T12:40:18.733" v="1148" actId="1076"/>
        <pc:sldMkLst>
          <pc:docMk/>
          <pc:sldMk cId="2899597748" sldId="300"/>
        </pc:sldMkLst>
      </pc:sldChg>
      <pc:sldChg chg="delSp modSp add mod">
        <pc:chgData name="Bram Heyns" userId="7a623cc0-5b6c-43c7-88a0-ff55db19c79e" providerId="ADAL" clId="{1040EB46-B0F6-4C75-B22B-C789F484EF1D}" dt="2024-01-10T12:41:31.870" v="1247" actId="478"/>
        <pc:sldMkLst>
          <pc:docMk/>
          <pc:sldMk cId="3765208796" sldId="301"/>
        </pc:sldMkLst>
      </pc:sldChg>
      <pc:sldChg chg="addSp delSp modSp add mod delAnim">
        <pc:chgData name="Bram Heyns" userId="7a623cc0-5b6c-43c7-88a0-ff55db19c79e" providerId="ADAL" clId="{1040EB46-B0F6-4C75-B22B-C789F484EF1D}" dt="2024-01-10T13:41:33.347" v="1286"/>
        <pc:sldMkLst>
          <pc:docMk/>
          <pc:sldMk cId="937785246" sldId="302"/>
        </pc:sldMkLst>
      </pc:sldChg>
      <pc:sldChg chg="new del">
        <pc:chgData name="Bram Heyns" userId="7a623cc0-5b6c-43c7-88a0-ff55db19c79e" providerId="ADAL" clId="{1040EB46-B0F6-4C75-B22B-C789F484EF1D}" dt="2024-01-10T12:41:42.320" v="1249" actId="680"/>
        <pc:sldMkLst>
          <pc:docMk/>
          <pc:sldMk cId="3497099711" sldId="302"/>
        </pc:sldMkLst>
      </pc:sldChg>
      <pc:sldChg chg="addSp delSp modSp new mod">
        <pc:chgData name="Bram Heyns" userId="7a623cc0-5b6c-43c7-88a0-ff55db19c79e" providerId="ADAL" clId="{1040EB46-B0F6-4C75-B22B-C789F484EF1D}" dt="2024-01-10T13:45:54.911" v="1312" actId="14100"/>
        <pc:sldMkLst>
          <pc:docMk/>
          <pc:sldMk cId="877483560" sldId="303"/>
        </pc:sldMkLst>
      </pc:sldChg>
      <pc:sldChg chg="addSp modSp new">
        <pc:chgData name="Bram Heyns" userId="7a623cc0-5b6c-43c7-88a0-ff55db19c79e" providerId="ADAL" clId="{1040EB46-B0F6-4C75-B22B-C789F484EF1D}" dt="2024-01-10T13:46:21.139" v="1314"/>
        <pc:sldMkLst>
          <pc:docMk/>
          <pc:sldMk cId="1294180572" sldId="304"/>
        </pc:sldMkLst>
      </pc:sldChg>
      <pc:sldChg chg="addSp modSp new mod">
        <pc:chgData name="Bram Heyns" userId="7a623cc0-5b6c-43c7-88a0-ff55db19c79e" providerId="ADAL" clId="{1040EB46-B0F6-4C75-B22B-C789F484EF1D}" dt="2024-01-10T13:46:58.164" v="1343"/>
        <pc:sldMkLst>
          <pc:docMk/>
          <pc:sldMk cId="3037715959" sldId="305"/>
        </pc:sldMkLst>
      </pc:sldChg>
      <pc:sldChg chg="addSp modSp new mod">
        <pc:chgData name="Bram Heyns" userId="7a623cc0-5b6c-43c7-88a0-ff55db19c79e" providerId="ADAL" clId="{1040EB46-B0F6-4C75-B22B-C789F484EF1D}" dt="2024-01-11T12:23:49.550" v="1410" actId="1076"/>
        <pc:sldMkLst>
          <pc:docMk/>
          <pc:sldMk cId="3561051664" sldId="306"/>
        </pc:sldMkLst>
      </pc:sldChg>
      <pc:sldChg chg="addSp modSp new mod">
        <pc:chgData name="Bram Heyns" userId="7a623cc0-5b6c-43c7-88a0-ff55db19c79e" providerId="ADAL" clId="{1040EB46-B0F6-4C75-B22B-C789F484EF1D}" dt="2024-01-11T12:22:15.288" v="1386"/>
        <pc:sldMkLst>
          <pc:docMk/>
          <pc:sldMk cId="1273727764" sldId="307"/>
        </pc:sldMkLst>
      </pc:sldChg>
      <pc:sldChg chg="addSp modSp new mod modAnim">
        <pc:chgData name="Bram Heyns" userId="7a623cc0-5b6c-43c7-88a0-ff55db19c79e" providerId="ADAL" clId="{1040EB46-B0F6-4C75-B22B-C789F484EF1D}" dt="2024-01-11T12:22:42.454" v="1408"/>
        <pc:sldMkLst>
          <pc:docMk/>
          <pc:sldMk cId="662188900" sldId="308"/>
        </pc:sldMkLst>
      </pc:sldChg>
    </pc:docChg>
  </pc:docChgLst>
  <pc:docChgLst>
    <pc:chgData name="Bram Heyns" userId="7a623cc0-5b6c-43c7-88a0-ff55db19c79e" providerId="ADAL" clId="{644F06E0-9629-4930-B25A-182A5094F172}"/>
    <pc:docChg chg="undo custSel addSld delSld modSld">
      <pc:chgData name="Bram Heyns" userId="7a623cc0-5b6c-43c7-88a0-ff55db19c79e" providerId="ADAL" clId="{644F06E0-9629-4930-B25A-182A5094F172}" dt="2024-01-09T09:31:37.774" v="1939" actId="1038"/>
      <pc:docMkLst>
        <pc:docMk/>
      </pc:docMkLst>
      <pc:sldChg chg="modSp new mod">
        <pc:chgData name="Bram Heyns" userId="7a623cc0-5b6c-43c7-88a0-ff55db19c79e" providerId="ADAL" clId="{644F06E0-9629-4930-B25A-182A5094F172}" dt="2023-11-29T10:16:00.119" v="382" actId="20577"/>
        <pc:sldMkLst>
          <pc:docMk/>
          <pc:sldMk cId="3616312771" sldId="256"/>
        </pc:sldMkLst>
      </pc:sldChg>
      <pc:sldChg chg="addSp modSp new mod">
        <pc:chgData name="Bram Heyns" userId="7a623cc0-5b6c-43c7-88a0-ff55db19c79e" providerId="ADAL" clId="{644F06E0-9629-4930-B25A-182A5094F172}" dt="2023-11-29T10:03:43.897" v="224"/>
        <pc:sldMkLst>
          <pc:docMk/>
          <pc:sldMk cId="276004885" sldId="257"/>
        </pc:sldMkLst>
      </pc:sldChg>
      <pc:sldChg chg="addSp modSp new mod">
        <pc:chgData name="Bram Heyns" userId="7a623cc0-5b6c-43c7-88a0-ff55db19c79e" providerId="ADAL" clId="{644F06E0-9629-4930-B25A-182A5094F172}" dt="2023-11-29T10:06:07.901" v="247" actId="732"/>
        <pc:sldMkLst>
          <pc:docMk/>
          <pc:sldMk cId="1689163299" sldId="258"/>
        </pc:sldMkLst>
      </pc:sldChg>
      <pc:sldChg chg="addSp modSp new mod">
        <pc:chgData name="Bram Heyns" userId="7a623cc0-5b6c-43c7-88a0-ff55db19c79e" providerId="ADAL" clId="{644F06E0-9629-4930-B25A-182A5094F172}" dt="2023-11-29T10:07:04.854" v="264"/>
        <pc:sldMkLst>
          <pc:docMk/>
          <pc:sldMk cId="3317776675" sldId="259"/>
        </pc:sldMkLst>
      </pc:sldChg>
      <pc:sldChg chg="addSp modSp new mod">
        <pc:chgData name="Bram Heyns" userId="7a623cc0-5b6c-43c7-88a0-ff55db19c79e" providerId="ADAL" clId="{644F06E0-9629-4930-B25A-182A5094F172}" dt="2023-11-29T10:07:46.434" v="287"/>
        <pc:sldMkLst>
          <pc:docMk/>
          <pc:sldMk cId="3787647688" sldId="260"/>
        </pc:sldMkLst>
      </pc:sldChg>
      <pc:sldChg chg="addSp modSp new mod">
        <pc:chgData name="Bram Heyns" userId="7a623cc0-5b6c-43c7-88a0-ff55db19c79e" providerId="ADAL" clId="{644F06E0-9629-4930-B25A-182A5094F172}" dt="2023-11-29T10:12:10.299" v="340" actId="1076"/>
        <pc:sldMkLst>
          <pc:docMk/>
          <pc:sldMk cId="1307829333" sldId="261"/>
        </pc:sldMkLst>
      </pc:sldChg>
      <pc:sldChg chg="addSp delSp modSp new mod">
        <pc:chgData name="Bram Heyns" userId="7a623cc0-5b6c-43c7-88a0-ff55db19c79e" providerId="ADAL" clId="{644F06E0-9629-4930-B25A-182A5094F172}" dt="2024-01-09T09:31:37.774" v="1939" actId="1038"/>
        <pc:sldMkLst>
          <pc:docMk/>
          <pc:sldMk cId="3867388527" sldId="262"/>
        </pc:sldMkLst>
      </pc:sldChg>
      <pc:sldChg chg="modSp add mod">
        <pc:chgData name="Bram Heyns" userId="7a623cc0-5b6c-43c7-88a0-ff55db19c79e" providerId="ADAL" clId="{644F06E0-9629-4930-B25A-182A5094F172}" dt="2023-11-29T10:16:11.692" v="400" actId="20577"/>
        <pc:sldMkLst>
          <pc:docMk/>
          <pc:sldMk cId="1388701437" sldId="263"/>
        </pc:sldMkLst>
      </pc:sldChg>
      <pc:sldChg chg="new del">
        <pc:chgData name="Bram Heyns" userId="7a623cc0-5b6c-43c7-88a0-ff55db19c79e" providerId="ADAL" clId="{644F06E0-9629-4930-B25A-182A5094F172}" dt="2023-11-29T10:18:33.857" v="402" actId="680"/>
        <pc:sldMkLst>
          <pc:docMk/>
          <pc:sldMk cId="117293802" sldId="264"/>
        </pc:sldMkLst>
      </pc:sldChg>
      <pc:sldChg chg="addSp modSp new mod">
        <pc:chgData name="Bram Heyns" userId="7a623cc0-5b6c-43c7-88a0-ff55db19c79e" providerId="ADAL" clId="{644F06E0-9629-4930-B25A-182A5094F172}" dt="2023-11-29T10:26:20.347" v="877" actId="20577"/>
        <pc:sldMkLst>
          <pc:docMk/>
          <pc:sldMk cId="4284284052" sldId="264"/>
        </pc:sldMkLst>
      </pc:sldChg>
      <pc:sldChg chg="addSp modSp new mod">
        <pc:chgData name="Bram Heyns" userId="7a623cc0-5b6c-43c7-88a0-ff55db19c79e" providerId="ADAL" clId="{644F06E0-9629-4930-B25A-182A5094F172}" dt="2023-11-29T11:38:36.086" v="1477" actId="13926"/>
        <pc:sldMkLst>
          <pc:docMk/>
          <pc:sldMk cId="1781978728" sldId="265"/>
        </pc:sldMkLst>
      </pc:sldChg>
      <pc:sldChg chg="addSp modSp new mod">
        <pc:chgData name="Bram Heyns" userId="7a623cc0-5b6c-43c7-88a0-ff55db19c79e" providerId="ADAL" clId="{644F06E0-9629-4930-B25A-182A5094F172}" dt="2023-11-29T11:39:30.187" v="1512" actId="1076"/>
        <pc:sldMkLst>
          <pc:docMk/>
          <pc:sldMk cId="1444846290" sldId="266"/>
        </pc:sldMkLst>
      </pc:sldChg>
      <pc:sldChg chg="addSp modSp new mod">
        <pc:chgData name="Bram Heyns" userId="7a623cc0-5b6c-43c7-88a0-ff55db19c79e" providerId="ADAL" clId="{644F06E0-9629-4930-B25A-182A5094F172}" dt="2023-11-29T11:41:41.648" v="1629" actId="1076"/>
        <pc:sldMkLst>
          <pc:docMk/>
          <pc:sldMk cId="2476255192" sldId="267"/>
        </pc:sldMkLst>
      </pc:sldChg>
      <pc:sldChg chg="addSp modSp new mod">
        <pc:chgData name="Bram Heyns" userId="7a623cc0-5b6c-43c7-88a0-ff55db19c79e" providerId="ADAL" clId="{644F06E0-9629-4930-B25A-182A5094F172}" dt="2023-11-29T11:42:33.157" v="1660" actId="1076"/>
        <pc:sldMkLst>
          <pc:docMk/>
          <pc:sldMk cId="1418017200" sldId="268"/>
        </pc:sldMkLst>
      </pc:sldChg>
      <pc:sldChg chg="addSp modSp new mod">
        <pc:chgData name="Bram Heyns" userId="7a623cc0-5b6c-43c7-88a0-ff55db19c79e" providerId="ADAL" clId="{644F06E0-9629-4930-B25A-182A5094F172}" dt="2023-11-29T11:44:04.528" v="1701" actId="1076"/>
        <pc:sldMkLst>
          <pc:docMk/>
          <pc:sldMk cId="2140030491" sldId="269"/>
        </pc:sldMkLst>
      </pc:sldChg>
      <pc:sldChg chg="addSp delSp modSp new mod">
        <pc:chgData name="Bram Heyns" userId="7a623cc0-5b6c-43c7-88a0-ff55db19c79e" providerId="ADAL" clId="{644F06E0-9629-4930-B25A-182A5094F172}" dt="2023-11-29T11:46:23.055" v="1740" actId="1038"/>
        <pc:sldMkLst>
          <pc:docMk/>
          <pc:sldMk cId="4175805643" sldId="270"/>
        </pc:sldMkLst>
      </pc:sldChg>
      <pc:sldChg chg="addSp modSp new mod">
        <pc:chgData name="Bram Heyns" userId="7a623cc0-5b6c-43c7-88a0-ff55db19c79e" providerId="ADAL" clId="{644F06E0-9629-4930-B25A-182A5094F172}" dt="2023-11-29T11:51:55.322" v="1778" actId="14100"/>
        <pc:sldMkLst>
          <pc:docMk/>
          <pc:sldMk cId="2258085311" sldId="271"/>
        </pc:sldMkLst>
      </pc:sldChg>
      <pc:sldChg chg="addSp modSp new mod">
        <pc:chgData name="Bram Heyns" userId="7a623cc0-5b6c-43c7-88a0-ff55db19c79e" providerId="ADAL" clId="{644F06E0-9629-4930-B25A-182A5094F172}" dt="2023-11-29T11:52:48.518" v="1800" actId="1076"/>
        <pc:sldMkLst>
          <pc:docMk/>
          <pc:sldMk cId="3543404890" sldId="272"/>
        </pc:sldMkLst>
      </pc:sldChg>
      <pc:sldChg chg="addSp modSp new mod">
        <pc:chgData name="Bram Heyns" userId="7a623cc0-5b6c-43c7-88a0-ff55db19c79e" providerId="ADAL" clId="{644F06E0-9629-4930-B25A-182A5094F172}" dt="2023-11-29T11:53:41.888" v="1826" actId="1076"/>
        <pc:sldMkLst>
          <pc:docMk/>
          <pc:sldMk cId="1740921288" sldId="273"/>
        </pc:sldMkLst>
      </pc:sldChg>
      <pc:sldChg chg="addSp modSp new mod modAnim">
        <pc:chgData name="Bram Heyns" userId="7a623cc0-5b6c-43c7-88a0-ff55db19c79e" providerId="ADAL" clId="{644F06E0-9629-4930-B25A-182A5094F172}" dt="2023-11-29T11:54:48.373" v="1899" actId="20577"/>
        <pc:sldMkLst>
          <pc:docMk/>
          <pc:sldMk cId="3357417941" sldId="274"/>
        </pc:sldMkLst>
      </pc:sldChg>
      <pc:sldChg chg="addSp delSp modSp new mod">
        <pc:chgData name="Bram Heyns" userId="7a623cc0-5b6c-43c7-88a0-ff55db19c79e" providerId="ADAL" clId="{644F06E0-9629-4930-B25A-182A5094F172}" dt="2023-11-29T11:57:08.996" v="1928" actId="478"/>
        <pc:sldMkLst>
          <pc:docMk/>
          <pc:sldMk cId="2748511644" sldId="27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755949148" sldId="32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858934973" sldId="38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615268733" sldId="43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901466379" sldId="43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271291033" sldId="43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45617810" sldId="43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13929689" sldId="44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10532554" sldId="44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41979605" sldId="44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50386105" sldId="44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143013147" sldId="44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884800617" sldId="44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611324252" sldId="45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384920162" sldId="45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073820199" sldId="45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4438498" sldId="45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610760118" sldId="45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10325520" sldId="45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748646803" sldId="45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906498232" sldId="45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71253007" sldId="45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94807727" sldId="46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895881515" sldId="46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156852169" sldId="46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830544372" sldId="46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55266300" sldId="46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066114407" sldId="46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426111265" sldId="46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689744567" sldId="46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061718130" sldId="46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453929823" sldId="46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988884396" sldId="47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543576137" sldId="47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942596879" sldId="47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179432519" sldId="47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326110373" sldId="47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507163013" sldId="47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398417839" sldId="47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81259855" sldId="47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155783178" sldId="48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515618471" sldId="48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504710219" sldId="48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618915208" sldId="48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07388823" sldId="48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229498824" sldId="48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90278271" sldId="49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606111364" sldId="51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36777152" sldId="51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790378934" sldId="52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723307846" sldId="52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295532597" sldId="52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92704926" sldId="52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0836690" sldId="52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738109107" sldId="52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366989497" sldId="52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172792092" sldId="53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015005592" sldId="53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761069141" sldId="53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179475964" sldId="53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25722641" sldId="53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750431584" sldId="53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162567180" sldId="53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28876086" sldId="54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28122828" sldId="54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964678440" sldId="54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702954989" sldId="54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33068465" sldId="54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181742745" sldId="55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70736158" sldId="55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346638086" sldId="55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32941666" sldId="55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10533664" sldId="559"/>
        </pc:sldMkLst>
      </pc:sldChg>
    </pc:docChg>
  </pc:docChgLst>
  <pc:docChgLst>
    <pc:chgData name="Stef Van Wolputte" userId="53954008-e772-4081-b24d-77d1e8f1f00e" providerId="ADAL" clId="{5E1025A1-A1BB-47A6-A3D4-0ED96680FC9D}"/>
    <pc:docChg chg="custSel addSld modSld">
      <pc:chgData name="Stef Van Wolputte" userId="53954008-e772-4081-b24d-77d1e8f1f00e" providerId="ADAL" clId="{5E1025A1-A1BB-47A6-A3D4-0ED96680FC9D}" dt="2025-03-03T13:42:30.839" v="61" actId="478"/>
      <pc:docMkLst>
        <pc:docMk/>
      </pc:docMkLst>
      <pc:sldChg chg="delSp modSp mod">
        <pc:chgData name="Stef Van Wolputte" userId="53954008-e772-4081-b24d-77d1e8f1f00e" providerId="ADAL" clId="{5E1025A1-A1BB-47A6-A3D4-0ED96680FC9D}" dt="2025-03-03T12:49:36.681" v="2" actId="14100"/>
        <pc:sldMkLst>
          <pc:docMk/>
          <pc:sldMk cId="3210474422" sldId="278"/>
        </pc:sldMkLst>
        <pc:spChg chg="del">
          <ac:chgData name="Stef Van Wolputte" userId="53954008-e772-4081-b24d-77d1e8f1f00e" providerId="ADAL" clId="{5E1025A1-A1BB-47A6-A3D4-0ED96680FC9D}" dt="2025-03-03T12:49:33.137" v="0" actId="478"/>
          <ac:spMkLst>
            <pc:docMk/>
            <pc:sldMk cId="3210474422" sldId="278"/>
            <ac:spMk id="4" creationId="{19341FD0-8308-332F-6457-733DBF734919}"/>
          </ac:spMkLst>
        </pc:spChg>
        <pc:picChg chg="mod">
          <ac:chgData name="Stef Van Wolputte" userId="53954008-e772-4081-b24d-77d1e8f1f00e" providerId="ADAL" clId="{5E1025A1-A1BB-47A6-A3D4-0ED96680FC9D}" dt="2025-03-03T12:49:36.681" v="2" actId="14100"/>
          <ac:picMkLst>
            <pc:docMk/>
            <pc:sldMk cId="3210474422" sldId="278"/>
            <ac:picMk id="8" creationId="{4B9D7D1A-743F-2F10-66D3-E0A069EBAE23}"/>
          </ac:picMkLst>
        </pc:picChg>
      </pc:sldChg>
      <pc:sldChg chg="delSp mod">
        <pc:chgData name="Stef Van Wolputte" userId="53954008-e772-4081-b24d-77d1e8f1f00e" providerId="ADAL" clId="{5E1025A1-A1BB-47A6-A3D4-0ED96680FC9D}" dt="2025-03-03T12:50:15.368" v="12" actId="478"/>
        <pc:sldMkLst>
          <pc:docMk/>
          <pc:sldMk cId="2465931479" sldId="279"/>
        </pc:sldMkLst>
        <pc:spChg chg="del">
          <ac:chgData name="Stef Van Wolputte" userId="53954008-e772-4081-b24d-77d1e8f1f00e" providerId="ADAL" clId="{5E1025A1-A1BB-47A6-A3D4-0ED96680FC9D}" dt="2025-03-03T12:50:15.368" v="12" actId="478"/>
          <ac:spMkLst>
            <pc:docMk/>
            <pc:sldMk cId="2465931479" sldId="279"/>
            <ac:spMk id="2" creationId="{2C90C3E9-E6DE-2801-EFBB-0FF968F2E815}"/>
          </ac:spMkLst>
        </pc:spChg>
      </pc:sldChg>
      <pc:sldChg chg="delSp mod">
        <pc:chgData name="Stef Van Wolputte" userId="53954008-e772-4081-b24d-77d1e8f1f00e" providerId="ADAL" clId="{5E1025A1-A1BB-47A6-A3D4-0ED96680FC9D}" dt="2025-03-03T12:49:39.798" v="3" actId="478"/>
        <pc:sldMkLst>
          <pc:docMk/>
          <pc:sldMk cId="1993953639" sldId="280"/>
        </pc:sldMkLst>
        <pc:spChg chg="del">
          <ac:chgData name="Stef Van Wolputte" userId="53954008-e772-4081-b24d-77d1e8f1f00e" providerId="ADAL" clId="{5E1025A1-A1BB-47A6-A3D4-0ED96680FC9D}" dt="2025-03-03T12:49:39.798" v="3" actId="478"/>
          <ac:spMkLst>
            <pc:docMk/>
            <pc:sldMk cId="1993953639" sldId="280"/>
            <ac:spMk id="4" creationId="{6A60F688-A408-7DA7-B0D3-1BD543667B5D}"/>
          </ac:spMkLst>
        </pc:spChg>
      </pc:sldChg>
      <pc:sldChg chg="delSp mod">
        <pc:chgData name="Stef Van Wolputte" userId="53954008-e772-4081-b24d-77d1e8f1f00e" providerId="ADAL" clId="{5E1025A1-A1BB-47A6-A3D4-0ED96680FC9D}" dt="2025-03-03T12:49:42.663" v="4" actId="478"/>
        <pc:sldMkLst>
          <pc:docMk/>
          <pc:sldMk cId="1421185277" sldId="281"/>
        </pc:sldMkLst>
        <pc:spChg chg="del">
          <ac:chgData name="Stef Van Wolputte" userId="53954008-e772-4081-b24d-77d1e8f1f00e" providerId="ADAL" clId="{5E1025A1-A1BB-47A6-A3D4-0ED96680FC9D}" dt="2025-03-03T12:49:42.663" v="4" actId="478"/>
          <ac:spMkLst>
            <pc:docMk/>
            <pc:sldMk cId="1421185277" sldId="281"/>
            <ac:spMk id="4" creationId="{ECC8BA8E-CE5C-13AC-45F3-386CBCA33D35}"/>
          </ac:spMkLst>
        </pc:spChg>
      </pc:sldChg>
      <pc:sldChg chg="delSp mod">
        <pc:chgData name="Stef Van Wolputte" userId="53954008-e772-4081-b24d-77d1e8f1f00e" providerId="ADAL" clId="{5E1025A1-A1BB-47A6-A3D4-0ED96680FC9D}" dt="2025-03-03T12:49:44.887" v="5" actId="478"/>
        <pc:sldMkLst>
          <pc:docMk/>
          <pc:sldMk cId="2714648332" sldId="282"/>
        </pc:sldMkLst>
        <pc:spChg chg="del">
          <ac:chgData name="Stef Van Wolputte" userId="53954008-e772-4081-b24d-77d1e8f1f00e" providerId="ADAL" clId="{5E1025A1-A1BB-47A6-A3D4-0ED96680FC9D}" dt="2025-03-03T12:49:44.887" v="5" actId="478"/>
          <ac:spMkLst>
            <pc:docMk/>
            <pc:sldMk cId="2714648332" sldId="282"/>
            <ac:spMk id="4" creationId="{ED490C41-F1C4-900E-B402-68DE97D0FF9F}"/>
          </ac:spMkLst>
        </pc:spChg>
      </pc:sldChg>
      <pc:sldChg chg="delSp mod">
        <pc:chgData name="Stef Van Wolputte" userId="53954008-e772-4081-b24d-77d1e8f1f00e" providerId="ADAL" clId="{5E1025A1-A1BB-47A6-A3D4-0ED96680FC9D}" dt="2025-03-03T12:49:47.783" v="6" actId="478"/>
        <pc:sldMkLst>
          <pc:docMk/>
          <pc:sldMk cId="839736251" sldId="283"/>
        </pc:sldMkLst>
        <pc:spChg chg="del">
          <ac:chgData name="Stef Van Wolputte" userId="53954008-e772-4081-b24d-77d1e8f1f00e" providerId="ADAL" clId="{5E1025A1-A1BB-47A6-A3D4-0ED96680FC9D}" dt="2025-03-03T12:49:47.783" v="6" actId="478"/>
          <ac:spMkLst>
            <pc:docMk/>
            <pc:sldMk cId="839736251" sldId="283"/>
            <ac:spMk id="4" creationId="{1A8EC59D-6462-F36A-FD82-01C758967998}"/>
          </ac:spMkLst>
        </pc:spChg>
      </pc:sldChg>
      <pc:sldChg chg="delSp mod">
        <pc:chgData name="Stef Van Wolputte" userId="53954008-e772-4081-b24d-77d1e8f1f00e" providerId="ADAL" clId="{5E1025A1-A1BB-47A6-A3D4-0ED96680FC9D}" dt="2025-03-03T12:49:53.200" v="8" actId="478"/>
        <pc:sldMkLst>
          <pc:docMk/>
          <pc:sldMk cId="11579472" sldId="284"/>
        </pc:sldMkLst>
        <pc:spChg chg="del">
          <ac:chgData name="Stef Van Wolputte" userId="53954008-e772-4081-b24d-77d1e8f1f00e" providerId="ADAL" clId="{5E1025A1-A1BB-47A6-A3D4-0ED96680FC9D}" dt="2025-03-03T12:49:53.200" v="8" actId="478"/>
          <ac:spMkLst>
            <pc:docMk/>
            <pc:sldMk cId="11579472" sldId="284"/>
            <ac:spMk id="4" creationId="{03E235C6-2F51-7FAF-D610-30068816DB65}"/>
          </ac:spMkLst>
        </pc:spChg>
      </pc:sldChg>
      <pc:sldChg chg="modSp">
        <pc:chgData name="Stef Van Wolputte" userId="53954008-e772-4081-b24d-77d1e8f1f00e" providerId="ADAL" clId="{5E1025A1-A1BB-47A6-A3D4-0ED96680FC9D}" dt="2025-03-03T12:49:57.883" v="9" actId="1076"/>
        <pc:sldMkLst>
          <pc:docMk/>
          <pc:sldMk cId="3482395737" sldId="317"/>
        </pc:sldMkLst>
        <pc:picChg chg="mod">
          <ac:chgData name="Stef Van Wolputte" userId="53954008-e772-4081-b24d-77d1e8f1f00e" providerId="ADAL" clId="{5E1025A1-A1BB-47A6-A3D4-0ED96680FC9D}" dt="2025-03-03T12:49:57.883" v="9" actId="1076"/>
          <ac:picMkLst>
            <pc:docMk/>
            <pc:sldMk cId="3482395737" sldId="317"/>
            <ac:picMk id="5" creationId="{332CE709-73BF-9A5D-1857-63371A9258D2}"/>
          </ac:picMkLst>
        </pc:picChg>
      </pc:sldChg>
      <pc:sldChg chg="delSp mod">
        <pc:chgData name="Stef Van Wolputte" userId="53954008-e772-4081-b24d-77d1e8f1f00e" providerId="ADAL" clId="{5E1025A1-A1BB-47A6-A3D4-0ED96680FC9D}" dt="2025-03-03T12:50:01.023" v="10" actId="478"/>
        <pc:sldMkLst>
          <pc:docMk/>
          <pc:sldMk cId="3442410483" sldId="318"/>
        </pc:sldMkLst>
        <pc:spChg chg="del">
          <ac:chgData name="Stef Van Wolputte" userId="53954008-e772-4081-b24d-77d1e8f1f00e" providerId="ADAL" clId="{5E1025A1-A1BB-47A6-A3D4-0ED96680FC9D}" dt="2025-03-03T12:50:01.023" v="10" actId="478"/>
          <ac:spMkLst>
            <pc:docMk/>
            <pc:sldMk cId="3442410483" sldId="318"/>
            <ac:spMk id="4" creationId="{3F3EB9AA-5FC8-A21A-CA9A-6763984F12CC}"/>
          </ac:spMkLst>
        </pc:spChg>
      </pc:sldChg>
      <pc:sldChg chg="delSp mod">
        <pc:chgData name="Stef Van Wolputte" userId="53954008-e772-4081-b24d-77d1e8f1f00e" providerId="ADAL" clId="{5E1025A1-A1BB-47A6-A3D4-0ED96680FC9D}" dt="2025-03-03T12:50:03.832" v="11" actId="478"/>
        <pc:sldMkLst>
          <pc:docMk/>
          <pc:sldMk cId="885033471" sldId="319"/>
        </pc:sldMkLst>
        <pc:spChg chg="del">
          <ac:chgData name="Stef Van Wolputte" userId="53954008-e772-4081-b24d-77d1e8f1f00e" providerId="ADAL" clId="{5E1025A1-A1BB-47A6-A3D4-0ED96680FC9D}" dt="2025-03-03T12:50:03.832" v="11" actId="478"/>
          <ac:spMkLst>
            <pc:docMk/>
            <pc:sldMk cId="885033471" sldId="319"/>
            <ac:spMk id="4" creationId="{E28F4153-E238-2785-D600-F55B07B08050}"/>
          </ac:spMkLst>
        </pc:spChg>
      </pc:sldChg>
      <pc:sldChg chg="modSp mod">
        <pc:chgData name="Stef Van Wolputte" userId="53954008-e772-4081-b24d-77d1e8f1f00e" providerId="ADAL" clId="{5E1025A1-A1BB-47A6-A3D4-0ED96680FC9D}" dt="2025-03-03T12:51:13.304" v="13" actId="1076"/>
        <pc:sldMkLst>
          <pc:docMk/>
          <pc:sldMk cId="533324637" sldId="321"/>
        </pc:sldMkLst>
        <pc:picChg chg="mod">
          <ac:chgData name="Stef Van Wolputte" userId="53954008-e772-4081-b24d-77d1e8f1f00e" providerId="ADAL" clId="{5E1025A1-A1BB-47A6-A3D4-0ED96680FC9D}" dt="2025-03-03T12:51:13.304" v="13" actId="1076"/>
          <ac:picMkLst>
            <pc:docMk/>
            <pc:sldMk cId="533324637" sldId="321"/>
            <ac:picMk id="6" creationId="{9FC619D3-85EE-D19F-312C-A7234BE2BA97}"/>
          </ac:picMkLst>
        </pc:picChg>
      </pc:sldChg>
      <pc:sldChg chg="delSp mod">
        <pc:chgData name="Stef Van Wolputte" userId="53954008-e772-4081-b24d-77d1e8f1f00e" providerId="ADAL" clId="{5E1025A1-A1BB-47A6-A3D4-0ED96680FC9D}" dt="2025-03-03T12:51:17.634" v="14" actId="478"/>
        <pc:sldMkLst>
          <pc:docMk/>
          <pc:sldMk cId="374042384" sldId="322"/>
        </pc:sldMkLst>
        <pc:spChg chg="del">
          <ac:chgData name="Stef Van Wolputte" userId="53954008-e772-4081-b24d-77d1e8f1f00e" providerId="ADAL" clId="{5E1025A1-A1BB-47A6-A3D4-0ED96680FC9D}" dt="2025-03-03T12:51:17.634" v="14" actId="478"/>
          <ac:spMkLst>
            <pc:docMk/>
            <pc:sldMk cId="374042384" sldId="322"/>
            <ac:spMk id="4" creationId="{59712A6B-FFAC-2489-8D4C-9AF8D0E84674}"/>
          </ac:spMkLst>
        </pc:spChg>
      </pc:sldChg>
      <pc:sldChg chg="modSp">
        <pc:chgData name="Stef Van Wolputte" userId="53954008-e772-4081-b24d-77d1e8f1f00e" providerId="ADAL" clId="{5E1025A1-A1BB-47A6-A3D4-0ED96680FC9D}" dt="2025-03-03T12:53:26.517" v="16" actId="14100"/>
        <pc:sldMkLst>
          <pc:docMk/>
          <pc:sldMk cId="4149084777" sldId="324"/>
        </pc:sldMkLst>
        <pc:picChg chg="mod">
          <ac:chgData name="Stef Van Wolputte" userId="53954008-e772-4081-b24d-77d1e8f1f00e" providerId="ADAL" clId="{5E1025A1-A1BB-47A6-A3D4-0ED96680FC9D}" dt="2025-03-03T12:53:26.517" v="16" actId="14100"/>
          <ac:picMkLst>
            <pc:docMk/>
            <pc:sldMk cId="4149084777" sldId="324"/>
            <ac:picMk id="6" creationId="{5BD97B5A-9FF3-5B4E-739A-95B41753CCCD}"/>
          </ac:picMkLst>
        </pc:picChg>
      </pc:sldChg>
      <pc:sldChg chg="modNotesTx">
        <pc:chgData name="Stef Van Wolputte" userId="53954008-e772-4081-b24d-77d1e8f1f00e" providerId="ADAL" clId="{5E1025A1-A1BB-47A6-A3D4-0ED96680FC9D}" dt="2025-03-03T13:38:52.225" v="35" actId="20577"/>
        <pc:sldMkLst>
          <pc:docMk/>
          <pc:sldMk cId="744625132" sldId="328"/>
        </pc:sldMkLst>
      </pc:sldChg>
      <pc:sldChg chg="delSp mod">
        <pc:chgData name="Stef Van Wolputte" userId="53954008-e772-4081-b24d-77d1e8f1f00e" providerId="ADAL" clId="{5E1025A1-A1BB-47A6-A3D4-0ED96680FC9D}" dt="2025-03-03T12:49:50.095" v="7" actId="478"/>
        <pc:sldMkLst>
          <pc:docMk/>
          <pc:sldMk cId="1024797918" sldId="329"/>
        </pc:sldMkLst>
        <pc:spChg chg="del">
          <ac:chgData name="Stef Van Wolputte" userId="53954008-e772-4081-b24d-77d1e8f1f00e" providerId="ADAL" clId="{5E1025A1-A1BB-47A6-A3D4-0ED96680FC9D}" dt="2025-03-03T12:49:50.095" v="7" actId="478"/>
          <ac:spMkLst>
            <pc:docMk/>
            <pc:sldMk cId="1024797918" sldId="329"/>
            <ac:spMk id="4" creationId="{9A8DCB8C-A8F7-A2A4-BE54-CCCB270EB279}"/>
          </ac:spMkLst>
        </pc:spChg>
      </pc:sldChg>
      <pc:sldChg chg="addSp delSp modSp new mod modShow">
        <pc:chgData name="Stef Van Wolputte" userId="53954008-e772-4081-b24d-77d1e8f1f00e" providerId="ADAL" clId="{5E1025A1-A1BB-47A6-A3D4-0ED96680FC9D}" dt="2025-03-03T13:42:30.839" v="61" actId="478"/>
        <pc:sldMkLst>
          <pc:docMk/>
          <pc:sldMk cId="1290145570" sldId="331"/>
        </pc:sldMkLst>
        <pc:spChg chg="del">
          <ac:chgData name="Stef Van Wolputte" userId="53954008-e772-4081-b24d-77d1e8f1f00e" providerId="ADAL" clId="{5E1025A1-A1BB-47A6-A3D4-0ED96680FC9D}" dt="2025-03-03T13:42:30.839" v="61" actId="478"/>
          <ac:spMkLst>
            <pc:docMk/>
            <pc:sldMk cId="1290145570" sldId="331"/>
            <ac:spMk id="2" creationId="{EDD4848D-32FD-AF1F-1A53-94A992E02E49}"/>
          </ac:spMkLst>
        </pc:spChg>
        <pc:spChg chg="del">
          <ac:chgData name="Stef Van Wolputte" userId="53954008-e772-4081-b24d-77d1e8f1f00e" providerId="ADAL" clId="{5E1025A1-A1BB-47A6-A3D4-0ED96680FC9D}" dt="2025-03-03T13:40:01.835" v="38" actId="478"/>
          <ac:spMkLst>
            <pc:docMk/>
            <pc:sldMk cId="1290145570" sldId="331"/>
            <ac:spMk id="4" creationId="{D9911DB2-ADC8-95FB-508C-C78185304086}"/>
          </ac:spMkLst>
        </pc:spChg>
        <pc:spChg chg="add">
          <ac:chgData name="Stef Van Wolputte" userId="53954008-e772-4081-b24d-77d1e8f1f00e" providerId="ADAL" clId="{5E1025A1-A1BB-47A6-A3D4-0ED96680FC9D}" dt="2025-03-03T13:40:35.226" v="43"/>
          <ac:spMkLst>
            <pc:docMk/>
            <pc:sldMk cId="1290145570" sldId="331"/>
            <ac:spMk id="5" creationId="{CA30E98A-4542-974C-8269-E297F81835D2}"/>
          </ac:spMkLst>
        </pc:spChg>
        <pc:spChg chg="add del">
          <ac:chgData name="Stef Van Wolputte" userId="53954008-e772-4081-b24d-77d1e8f1f00e" providerId="ADAL" clId="{5E1025A1-A1BB-47A6-A3D4-0ED96680FC9D}" dt="2025-03-03T13:40:44.940" v="45" actId="478"/>
          <ac:spMkLst>
            <pc:docMk/>
            <pc:sldMk cId="1290145570" sldId="331"/>
            <ac:spMk id="6" creationId="{4DE029C3-3CA4-B4AE-47C4-78F79A739393}"/>
          </ac:spMkLst>
        </pc:spChg>
        <pc:spChg chg="add del">
          <ac:chgData name="Stef Van Wolputte" userId="53954008-e772-4081-b24d-77d1e8f1f00e" providerId="ADAL" clId="{5E1025A1-A1BB-47A6-A3D4-0ED96680FC9D}" dt="2025-03-03T13:40:58.917" v="47" actId="478"/>
          <ac:spMkLst>
            <pc:docMk/>
            <pc:sldMk cId="1290145570" sldId="331"/>
            <ac:spMk id="7" creationId="{8ABD77DF-9F39-4404-F70C-DE618EEA2E88}"/>
          </ac:spMkLst>
        </pc:spChg>
        <pc:picChg chg="add mod">
          <ac:chgData name="Stef Van Wolputte" userId="53954008-e772-4081-b24d-77d1e8f1f00e" providerId="ADAL" clId="{5E1025A1-A1BB-47A6-A3D4-0ED96680FC9D}" dt="2025-03-03T13:41:33.553" v="52" actId="1076"/>
          <ac:picMkLst>
            <pc:docMk/>
            <pc:sldMk cId="1290145570" sldId="331"/>
            <ac:picMk id="9" creationId="{685F8A8F-FDC7-2862-4584-FB628AEA3F14}"/>
          </ac:picMkLst>
        </pc:picChg>
        <pc:picChg chg="add mod">
          <ac:chgData name="Stef Van Wolputte" userId="53954008-e772-4081-b24d-77d1e8f1f00e" providerId="ADAL" clId="{5E1025A1-A1BB-47A6-A3D4-0ED96680FC9D}" dt="2025-03-03T13:42:14.528" v="56" actId="1076"/>
          <ac:picMkLst>
            <pc:docMk/>
            <pc:sldMk cId="1290145570" sldId="331"/>
            <ac:picMk id="11" creationId="{4B5BAA63-ABBC-6667-A68A-EB592EA0B1FD}"/>
          </ac:picMkLst>
        </pc:picChg>
        <pc:picChg chg="add mod">
          <ac:chgData name="Stef Van Wolputte" userId="53954008-e772-4081-b24d-77d1e8f1f00e" providerId="ADAL" clId="{5E1025A1-A1BB-47A6-A3D4-0ED96680FC9D}" dt="2025-03-03T13:42:29.339" v="60" actId="1076"/>
          <ac:picMkLst>
            <pc:docMk/>
            <pc:sldMk cId="1290145570" sldId="331"/>
            <ac:picMk id="1026" creationId="{75D8A7D2-78A5-839A-C83D-5934C4CF0A37}"/>
          </ac:picMkLst>
        </pc:picChg>
      </pc:sldChg>
    </pc:docChg>
  </pc:docChgLst>
  <pc:docChgLst>
    <pc:chgData name="Bram Heyns" userId="7a623cc0-5b6c-43c7-88a0-ff55db19c79e" providerId="ADAL" clId="{8D3F124E-B48C-49F3-B17E-7C0FC527AD02}"/>
    <pc:docChg chg="undo custSel addSld delSld modSld sldOrd">
      <pc:chgData name="Bram Heyns" userId="7a623cc0-5b6c-43c7-88a0-ff55db19c79e" providerId="ADAL" clId="{8D3F124E-B48C-49F3-B17E-7C0FC527AD02}" dt="2024-01-15T09:41:20.899" v="5904" actId="1076"/>
      <pc:docMkLst>
        <pc:docMk/>
      </pc:docMkLst>
      <pc:sldChg chg="modSp mod">
        <pc:chgData name="Bram Heyns" userId="7a623cc0-5b6c-43c7-88a0-ff55db19c79e" providerId="ADAL" clId="{8D3F124E-B48C-49F3-B17E-7C0FC527AD02}" dt="2024-01-11T12:56:17.997" v="138" actId="20577"/>
        <pc:sldMkLst>
          <pc:docMk/>
          <pc:sldMk cId="3616312771" sldId="256"/>
        </pc:sldMkLst>
      </pc:sldChg>
      <pc:sldChg chg="del">
        <pc:chgData name="Bram Heyns" userId="7a623cc0-5b6c-43c7-88a0-ff55db19c79e" providerId="ADAL" clId="{8D3F124E-B48C-49F3-B17E-7C0FC527AD02}" dt="2024-01-11T13:01:25.383" v="389" actId="47"/>
        <pc:sldMkLst>
          <pc:docMk/>
          <pc:sldMk cId="276004885" sldId="257"/>
        </pc:sldMkLst>
      </pc:sldChg>
      <pc:sldChg chg="addSp delSp modSp mod">
        <pc:chgData name="Bram Heyns" userId="7a623cc0-5b6c-43c7-88a0-ff55db19c79e" providerId="ADAL" clId="{8D3F124E-B48C-49F3-B17E-7C0FC527AD02}" dt="2024-01-11T20:53:39.979" v="3932" actId="21"/>
        <pc:sldMkLst>
          <pc:docMk/>
          <pc:sldMk cId="2967960735" sldId="276"/>
        </pc:sldMkLst>
      </pc:sldChg>
      <pc:sldChg chg="addSp delSp modSp mod">
        <pc:chgData name="Bram Heyns" userId="7a623cc0-5b6c-43c7-88a0-ff55db19c79e" providerId="ADAL" clId="{8D3F124E-B48C-49F3-B17E-7C0FC527AD02}" dt="2024-01-11T12:57:41.486" v="217" actId="20577"/>
        <pc:sldMkLst>
          <pc:docMk/>
          <pc:sldMk cId="2081295671" sldId="277"/>
        </pc:sldMkLst>
      </pc:sldChg>
      <pc:sldChg chg="del">
        <pc:chgData name="Bram Heyns" userId="7a623cc0-5b6c-43c7-88a0-ff55db19c79e" providerId="ADAL" clId="{8D3F124E-B48C-49F3-B17E-7C0FC527AD02}" dt="2024-01-11T12:53:23.810" v="54" actId="47"/>
        <pc:sldMkLst>
          <pc:docMk/>
          <pc:sldMk cId="1624575407" sldId="278"/>
        </pc:sldMkLst>
      </pc:sldChg>
      <pc:sldChg chg="addSp modSp new mod">
        <pc:chgData name="Bram Heyns" userId="7a623cc0-5b6c-43c7-88a0-ff55db19c79e" providerId="ADAL" clId="{8D3F124E-B48C-49F3-B17E-7C0FC527AD02}" dt="2024-01-11T12:57:58.656" v="226"/>
        <pc:sldMkLst>
          <pc:docMk/>
          <pc:sldMk cId="3210474422" sldId="278"/>
        </pc:sldMkLst>
      </pc:sldChg>
      <pc:sldChg chg="del">
        <pc:chgData name="Bram Heyns" userId="7a623cc0-5b6c-43c7-88a0-ff55db19c79e" providerId="ADAL" clId="{8D3F124E-B48C-49F3-B17E-7C0FC527AD02}" dt="2024-01-11T12:53:24.360" v="55" actId="47"/>
        <pc:sldMkLst>
          <pc:docMk/>
          <pc:sldMk cId="2846727448" sldId="279"/>
        </pc:sldMkLst>
      </pc:sldChg>
      <pc:sldChg chg="addSp modSp new mod">
        <pc:chgData name="Bram Heyns" userId="7a623cc0-5b6c-43c7-88a0-ff55db19c79e" providerId="ADAL" clId="{8D3F124E-B48C-49F3-B17E-7C0FC527AD02}" dt="2024-01-11T12:59:23.957" v="348" actId="1076"/>
        <pc:sldMkLst>
          <pc:docMk/>
          <pc:sldMk cId="3587760759" sldId="279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776558176" sldId="280"/>
        </pc:sldMkLst>
      </pc:sldChg>
      <pc:sldChg chg="addSp modSp new mod">
        <pc:chgData name="Bram Heyns" userId="7a623cc0-5b6c-43c7-88a0-ff55db19c79e" providerId="ADAL" clId="{8D3F124E-B48C-49F3-B17E-7C0FC527AD02}" dt="2024-01-11T13:00:05.006" v="373"/>
        <pc:sldMkLst>
          <pc:docMk/>
          <pc:sldMk cId="2023957802" sldId="280"/>
        </pc:sldMkLst>
      </pc:sldChg>
      <pc:sldChg chg="new del">
        <pc:chgData name="Bram Heyns" userId="7a623cc0-5b6c-43c7-88a0-ff55db19c79e" providerId="ADAL" clId="{8D3F124E-B48C-49F3-B17E-7C0FC527AD02}" dt="2024-01-11T13:00:50.339" v="375" actId="47"/>
        <pc:sldMkLst>
          <pc:docMk/>
          <pc:sldMk cId="1235754573" sldId="281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779919072" sldId="281"/>
        </pc:sldMkLst>
      </pc:sldChg>
      <pc:sldChg chg="addSp modSp new">
        <pc:chgData name="Bram Heyns" userId="7a623cc0-5b6c-43c7-88a0-ff55db19c79e" providerId="ADAL" clId="{8D3F124E-B48C-49F3-B17E-7C0FC527AD02}" dt="2024-01-11T13:01:33.473" v="390"/>
        <pc:sldMkLst>
          <pc:docMk/>
          <pc:sldMk cId="3757175392" sldId="281"/>
        </pc:sldMkLst>
      </pc:sldChg>
      <pc:sldChg chg="addSp modSp new mod">
        <pc:chgData name="Bram Heyns" userId="7a623cc0-5b6c-43c7-88a0-ff55db19c79e" providerId="ADAL" clId="{8D3F124E-B48C-49F3-B17E-7C0FC527AD02}" dt="2024-01-11T13:02:05.135" v="428" actId="1076"/>
        <pc:sldMkLst>
          <pc:docMk/>
          <pc:sldMk cId="2438338052" sldId="282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957128938" sldId="282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2127495967" sldId="283"/>
        </pc:sldMkLst>
      </pc:sldChg>
      <pc:sldChg chg="addSp modSp new mod">
        <pc:chgData name="Bram Heyns" userId="7a623cc0-5b6c-43c7-88a0-ff55db19c79e" providerId="ADAL" clId="{8D3F124E-B48C-49F3-B17E-7C0FC527AD02}" dt="2024-01-11T13:02:59.514" v="483" actId="1076"/>
        <pc:sldMkLst>
          <pc:docMk/>
          <pc:sldMk cId="3338526081" sldId="283"/>
        </pc:sldMkLst>
      </pc:sldChg>
      <pc:sldChg chg="addSp modSp new mod">
        <pc:chgData name="Bram Heyns" userId="7a623cc0-5b6c-43c7-88a0-ff55db19c79e" providerId="ADAL" clId="{8D3F124E-B48C-49F3-B17E-7C0FC527AD02}" dt="2024-01-11T13:03:57.763" v="500" actId="1076"/>
        <pc:sldMkLst>
          <pc:docMk/>
          <pc:sldMk cId="2092321943" sldId="284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709800086" sldId="284"/>
        </pc:sldMkLst>
      </pc:sldChg>
      <pc:sldChg chg="addSp modSp new mod">
        <pc:chgData name="Bram Heyns" userId="7a623cc0-5b6c-43c7-88a0-ff55db19c79e" providerId="ADAL" clId="{8D3F124E-B48C-49F3-B17E-7C0FC527AD02}" dt="2024-01-11T13:04:41.521" v="526" actId="1076"/>
        <pc:sldMkLst>
          <pc:docMk/>
          <pc:sldMk cId="1974154351" sldId="28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143338881" sldId="28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755898384" sldId="286"/>
        </pc:sldMkLst>
      </pc:sldChg>
      <pc:sldChg chg="addSp modSp new mod">
        <pc:chgData name="Bram Heyns" userId="7a623cc0-5b6c-43c7-88a0-ff55db19c79e" providerId="ADAL" clId="{8D3F124E-B48C-49F3-B17E-7C0FC527AD02}" dt="2024-01-11T13:06:32.193" v="589" actId="403"/>
        <pc:sldMkLst>
          <pc:docMk/>
          <pc:sldMk cId="3219914966" sldId="286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272553522" sldId="287"/>
        </pc:sldMkLst>
      </pc:sldChg>
      <pc:sldChg chg="addSp delSp modSp new mod">
        <pc:chgData name="Bram Heyns" userId="7a623cc0-5b6c-43c7-88a0-ff55db19c79e" providerId="ADAL" clId="{8D3F124E-B48C-49F3-B17E-7C0FC527AD02}" dt="2024-01-11T19:25:27.787" v="1999" actId="478"/>
        <pc:sldMkLst>
          <pc:docMk/>
          <pc:sldMk cId="2874430358" sldId="287"/>
        </pc:sldMkLst>
      </pc:sldChg>
      <pc:sldChg chg="addSp modSp new mod">
        <pc:chgData name="Bram Heyns" userId="7a623cc0-5b6c-43c7-88a0-ff55db19c79e" providerId="ADAL" clId="{8D3F124E-B48C-49F3-B17E-7C0FC527AD02}" dt="2024-01-11T13:09:17.903" v="643" actId="1076"/>
        <pc:sldMkLst>
          <pc:docMk/>
          <pc:sldMk cId="3049261955" sldId="288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748433426" sldId="288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712664771" sldId="289"/>
        </pc:sldMkLst>
      </pc:sldChg>
      <pc:sldChg chg="addSp modSp add mod">
        <pc:chgData name="Bram Heyns" userId="7a623cc0-5b6c-43c7-88a0-ff55db19c79e" providerId="ADAL" clId="{8D3F124E-B48C-49F3-B17E-7C0FC527AD02}" dt="2024-01-11T20:53:47.306" v="3933"/>
        <pc:sldMkLst>
          <pc:docMk/>
          <pc:sldMk cId="3932052699" sldId="289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61322704" sldId="290"/>
        </pc:sldMkLst>
      </pc:sldChg>
      <pc:sldChg chg="new del">
        <pc:chgData name="Bram Heyns" userId="7a623cc0-5b6c-43c7-88a0-ff55db19c79e" providerId="ADAL" clId="{8D3F124E-B48C-49F3-B17E-7C0FC527AD02}" dt="2024-01-11T13:26:14.035" v="710" actId="680"/>
        <pc:sldMkLst>
          <pc:docMk/>
          <pc:sldMk cId="280369724" sldId="290"/>
        </pc:sldMkLst>
      </pc:sldChg>
      <pc:sldChg chg="addSp delSp modSp add mod">
        <pc:chgData name="Bram Heyns" userId="7a623cc0-5b6c-43c7-88a0-ff55db19c79e" providerId="ADAL" clId="{8D3F124E-B48C-49F3-B17E-7C0FC527AD02}" dt="2024-01-11T13:26:56.303" v="751" actId="1076"/>
        <pc:sldMkLst>
          <pc:docMk/>
          <pc:sldMk cId="2659521274" sldId="290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785759542" sldId="291"/>
        </pc:sldMkLst>
      </pc:sldChg>
      <pc:sldChg chg="addSp delSp modSp new mod">
        <pc:chgData name="Bram Heyns" userId="7a623cc0-5b6c-43c7-88a0-ff55db19c79e" providerId="ADAL" clId="{8D3F124E-B48C-49F3-B17E-7C0FC527AD02}" dt="2024-01-11T13:28:32.933" v="770"/>
        <pc:sldMkLst>
          <pc:docMk/>
          <pc:sldMk cId="1776585867" sldId="291"/>
        </pc:sldMkLst>
      </pc:sldChg>
      <pc:sldChg chg="addSp modSp new mod">
        <pc:chgData name="Bram Heyns" userId="7a623cc0-5b6c-43c7-88a0-ff55db19c79e" providerId="ADAL" clId="{8D3F124E-B48C-49F3-B17E-7C0FC527AD02}" dt="2024-01-11T14:14:48.239" v="1901" actId="14100"/>
        <pc:sldMkLst>
          <pc:docMk/>
          <pc:sldMk cId="3297883879" sldId="292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805913376" sldId="293"/>
        </pc:sldMkLst>
      </pc:sldChg>
      <pc:sldChg chg="addSp modSp new mod">
        <pc:chgData name="Bram Heyns" userId="7a623cc0-5b6c-43c7-88a0-ff55db19c79e" providerId="ADAL" clId="{8D3F124E-B48C-49F3-B17E-7C0FC527AD02}" dt="2024-01-11T19:47:31.547" v="2230" actId="20577"/>
        <pc:sldMkLst>
          <pc:docMk/>
          <pc:sldMk cId="4228819793" sldId="293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759032985" sldId="294"/>
        </pc:sldMkLst>
      </pc:sldChg>
      <pc:sldChg chg="modSp add del mod">
        <pc:chgData name="Bram Heyns" userId="7a623cc0-5b6c-43c7-88a0-ff55db19c79e" providerId="ADAL" clId="{8D3F124E-B48C-49F3-B17E-7C0FC527AD02}" dt="2024-01-11T20:51:14.973" v="3873" actId="47"/>
        <pc:sldMkLst>
          <pc:docMk/>
          <pc:sldMk cId="4229467434" sldId="294"/>
        </pc:sldMkLst>
      </pc:sldChg>
      <pc:sldChg chg="modSp add del mod">
        <pc:chgData name="Bram Heyns" userId="7a623cc0-5b6c-43c7-88a0-ff55db19c79e" providerId="ADAL" clId="{8D3F124E-B48C-49F3-B17E-7C0FC527AD02}" dt="2024-01-11T20:51:26.813" v="3874" actId="47"/>
        <pc:sldMkLst>
          <pc:docMk/>
          <pc:sldMk cId="2035773685" sldId="29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356382497" sldId="29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56459990" sldId="296"/>
        </pc:sldMkLst>
      </pc:sldChg>
      <pc:sldChg chg="addSp delSp modSp add mod ord">
        <pc:chgData name="Bram Heyns" userId="7a623cc0-5b6c-43c7-88a0-ff55db19c79e" providerId="ADAL" clId="{8D3F124E-B48C-49F3-B17E-7C0FC527AD02}" dt="2024-01-11T20:53:09.049" v="3928" actId="404"/>
        <pc:sldMkLst>
          <pc:docMk/>
          <pc:sldMk cId="840560955" sldId="296"/>
        </pc:sldMkLst>
      </pc:sldChg>
      <pc:sldChg chg="addSp delSp modSp add mod ord">
        <pc:chgData name="Bram Heyns" userId="7a623cc0-5b6c-43c7-88a0-ff55db19c79e" providerId="ADAL" clId="{8D3F124E-B48C-49F3-B17E-7C0FC527AD02}" dt="2024-01-11T20:53:16.034" v="3931" actId="404"/>
        <pc:sldMkLst>
          <pc:docMk/>
          <pc:sldMk cId="1827468612" sldId="297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233816653" sldId="297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210122103" sldId="298"/>
        </pc:sldMkLst>
      </pc:sldChg>
      <pc:sldChg chg="addSp modSp new mod ord">
        <pc:chgData name="Bram Heyns" userId="7a623cc0-5b6c-43c7-88a0-ff55db19c79e" providerId="ADAL" clId="{8D3F124E-B48C-49F3-B17E-7C0FC527AD02}" dt="2024-01-11T20:51:38.067" v="3876"/>
        <pc:sldMkLst>
          <pc:docMk/>
          <pc:sldMk cId="2535898083" sldId="298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2032719985" sldId="299"/>
        </pc:sldMkLst>
      </pc:sldChg>
      <pc:sldChg chg="addSp delSp modSp new mod setBg">
        <pc:chgData name="Bram Heyns" userId="7a623cc0-5b6c-43c7-88a0-ff55db19c79e" providerId="ADAL" clId="{8D3F124E-B48C-49F3-B17E-7C0FC527AD02}" dt="2024-01-11T19:51:37.194" v="2372" actId="688"/>
        <pc:sldMkLst>
          <pc:docMk/>
          <pc:sldMk cId="3990673949" sldId="299"/>
        </pc:sldMkLst>
      </pc:sldChg>
      <pc:sldChg chg="modSp add mod">
        <pc:chgData name="Bram Heyns" userId="7a623cc0-5b6c-43c7-88a0-ff55db19c79e" providerId="ADAL" clId="{8D3F124E-B48C-49F3-B17E-7C0FC527AD02}" dt="2024-01-11T20:55:08.625" v="3949" actId="20577"/>
        <pc:sldMkLst>
          <pc:docMk/>
          <pc:sldMk cId="888478275" sldId="300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2899597748" sldId="300"/>
        </pc:sldMkLst>
      </pc:sldChg>
      <pc:sldChg chg="addSp delSp modSp add mod">
        <pc:chgData name="Bram Heyns" userId="7a623cc0-5b6c-43c7-88a0-ff55db19c79e" providerId="ADAL" clId="{8D3F124E-B48C-49F3-B17E-7C0FC527AD02}" dt="2024-01-11T20:21:39.827" v="3031" actId="27636"/>
        <pc:sldMkLst>
          <pc:docMk/>
          <pc:sldMk cId="2467197886" sldId="301"/>
        </pc:sldMkLst>
      </pc:sldChg>
      <pc:sldChg chg="new del">
        <pc:chgData name="Bram Heyns" userId="7a623cc0-5b6c-43c7-88a0-ff55db19c79e" providerId="ADAL" clId="{8D3F124E-B48C-49F3-B17E-7C0FC527AD02}" dt="2024-01-11T19:33:01.293" v="2001" actId="680"/>
        <pc:sldMkLst>
          <pc:docMk/>
          <pc:sldMk cId="2835984716" sldId="301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765208796" sldId="301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937785246" sldId="302"/>
        </pc:sldMkLst>
      </pc:sldChg>
      <pc:sldChg chg="addSp modSp new mod ord">
        <pc:chgData name="Bram Heyns" userId="7a623cc0-5b6c-43c7-88a0-ff55db19c79e" providerId="ADAL" clId="{8D3F124E-B48C-49F3-B17E-7C0FC527AD02}" dt="2024-01-11T20:23:22.859" v="3101" actId="14100"/>
        <pc:sldMkLst>
          <pc:docMk/>
          <pc:sldMk cId="1302891467" sldId="302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877483560" sldId="303"/>
        </pc:sldMkLst>
      </pc:sldChg>
      <pc:sldChg chg="addSp delSp modSp new mod ord">
        <pc:chgData name="Bram Heyns" userId="7a623cc0-5b6c-43c7-88a0-ff55db19c79e" providerId="ADAL" clId="{8D3F124E-B48C-49F3-B17E-7C0FC527AD02}" dt="2024-01-11T20:42:42.432" v="3862" actId="1076"/>
        <pc:sldMkLst>
          <pc:docMk/>
          <pc:sldMk cId="1308309365" sldId="303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294180572" sldId="304"/>
        </pc:sldMkLst>
      </pc:sldChg>
      <pc:sldChg chg="addSp modSp new mod">
        <pc:chgData name="Bram Heyns" userId="7a623cc0-5b6c-43c7-88a0-ff55db19c79e" providerId="ADAL" clId="{8D3F124E-B48C-49F3-B17E-7C0FC527AD02}" dt="2024-01-11T20:20:22.508" v="2980" actId="20577"/>
        <pc:sldMkLst>
          <pc:docMk/>
          <pc:sldMk cId="1800705516" sldId="304"/>
        </pc:sldMkLst>
      </pc:sldChg>
      <pc:sldChg chg="addSp delSp modSp new mod ord">
        <pc:chgData name="Bram Heyns" userId="7a623cc0-5b6c-43c7-88a0-ff55db19c79e" providerId="ADAL" clId="{8D3F124E-B48C-49F3-B17E-7C0FC527AD02}" dt="2024-01-11T20:30:20.560" v="3351" actId="20577"/>
        <pc:sldMkLst>
          <pc:docMk/>
          <pc:sldMk cId="2612434242" sldId="30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037715959" sldId="305"/>
        </pc:sldMkLst>
      </pc:sldChg>
      <pc:sldChg chg="addSp modSp new mod">
        <pc:chgData name="Bram Heyns" userId="7a623cc0-5b6c-43c7-88a0-ff55db19c79e" providerId="ADAL" clId="{8D3F124E-B48C-49F3-B17E-7C0FC527AD02}" dt="2024-01-11T20:12:57.291" v="2725" actId="20577"/>
        <pc:sldMkLst>
          <pc:docMk/>
          <pc:sldMk cId="461052094" sldId="306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561051664" sldId="306"/>
        </pc:sldMkLst>
      </pc:sldChg>
      <pc:sldChg chg="addSp modSp new mod">
        <pc:chgData name="Bram Heyns" userId="7a623cc0-5b6c-43c7-88a0-ff55db19c79e" providerId="ADAL" clId="{8D3F124E-B48C-49F3-B17E-7C0FC527AD02}" dt="2024-01-12T07:36:01.532" v="4448" actId="1037"/>
        <pc:sldMkLst>
          <pc:docMk/>
          <pc:sldMk cId="1043890503" sldId="307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273727764" sldId="307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662188900" sldId="308"/>
        </pc:sldMkLst>
      </pc:sldChg>
      <pc:sldChg chg="modSp add mod">
        <pc:chgData name="Bram Heyns" userId="7a623cc0-5b6c-43c7-88a0-ff55db19c79e" providerId="ADAL" clId="{8D3F124E-B48C-49F3-B17E-7C0FC527AD02}" dt="2024-01-11T20:56:13.490" v="4013" actId="20577"/>
        <pc:sldMkLst>
          <pc:docMk/>
          <pc:sldMk cId="1493160093" sldId="308"/>
        </pc:sldMkLst>
      </pc:sldChg>
      <pc:sldChg chg="addSp modSp add mod">
        <pc:chgData name="Bram Heyns" userId="7a623cc0-5b6c-43c7-88a0-ff55db19c79e" providerId="ADAL" clId="{8D3F124E-B48C-49F3-B17E-7C0FC527AD02}" dt="2024-01-15T08:58:52.132" v="4994" actId="20577"/>
        <pc:sldMkLst>
          <pc:docMk/>
          <pc:sldMk cId="3228102229" sldId="309"/>
        </pc:sldMkLst>
      </pc:sldChg>
      <pc:sldChg chg="addSp delSp modSp add mod">
        <pc:chgData name="Bram Heyns" userId="7a623cc0-5b6c-43c7-88a0-ff55db19c79e" providerId="ADAL" clId="{8D3F124E-B48C-49F3-B17E-7C0FC527AD02}" dt="2024-01-12T07:13:14.645" v="4156" actId="1076"/>
        <pc:sldMkLst>
          <pc:docMk/>
          <pc:sldMk cId="2387683895" sldId="310"/>
        </pc:sldMkLst>
      </pc:sldChg>
      <pc:sldChg chg="addSp modSp new mod">
        <pc:chgData name="Bram Heyns" userId="7a623cc0-5b6c-43c7-88a0-ff55db19c79e" providerId="ADAL" clId="{8D3F124E-B48C-49F3-B17E-7C0FC527AD02}" dt="2024-01-12T07:11:05.427" v="4146" actId="1037"/>
        <pc:sldMkLst>
          <pc:docMk/>
          <pc:sldMk cId="3611358941" sldId="311"/>
        </pc:sldMkLst>
      </pc:sldChg>
      <pc:sldChg chg="addSp modSp new mod modNotesTx">
        <pc:chgData name="Bram Heyns" userId="7a623cc0-5b6c-43c7-88a0-ff55db19c79e" providerId="ADAL" clId="{8D3F124E-B48C-49F3-B17E-7C0FC527AD02}" dt="2024-01-12T07:14:12.760" v="4189" actId="1076"/>
        <pc:sldMkLst>
          <pc:docMk/>
          <pc:sldMk cId="70942096" sldId="312"/>
        </pc:sldMkLst>
      </pc:sldChg>
      <pc:sldChg chg="addSp modSp new mod">
        <pc:chgData name="Bram Heyns" userId="7a623cc0-5b6c-43c7-88a0-ff55db19c79e" providerId="ADAL" clId="{8D3F124E-B48C-49F3-B17E-7C0FC527AD02}" dt="2024-01-12T07:16:14.811" v="4237" actId="207"/>
        <pc:sldMkLst>
          <pc:docMk/>
          <pc:sldMk cId="2288066975" sldId="313"/>
        </pc:sldMkLst>
      </pc:sldChg>
      <pc:sldChg chg="addSp modSp new mod">
        <pc:chgData name="Bram Heyns" userId="7a623cc0-5b6c-43c7-88a0-ff55db19c79e" providerId="ADAL" clId="{8D3F124E-B48C-49F3-B17E-7C0FC527AD02}" dt="2024-01-12T07:22:55.817" v="4311" actId="1076"/>
        <pc:sldMkLst>
          <pc:docMk/>
          <pc:sldMk cId="3635299756" sldId="314"/>
        </pc:sldMkLst>
      </pc:sldChg>
      <pc:sldChg chg="addSp modSp new mod">
        <pc:chgData name="Bram Heyns" userId="7a623cc0-5b6c-43c7-88a0-ff55db19c79e" providerId="ADAL" clId="{8D3F124E-B48C-49F3-B17E-7C0FC527AD02}" dt="2024-01-12T07:24:23.591" v="4342" actId="1076"/>
        <pc:sldMkLst>
          <pc:docMk/>
          <pc:sldMk cId="828093412" sldId="315"/>
        </pc:sldMkLst>
      </pc:sldChg>
      <pc:sldChg chg="addSp modSp new mod">
        <pc:chgData name="Bram Heyns" userId="7a623cc0-5b6c-43c7-88a0-ff55db19c79e" providerId="ADAL" clId="{8D3F124E-B48C-49F3-B17E-7C0FC527AD02}" dt="2024-01-12T07:28:53.518" v="4390" actId="20577"/>
        <pc:sldMkLst>
          <pc:docMk/>
          <pc:sldMk cId="1729543206" sldId="316"/>
        </pc:sldMkLst>
      </pc:sldChg>
      <pc:sldChg chg="addSp modSp new mod">
        <pc:chgData name="Bram Heyns" userId="7a623cc0-5b6c-43c7-88a0-ff55db19c79e" providerId="ADAL" clId="{8D3F124E-B48C-49F3-B17E-7C0FC527AD02}" dt="2024-01-12T07:37:06.629" v="4460" actId="1037"/>
        <pc:sldMkLst>
          <pc:docMk/>
          <pc:sldMk cId="3482395737" sldId="317"/>
        </pc:sldMkLst>
      </pc:sldChg>
      <pc:sldChg chg="addSp modSp new mod">
        <pc:chgData name="Bram Heyns" userId="7a623cc0-5b6c-43c7-88a0-ff55db19c79e" providerId="ADAL" clId="{8D3F124E-B48C-49F3-B17E-7C0FC527AD02}" dt="2024-01-12T07:34:56.134" v="4438" actId="1076"/>
        <pc:sldMkLst>
          <pc:docMk/>
          <pc:sldMk cId="2885104249" sldId="318"/>
        </pc:sldMkLst>
      </pc:sldChg>
      <pc:sldChg chg="addSp modSp new mod">
        <pc:chgData name="Bram Heyns" userId="7a623cc0-5b6c-43c7-88a0-ff55db19c79e" providerId="ADAL" clId="{8D3F124E-B48C-49F3-B17E-7C0FC527AD02}" dt="2024-01-12T07:47:51.526" v="4486" actId="1076"/>
        <pc:sldMkLst>
          <pc:docMk/>
          <pc:sldMk cId="3205486269" sldId="319"/>
        </pc:sldMkLst>
      </pc:sldChg>
      <pc:sldChg chg="addSp modSp new mod">
        <pc:chgData name="Bram Heyns" userId="7a623cc0-5b6c-43c7-88a0-ff55db19c79e" providerId="ADAL" clId="{8D3F124E-B48C-49F3-B17E-7C0FC527AD02}" dt="2024-01-12T07:49:16.601" v="4527"/>
        <pc:sldMkLst>
          <pc:docMk/>
          <pc:sldMk cId="2241877734" sldId="320"/>
        </pc:sldMkLst>
      </pc:sldChg>
      <pc:sldChg chg="addSp modSp new mod">
        <pc:chgData name="Bram Heyns" userId="7a623cc0-5b6c-43c7-88a0-ff55db19c79e" providerId="ADAL" clId="{8D3F124E-B48C-49F3-B17E-7C0FC527AD02}" dt="2024-01-12T07:52:49.555" v="4697" actId="20577"/>
        <pc:sldMkLst>
          <pc:docMk/>
          <pc:sldMk cId="3595877681" sldId="321"/>
        </pc:sldMkLst>
      </pc:sldChg>
      <pc:sldChg chg="addSp modSp new mod">
        <pc:chgData name="Bram Heyns" userId="7a623cc0-5b6c-43c7-88a0-ff55db19c79e" providerId="ADAL" clId="{8D3F124E-B48C-49F3-B17E-7C0FC527AD02}" dt="2024-01-12T08:17:56.324" v="4735" actId="20577"/>
        <pc:sldMkLst>
          <pc:docMk/>
          <pc:sldMk cId="28299453" sldId="322"/>
        </pc:sldMkLst>
      </pc:sldChg>
      <pc:sldChg chg="addSp modSp new mod">
        <pc:chgData name="Bram Heyns" userId="7a623cc0-5b6c-43c7-88a0-ff55db19c79e" providerId="ADAL" clId="{8D3F124E-B48C-49F3-B17E-7C0FC527AD02}" dt="2024-01-12T08:24:51.048" v="4892" actId="166"/>
        <pc:sldMkLst>
          <pc:docMk/>
          <pc:sldMk cId="3743490353" sldId="323"/>
        </pc:sldMkLst>
      </pc:sldChg>
      <pc:sldChg chg="addSp delSp modSp new mod">
        <pc:chgData name="Bram Heyns" userId="7a623cc0-5b6c-43c7-88a0-ff55db19c79e" providerId="ADAL" clId="{8D3F124E-B48C-49F3-B17E-7C0FC527AD02}" dt="2024-01-12T08:28:54.571" v="4941" actId="20577"/>
        <pc:sldMkLst>
          <pc:docMk/>
          <pc:sldMk cId="4198651980" sldId="324"/>
        </pc:sldMkLst>
      </pc:sldChg>
      <pc:sldChg chg="addSp delSp modSp new mod">
        <pc:chgData name="Bram Heyns" userId="7a623cc0-5b6c-43c7-88a0-ff55db19c79e" providerId="ADAL" clId="{8D3F124E-B48C-49F3-B17E-7C0FC527AD02}" dt="2024-01-15T08:57:34.730" v="4972" actId="478"/>
        <pc:sldMkLst>
          <pc:docMk/>
          <pc:sldMk cId="3896885377" sldId="325"/>
        </pc:sldMkLst>
      </pc:sldChg>
      <pc:sldChg chg="addSp delSp modSp add mod modNotesTx">
        <pc:chgData name="Bram Heyns" userId="7a623cc0-5b6c-43c7-88a0-ff55db19c79e" providerId="ADAL" clId="{8D3F124E-B48C-49F3-B17E-7C0FC527AD02}" dt="2024-01-15T09:02:26.595" v="5115" actId="20577"/>
        <pc:sldMkLst>
          <pc:docMk/>
          <pc:sldMk cId="1309603223" sldId="326"/>
        </pc:sldMkLst>
      </pc:sldChg>
      <pc:sldChg chg="addSp delSp modSp new mod ord">
        <pc:chgData name="Bram Heyns" userId="7a623cc0-5b6c-43c7-88a0-ff55db19c79e" providerId="ADAL" clId="{8D3F124E-B48C-49F3-B17E-7C0FC527AD02}" dt="2024-01-15T09:29:12.874" v="5773" actId="167"/>
        <pc:sldMkLst>
          <pc:docMk/>
          <pc:sldMk cId="350413602" sldId="327"/>
        </pc:sldMkLst>
      </pc:sldChg>
      <pc:sldChg chg="addSp modSp new mod">
        <pc:chgData name="Bram Heyns" userId="7a623cc0-5b6c-43c7-88a0-ff55db19c79e" providerId="ADAL" clId="{8D3F124E-B48C-49F3-B17E-7C0FC527AD02}" dt="2024-01-15T09:05:35.279" v="5197" actId="14100"/>
        <pc:sldMkLst>
          <pc:docMk/>
          <pc:sldMk cId="735143729" sldId="328"/>
        </pc:sldMkLst>
      </pc:sldChg>
      <pc:sldChg chg="addSp modSp new mod">
        <pc:chgData name="Bram Heyns" userId="7a623cc0-5b6c-43c7-88a0-ff55db19c79e" providerId="ADAL" clId="{8D3F124E-B48C-49F3-B17E-7C0FC527AD02}" dt="2024-01-15T09:05:52.445" v="5198" actId="167"/>
        <pc:sldMkLst>
          <pc:docMk/>
          <pc:sldMk cId="1313552394" sldId="329"/>
        </pc:sldMkLst>
      </pc:sldChg>
      <pc:sldChg chg="addSp modSp new mod">
        <pc:chgData name="Bram Heyns" userId="7a623cc0-5b6c-43c7-88a0-ff55db19c79e" providerId="ADAL" clId="{8D3F124E-B48C-49F3-B17E-7C0FC527AD02}" dt="2024-01-15T09:31:49.110" v="5827" actId="20577"/>
        <pc:sldMkLst>
          <pc:docMk/>
          <pc:sldMk cId="2583434045" sldId="330"/>
        </pc:sldMkLst>
      </pc:sldChg>
      <pc:sldChg chg="addSp modSp new mod">
        <pc:chgData name="Bram Heyns" userId="7a623cc0-5b6c-43c7-88a0-ff55db19c79e" providerId="ADAL" clId="{8D3F124E-B48C-49F3-B17E-7C0FC527AD02}" dt="2024-01-15T09:31:14.915" v="5803"/>
        <pc:sldMkLst>
          <pc:docMk/>
          <pc:sldMk cId="3349508426" sldId="331"/>
        </pc:sldMkLst>
      </pc:sldChg>
      <pc:sldChg chg="addSp modSp new mod">
        <pc:chgData name="Bram Heyns" userId="7a623cc0-5b6c-43c7-88a0-ff55db19c79e" providerId="ADAL" clId="{8D3F124E-B48C-49F3-B17E-7C0FC527AD02}" dt="2024-01-15T09:32:21.881" v="5857" actId="1076"/>
        <pc:sldMkLst>
          <pc:docMk/>
          <pc:sldMk cId="309763745" sldId="332"/>
        </pc:sldMkLst>
      </pc:sldChg>
      <pc:sldChg chg="addSp modSp new mod">
        <pc:chgData name="Bram Heyns" userId="7a623cc0-5b6c-43c7-88a0-ff55db19c79e" providerId="ADAL" clId="{8D3F124E-B48C-49F3-B17E-7C0FC527AD02}" dt="2024-01-15T09:41:20.899" v="5904" actId="1076"/>
        <pc:sldMkLst>
          <pc:docMk/>
          <pc:sldMk cId="2137141630" sldId="333"/>
        </pc:sldMkLst>
      </pc:sldChg>
    </pc:docChg>
  </pc:docChgLst>
  <pc:docChgLst>
    <pc:chgData name="Stef Van Wolputte" userId="53954008-e772-4081-b24d-77d1e8f1f00e" providerId="ADAL" clId="{0B43E37F-A8FD-49C1-9984-5F8DCE4BE755}"/>
    <pc:docChg chg="undo custSel modSld">
      <pc:chgData name="Stef Van Wolputte" userId="53954008-e772-4081-b24d-77d1e8f1f00e" providerId="ADAL" clId="{0B43E37F-A8FD-49C1-9984-5F8DCE4BE755}" dt="2024-03-05T08:51:07.565" v="3" actId="20577"/>
      <pc:docMkLst>
        <pc:docMk/>
      </pc:docMkLst>
      <pc:sldChg chg="modSp mod">
        <pc:chgData name="Stef Van Wolputte" userId="53954008-e772-4081-b24d-77d1e8f1f00e" providerId="ADAL" clId="{0B43E37F-A8FD-49C1-9984-5F8DCE4BE755}" dt="2024-02-26T11:59:25.986" v="0" actId="1076"/>
        <pc:sldMkLst>
          <pc:docMk/>
          <pc:sldMk cId="533324637" sldId="321"/>
        </pc:sldMkLst>
      </pc:sldChg>
      <pc:sldChg chg="modSp mod">
        <pc:chgData name="Stef Van Wolputte" userId="53954008-e772-4081-b24d-77d1e8f1f00e" providerId="ADAL" clId="{0B43E37F-A8FD-49C1-9984-5F8DCE4BE755}" dt="2024-03-05T08:51:07.565" v="3" actId="20577"/>
        <pc:sldMkLst>
          <pc:docMk/>
          <pc:sldMk cId="2541751677" sldId="323"/>
        </pc:sldMkLst>
      </pc:sldChg>
    </pc:docChg>
  </pc:docChgLst>
  <pc:docChgLst>
    <pc:chgData name="Bram Heyns" userId="7a623cc0-5b6c-43c7-88a0-ff55db19c79e" providerId="ADAL" clId="{599C9E88-5DE8-4973-9EEA-433A2C7118BD}"/>
    <pc:docChg chg="custSel addSld delSld modSld">
      <pc:chgData name="Bram Heyns" userId="7a623cc0-5b6c-43c7-88a0-ff55db19c79e" providerId="ADAL" clId="{599C9E88-5DE8-4973-9EEA-433A2C7118BD}" dt="2024-03-05T08:59:48.480" v="1696" actId="20577"/>
      <pc:docMkLst>
        <pc:docMk/>
      </pc:docMkLst>
      <pc:sldChg chg="modSp mod">
        <pc:chgData name="Bram Heyns" userId="7a623cc0-5b6c-43c7-88a0-ff55db19c79e" providerId="ADAL" clId="{599C9E88-5DE8-4973-9EEA-433A2C7118BD}" dt="2024-01-15T09:48:42.104" v="68" actId="20577"/>
        <pc:sldMkLst>
          <pc:docMk/>
          <pc:sldMk cId="3616312771" sldId="256"/>
        </pc:sldMkLst>
      </pc:sldChg>
      <pc:sldChg chg="modSp mod">
        <pc:chgData name="Bram Heyns" userId="7a623cc0-5b6c-43c7-88a0-ff55db19c79e" providerId="ADAL" clId="{599C9E88-5DE8-4973-9EEA-433A2C7118BD}" dt="2024-01-15T09:48:51.405" v="85" actId="20577"/>
        <pc:sldMkLst>
          <pc:docMk/>
          <pc:sldMk cId="2967960735" sldId="276"/>
        </pc:sldMkLst>
      </pc:sldChg>
      <pc:sldChg chg="del">
        <pc:chgData name="Bram Heyns" userId="7a623cc0-5b6c-43c7-88a0-ff55db19c79e" providerId="ADAL" clId="{599C9E88-5DE8-4973-9EEA-433A2C7118BD}" dt="2024-01-15T09:49:15.915" v="87" actId="47"/>
        <pc:sldMkLst>
          <pc:docMk/>
          <pc:sldMk cId="2081295671" sldId="277"/>
        </pc:sldMkLst>
      </pc:sldChg>
      <pc:sldChg chg="addSp delSp modSp mod">
        <pc:chgData name="Bram Heyns" userId="7a623cc0-5b6c-43c7-88a0-ff55db19c79e" providerId="ADAL" clId="{599C9E88-5DE8-4973-9EEA-433A2C7118BD}" dt="2024-01-15T09:50:46.273" v="123" actId="1076"/>
        <pc:sldMkLst>
          <pc:docMk/>
          <pc:sldMk cId="3210474422" sldId="278"/>
        </pc:sldMkLst>
      </pc:sldChg>
      <pc:sldChg chg="addSp modSp add mod">
        <pc:chgData name="Bram Heyns" userId="7a623cc0-5b6c-43c7-88a0-ff55db19c79e" providerId="ADAL" clId="{599C9E88-5DE8-4973-9EEA-433A2C7118BD}" dt="2024-01-15T10:16:45.695" v="625" actId="20577"/>
        <pc:sldMkLst>
          <pc:docMk/>
          <pc:sldMk cId="2465931479" sldId="279"/>
        </pc:sldMkLst>
      </pc:sldChg>
      <pc:sldChg chg="del">
        <pc:chgData name="Bram Heyns" userId="7a623cc0-5b6c-43c7-88a0-ff55db19c79e" providerId="ADAL" clId="{599C9E88-5DE8-4973-9EEA-433A2C7118BD}" dt="2024-01-15T09:49:17.018" v="88" actId="47"/>
        <pc:sldMkLst>
          <pc:docMk/>
          <pc:sldMk cId="3587760759" sldId="279"/>
        </pc:sldMkLst>
      </pc:sldChg>
      <pc:sldChg chg="addSp delSp modSp new mod">
        <pc:chgData name="Bram Heyns" userId="7a623cc0-5b6c-43c7-88a0-ff55db19c79e" providerId="ADAL" clId="{599C9E88-5DE8-4973-9EEA-433A2C7118BD}" dt="2024-01-15T09:52:29.178" v="172" actId="1076"/>
        <pc:sldMkLst>
          <pc:docMk/>
          <pc:sldMk cId="1993953639" sldId="280"/>
        </pc:sldMkLst>
      </pc:sldChg>
      <pc:sldChg chg="del">
        <pc:chgData name="Bram Heyns" userId="7a623cc0-5b6c-43c7-88a0-ff55db19c79e" providerId="ADAL" clId="{599C9E88-5DE8-4973-9EEA-433A2C7118BD}" dt="2024-01-15T09:49:18.385" v="89" actId="47"/>
        <pc:sldMkLst>
          <pc:docMk/>
          <pc:sldMk cId="2023957802" sldId="280"/>
        </pc:sldMkLst>
      </pc:sldChg>
      <pc:sldChg chg="addSp modSp new mod">
        <pc:chgData name="Bram Heyns" userId="7a623cc0-5b6c-43c7-88a0-ff55db19c79e" providerId="ADAL" clId="{599C9E88-5DE8-4973-9EEA-433A2C7118BD}" dt="2024-01-15T09:55:10.686" v="238" actId="1076"/>
        <pc:sldMkLst>
          <pc:docMk/>
          <pc:sldMk cId="1421185277" sldId="28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757175392" sldId="28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438338052" sldId="282"/>
        </pc:sldMkLst>
      </pc:sldChg>
      <pc:sldChg chg="addSp modSp new mod">
        <pc:chgData name="Bram Heyns" userId="7a623cc0-5b6c-43c7-88a0-ff55db19c79e" providerId="ADAL" clId="{599C9E88-5DE8-4973-9EEA-433A2C7118BD}" dt="2024-01-15T09:57:10.695" v="267" actId="1076"/>
        <pc:sldMkLst>
          <pc:docMk/>
          <pc:sldMk cId="2714648332" sldId="282"/>
        </pc:sldMkLst>
      </pc:sldChg>
      <pc:sldChg chg="addSp delSp modSp new mod">
        <pc:chgData name="Bram Heyns" userId="7a623cc0-5b6c-43c7-88a0-ff55db19c79e" providerId="ADAL" clId="{599C9E88-5DE8-4973-9EEA-433A2C7118BD}" dt="2024-01-15T11:22:54.484" v="1383"/>
        <pc:sldMkLst>
          <pc:docMk/>
          <pc:sldMk cId="839736251" sldId="28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338526081" sldId="283"/>
        </pc:sldMkLst>
      </pc:sldChg>
      <pc:sldChg chg="addSp modSp new mod">
        <pc:chgData name="Bram Heyns" userId="7a623cc0-5b6c-43c7-88a0-ff55db19c79e" providerId="ADAL" clId="{599C9E88-5DE8-4973-9EEA-433A2C7118BD}" dt="2024-01-15T09:59:41.779" v="362" actId="1076"/>
        <pc:sldMkLst>
          <pc:docMk/>
          <pc:sldMk cId="11579472" sldId="284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092321943" sldId="284"/>
        </pc:sldMkLst>
      </pc:sldChg>
      <pc:sldChg chg="addSp modSp new mod">
        <pc:chgData name="Bram Heyns" userId="7a623cc0-5b6c-43c7-88a0-ff55db19c79e" providerId="ADAL" clId="{599C9E88-5DE8-4973-9EEA-433A2C7118BD}" dt="2024-01-15T10:00:26.999" v="394" actId="20577"/>
        <pc:sldMkLst>
          <pc:docMk/>
          <pc:sldMk cId="755707336" sldId="28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974154351" sldId="28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219914966" sldId="286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874430358" sldId="28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049261955" sldId="288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932052699" sldId="28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659521274" sldId="29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776585867" sldId="29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297883879" sldId="292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4228819793" sldId="29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840560955" sldId="296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827468612" sldId="29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535898083" sldId="298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990673949" sldId="29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888478275" sldId="30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467197886" sldId="30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302891467" sldId="302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308309365" sldId="30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800705516" sldId="304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612434242" sldId="30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461052094" sldId="306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043890503" sldId="30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493160093" sldId="308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228102229" sldId="30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387683895" sldId="31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611358941" sldId="31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70942096" sldId="312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288066975" sldId="31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635299756" sldId="314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828093412" sldId="31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729543206" sldId="316"/>
        </pc:sldMkLst>
      </pc:sldChg>
      <pc:sldChg chg="modSp add del mod">
        <pc:chgData name="Bram Heyns" userId="7a623cc0-5b6c-43c7-88a0-ff55db19c79e" providerId="ADAL" clId="{599C9E88-5DE8-4973-9EEA-433A2C7118BD}" dt="2024-01-15T10:02:07.581" v="456" actId="313"/>
        <pc:sldMkLst>
          <pc:docMk/>
          <pc:sldMk cId="3482395737" sldId="31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885104249" sldId="318"/>
        </pc:sldMkLst>
      </pc:sldChg>
      <pc:sldChg chg="addSp modSp new mod">
        <pc:chgData name="Bram Heyns" userId="7a623cc0-5b6c-43c7-88a0-ff55db19c79e" providerId="ADAL" clId="{599C9E88-5DE8-4973-9EEA-433A2C7118BD}" dt="2024-01-15T10:02:43.875" v="492"/>
        <pc:sldMkLst>
          <pc:docMk/>
          <pc:sldMk cId="3442410483" sldId="318"/>
        </pc:sldMkLst>
      </pc:sldChg>
      <pc:sldChg chg="addSp modSp new mod">
        <pc:chgData name="Bram Heyns" userId="7a623cc0-5b6c-43c7-88a0-ff55db19c79e" providerId="ADAL" clId="{599C9E88-5DE8-4973-9EEA-433A2C7118BD}" dt="2024-01-15T10:03:41.445" v="536" actId="1076"/>
        <pc:sldMkLst>
          <pc:docMk/>
          <pc:sldMk cId="885033471" sldId="31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205486269" sldId="319"/>
        </pc:sldMkLst>
      </pc:sldChg>
      <pc:sldChg chg="addSp delSp modSp new mod">
        <pc:chgData name="Bram Heyns" userId="7a623cc0-5b6c-43c7-88a0-ff55db19c79e" providerId="ADAL" clId="{599C9E88-5DE8-4973-9EEA-433A2C7118BD}" dt="2024-03-01T13:06:58.648" v="1573" actId="1076"/>
        <pc:sldMkLst>
          <pc:docMk/>
          <pc:sldMk cId="6602497" sldId="32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241877734" sldId="320"/>
        </pc:sldMkLst>
      </pc:sldChg>
      <pc:sldChg chg="addSp modSp new mod">
        <pc:chgData name="Bram Heyns" userId="7a623cc0-5b6c-43c7-88a0-ff55db19c79e" providerId="ADAL" clId="{599C9E88-5DE8-4973-9EEA-433A2C7118BD}" dt="2024-02-29T09:43:20.090" v="1404" actId="404"/>
        <pc:sldMkLst>
          <pc:docMk/>
          <pc:sldMk cId="533324637" sldId="32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595877681" sldId="32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8299453" sldId="322"/>
        </pc:sldMkLst>
      </pc:sldChg>
      <pc:sldChg chg="addSp modSp new mod">
        <pc:chgData name="Bram Heyns" userId="7a623cc0-5b6c-43c7-88a0-ff55db19c79e" providerId="ADAL" clId="{599C9E88-5DE8-4973-9EEA-433A2C7118BD}" dt="2024-01-15T10:51:55.793" v="771" actId="1076"/>
        <pc:sldMkLst>
          <pc:docMk/>
          <pc:sldMk cId="374042384" sldId="322"/>
        </pc:sldMkLst>
      </pc:sldChg>
      <pc:sldChg chg="addSp modSp new mod">
        <pc:chgData name="Bram Heyns" userId="7a623cc0-5b6c-43c7-88a0-ff55db19c79e" providerId="ADAL" clId="{599C9E88-5DE8-4973-9EEA-433A2C7118BD}" dt="2024-03-05T08:59:48.480" v="1696" actId="20577"/>
        <pc:sldMkLst>
          <pc:docMk/>
          <pc:sldMk cId="2541751677" sldId="32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743490353" sldId="323"/>
        </pc:sldMkLst>
      </pc:sldChg>
      <pc:sldChg chg="addSp modSp new mod">
        <pc:chgData name="Bram Heyns" userId="7a623cc0-5b6c-43c7-88a0-ff55db19c79e" providerId="ADAL" clId="{599C9E88-5DE8-4973-9EEA-433A2C7118BD}" dt="2024-01-15T10:59:54.080" v="1159" actId="404"/>
        <pc:sldMkLst>
          <pc:docMk/>
          <pc:sldMk cId="4149084777" sldId="324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4198651980" sldId="324"/>
        </pc:sldMkLst>
      </pc:sldChg>
      <pc:sldChg chg="addSp modSp new mod">
        <pc:chgData name="Bram Heyns" userId="7a623cc0-5b6c-43c7-88a0-ff55db19c79e" providerId="ADAL" clId="{599C9E88-5DE8-4973-9EEA-433A2C7118BD}" dt="2024-01-15T11:05:43.303" v="1274" actId="1076"/>
        <pc:sldMkLst>
          <pc:docMk/>
          <pc:sldMk cId="2309687984" sldId="32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896885377" sldId="32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309603223" sldId="326"/>
        </pc:sldMkLst>
      </pc:sldChg>
      <pc:sldChg chg="addSp modSp new mod">
        <pc:chgData name="Bram Heyns" userId="7a623cc0-5b6c-43c7-88a0-ff55db19c79e" providerId="ADAL" clId="{599C9E88-5DE8-4973-9EEA-433A2C7118BD}" dt="2024-01-15T11:04:41.315" v="1269" actId="1076"/>
        <pc:sldMkLst>
          <pc:docMk/>
          <pc:sldMk cId="4289142109" sldId="326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50413602" sldId="327"/>
        </pc:sldMkLst>
      </pc:sldChg>
      <pc:sldChg chg="addSp modSp new mod">
        <pc:chgData name="Bram Heyns" userId="7a623cc0-5b6c-43c7-88a0-ff55db19c79e" providerId="ADAL" clId="{599C9E88-5DE8-4973-9EEA-433A2C7118BD}" dt="2024-02-29T09:45:47.397" v="1407" actId="14100"/>
        <pc:sldMkLst>
          <pc:docMk/>
          <pc:sldMk cId="1060826525" sldId="32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735143729" sldId="328"/>
        </pc:sldMkLst>
      </pc:sldChg>
      <pc:sldChg chg="addSp modSp new mod">
        <pc:chgData name="Bram Heyns" userId="7a623cc0-5b6c-43c7-88a0-ff55db19c79e" providerId="ADAL" clId="{599C9E88-5DE8-4973-9EEA-433A2C7118BD}" dt="2024-01-15T11:10:49.210" v="1380" actId="1076"/>
        <pc:sldMkLst>
          <pc:docMk/>
          <pc:sldMk cId="744625132" sldId="328"/>
        </pc:sldMkLst>
      </pc:sldChg>
      <pc:sldChg chg="addSp modSp new mod">
        <pc:chgData name="Bram Heyns" userId="7a623cc0-5b6c-43c7-88a0-ff55db19c79e" providerId="ADAL" clId="{599C9E88-5DE8-4973-9EEA-433A2C7118BD}" dt="2024-01-15T11:23:06.582" v="1400" actId="20577"/>
        <pc:sldMkLst>
          <pc:docMk/>
          <pc:sldMk cId="1024797918" sldId="32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313552394" sldId="329"/>
        </pc:sldMkLst>
      </pc:sldChg>
      <pc:sldChg chg="addSp modSp new mod">
        <pc:chgData name="Bram Heyns" userId="7a623cc0-5b6c-43c7-88a0-ff55db19c79e" providerId="ADAL" clId="{599C9E88-5DE8-4973-9EEA-433A2C7118BD}" dt="2024-02-29T10:01:15.073" v="1558" actId="1076"/>
        <pc:sldMkLst>
          <pc:docMk/>
          <pc:sldMk cId="907801755" sldId="33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583434045" sldId="33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349508426" sldId="33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09763745" sldId="332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137141630" sldId="33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03/03/2025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03/03/2025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R² = </a:t>
            </a: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coefficient of determination =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proportion of the variation in the dependent variable that is predictable from the independent variable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23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4320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12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7" Type="http://schemas.openxmlformats.org/officeDocument/2006/relationships/image" Target="../media/image59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7" Type="http://schemas.openxmlformats.org/officeDocument/2006/relationships/image" Target="../media/image69.svg"/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8.png"/><Relationship Id="rId5" Type="http://schemas.openxmlformats.org/officeDocument/2006/relationships/image" Target="../media/image68.svg"/><Relationship Id="rId4" Type="http://schemas.openxmlformats.org/officeDocument/2006/relationships/image" Target="../media/image5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80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svg"/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7" Type="http://schemas.openxmlformats.org/officeDocument/2006/relationships/image" Target="../media/image91.svg"/><Relationship Id="rId2" Type="http://schemas.openxmlformats.org/officeDocument/2006/relationships/image" Target="../media/image8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0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svg"/><Relationship Id="rId2" Type="http://schemas.openxmlformats.org/officeDocument/2006/relationships/image" Target="../media/image92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2" Type="http://schemas.openxmlformats.org/officeDocument/2006/relationships/image" Target="../media/image9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7.svg"/><Relationship Id="rId4" Type="http://schemas.openxmlformats.org/officeDocument/2006/relationships/image" Target="../media/image9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7" Type="http://schemas.openxmlformats.org/officeDocument/2006/relationships/image" Target="../media/image103.svg"/><Relationship Id="rId2" Type="http://schemas.openxmlformats.org/officeDocument/2006/relationships/image" Target="../media/image9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2.png"/><Relationship Id="rId5" Type="http://schemas.openxmlformats.org/officeDocument/2006/relationships/image" Target="../media/image101.svg"/><Relationship Id="rId4" Type="http://schemas.openxmlformats.org/officeDocument/2006/relationships/image" Target="../media/image100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svg"/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svg"/><Relationship Id="rId2" Type="http://schemas.openxmlformats.org/officeDocument/2006/relationships/image" Target="../media/image107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image" Target="../media/image109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image" Target="../media/image111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00038E0-F866-4A69-B012-FC3E7C7DBCA8}" type="datetime4">
              <a:rPr lang="en-US" smtClean="0"/>
              <a:t>March 3,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13" name="Graphic 10">
            <a:extLst>
              <a:ext uri="{FF2B5EF4-FFF2-40B4-BE49-F238E27FC236}">
                <a16:creationId xmlns:a16="http://schemas.microsoft.com/office/drawing/2014/main" id="{51DE751A-7A3F-D6AE-25C3-644EB1427392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276C2D8-1CCA-9313-263C-BE7BA6F030B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400BD0D-DF42-6125-4F75-BB6A1C417CD6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A7A548C-8071-4F5D-70A2-09A363BF8933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EA93CC7-CB38-F753-0C0A-4EAB7D04B0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678" r="4678"/>
          <a:stretch/>
        </p:blipFill>
        <p:spPr>
          <a:xfrm rot="16200000">
            <a:off x="1831619" y="1988678"/>
            <a:ext cx="6858001" cy="2880641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7347535-7C29-4646-AB4B-AD7ADFA1EC5F}" type="datetime4">
              <a:rPr lang="en-US" smtClean="0"/>
              <a:t>March 3,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74C591E6-C00F-C1F8-15EB-0920318EC32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8009DB-9DEC-C761-9F63-AC972B2A09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810AE74-A69E-D715-56F3-5934FF11CC3B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1692126-DA4E-887C-E99A-721D7737DEEE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28389A-8E1A-4609-B4BC-942E1F741D2F}" type="datetime4">
              <a:rPr lang="en-US" smtClean="0"/>
              <a:t>March 3,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A6CE125F-0F09-D531-5906-DEE0024F18E4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E78C081-D567-7110-4A41-1A106EB861C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E94E96B-BC8A-D329-00CE-7254A5A50072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0B32232-9825-CD76-B211-D98D150D7235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360C0742-7C35-27FD-F7B8-B99B49F84C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19343" y="1589213"/>
            <a:ext cx="5849106" cy="36962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A4F9D45-4BC8-F585-6E92-6C3F5C543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3999" b="-3999"/>
          <a:stretch/>
        </p:blipFill>
        <p:spPr>
          <a:xfrm rot="16200000">
            <a:off x="4369743" y="2280680"/>
            <a:ext cx="5635107" cy="232458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9600" y="614106"/>
            <a:ext cx="2149200" cy="5646421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563783-9E54-4A64-80E3-C85DCD4FA97B}" type="datetime4">
              <a:rPr lang="en-US" smtClean="0"/>
              <a:t>March 3,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7C667DC1-8C62-66BF-8EEA-889500EEA890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DD7C630-260D-36FF-BAE9-C1F1BB9E2B49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BF7592A-9691-35B4-4CD1-0397D220854F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7E52044-89B3-E563-3C67-AE2A7B60C1C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DC542420-B007-8E8A-7AEF-F8F9BB58BD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DEB0BF-4650-4617-A2D9-19BC8C46AAF1}" type="datetime4">
              <a:rPr lang="en-US" smtClean="0"/>
              <a:t>March 3,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44E15D9-B904-6C23-DB9B-FE96682149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738"/>
          <a:stretch>
            <a:fillRect/>
          </a:stretch>
        </p:blipFill>
        <p:spPr>
          <a:xfrm rot="10800000">
            <a:off x="0" y="0"/>
            <a:ext cx="4708559" cy="3150972"/>
          </a:xfrm>
          <a:custGeom>
            <a:avLst/>
            <a:gdLst>
              <a:gd name="connsiteX0" fmla="*/ 4708559 w 4708559"/>
              <a:gd name="connsiteY0" fmla="*/ 3150972 h 3150972"/>
              <a:gd name="connsiteX1" fmla="*/ 0 w 4708559"/>
              <a:gd name="connsiteY1" fmla="*/ 3150972 h 3150972"/>
              <a:gd name="connsiteX2" fmla="*/ 0 w 4708559"/>
              <a:gd name="connsiteY2" fmla="*/ 0 h 3150972"/>
              <a:gd name="connsiteX3" fmla="*/ 4708559 w 4708559"/>
              <a:gd name="connsiteY3" fmla="*/ 0 h 315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8559" h="3150972">
                <a:moveTo>
                  <a:pt x="4708559" y="3150972"/>
                </a:moveTo>
                <a:lnTo>
                  <a:pt x="0" y="3150972"/>
                </a:lnTo>
                <a:lnTo>
                  <a:pt x="0" y="0"/>
                </a:lnTo>
                <a:lnTo>
                  <a:pt x="4708559" y="0"/>
                </a:lnTo>
                <a:close/>
              </a:path>
            </a:pathLst>
          </a:cu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777EEE4-3753-4D64-AE46-551F2790F8A1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E48BC169-BE0A-CD52-B729-7A8321F2E6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754"/>
          <a:stretch>
            <a:fillRect/>
          </a:stretch>
        </p:blipFill>
        <p:spPr>
          <a:xfrm rot="10800000">
            <a:off x="-1" y="3348810"/>
            <a:ext cx="4694740" cy="3135330"/>
          </a:xfrm>
          <a:custGeom>
            <a:avLst/>
            <a:gdLst>
              <a:gd name="connsiteX0" fmla="*/ 4694740 w 4694740"/>
              <a:gd name="connsiteY0" fmla="*/ 3135330 h 3135330"/>
              <a:gd name="connsiteX1" fmla="*/ 0 w 4694740"/>
              <a:gd name="connsiteY1" fmla="*/ 3135330 h 3135330"/>
              <a:gd name="connsiteX2" fmla="*/ 0 w 4694740"/>
              <a:gd name="connsiteY2" fmla="*/ 0 h 3135330"/>
              <a:gd name="connsiteX3" fmla="*/ 4694740 w 4694740"/>
              <a:gd name="connsiteY3" fmla="*/ 0 h 313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4740" h="3135330">
                <a:moveTo>
                  <a:pt x="4694740" y="3135330"/>
                </a:moveTo>
                <a:lnTo>
                  <a:pt x="0" y="3135330"/>
                </a:lnTo>
                <a:lnTo>
                  <a:pt x="0" y="0"/>
                </a:lnTo>
                <a:lnTo>
                  <a:pt x="4694740" y="0"/>
                </a:lnTo>
                <a:close/>
              </a:path>
            </a:pathLst>
          </a:cu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26401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B2F6AC21-BFC3-4525-8B41-8B5913F62ABC}" type="datetime4">
              <a:rPr lang="en-US" smtClean="0"/>
              <a:t>March 3, 2025</a:t>
            </a:fld>
            <a:endParaRPr lang="en-BE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2FF52-2606-D47E-1C09-77E2018FAD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738"/>
          <a:stretch>
            <a:fillRect/>
          </a:stretch>
        </p:blipFill>
        <p:spPr>
          <a:xfrm rot="10800000">
            <a:off x="0" y="0"/>
            <a:ext cx="4708559" cy="3150972"/>
          </a:xfrm>
          <a:custGeom>
            <a:avLst/>
            <a:gdLst>
              <a:gd name="connsiteX0" fmla="*/ 4708559 w 4708559"/>
              <a:gd name="connsiteY0" fmla="*/ 3150972 h 3150972"/>
              <a:gd name="connsiteX1" fmla="*/ 0 w 4708559"/>
              <a:gd name="connsiteY1" fmla="*/ 3150972 h 3150972"/>
              <a:gd name="connsiteX2" fmla="*/ 0 w 4708559"/>
              <a:gd name="connsiteY2" fmla="*/ 0 h 3150972"/>
              <a:gd name="connsiteX3" fmla="*/ 4708559 w 4708559"/>
              <a:gd name="connsiteY3" fmla="*/ 0 h 315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8559" h="3150972">
                <a:moveTo>
                  <a:pt x="4708559" y="3150972"/>
                </a:moveTo>
                <a:lnTo>
                  <a:pt x="0" y="3150972"/>
                </a:lnTo>
                <a:lnTo>
                  <a:pt x="0" y="0"/>
                </a:lnTo>
                <a:lnTo>
                  <a:pt x="4708559" y="0"/>
                </a:lnTo>
                <a:close/>
              </a:path>
            </a:pathLst>
          </a:custGeom>
        </p:spPr>
      </p:pic>
      <p:sp>
        <p:nvSpPr>
          <p:cNvPr id="18" name="Title 6">
            <a:extLst>
              <a:ext uri="{FF2B5EF4-FFF2-40B4-BE49-F238E27FC236}">
                <a16:creationId xmlns:a16="http://schemas.microsoft.com/office/drawing/2014/main" id="{2CC2B56C-04C9-0097-B992-D4AAEE6D7B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91063B6-E4BA-5CD4-29E1-3AA1B5D63796}"/>
              </a:ext>
            </a:extLst>
          </p:cNvPr>
          <p:cNvGrpSpPr/>
          <p:nvPr userDrawn="1"/>
        </p:nvGrpSpPr>
        <p:grpSpPr>
          <a:xfrm>
            <a:off x="6969945" y="625641"/>
            <a:ext cx="4491488" cy="5606717"/>
            <a:chOff x="6663337" y="0"/>
            <a:chExt cx="5010150" cy="6254161"/>
          </a:xfrm>
          <a:solidFill>
            <a:srgbClr val="E8EBEE"/>
          </a:solidFill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AD1644A2-6606-40CB-7F1B-E76D588DA8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663338" y="2113005"/>
              <a:ext cx="5010148" cy="1907584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1C2669B-5EAB-3BD5-6A25-2E074B1737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6663338" y="0"/>
              <a:ext cx="5010148" cy="190758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B60B2BAA-FF76-016A-AE82-B1E108A123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63337" y="4346577"/>
              <a:ext cx="5010150" cy="1907584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6D865C2-7BB3-49EE-851A-EE1F81E0825E}" type="datetime4">
              <a:rPr lang="en-US" smtClean="0"/>
              <a:t>March 3,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 err="1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32AF3EB5-ACD0-6B09-1FF2-DEA60249A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4238293" y="2126818"/>
            <a:ext cx="6903349" cy="260980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E949FA5-2A21-A3D7-3120-30E1A0CBA1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DE3B9E7-321A-4E6C-8E9F-AD1E1D839DFB}" type="datetime4">
              <a:rPr lang="en-US" smtClean="0"/>
              <a:t>March 3,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grpSp>
        <p:nvGrpSpPr>
          <p:cNvPr id="3" name="Graphic 10">
            <a:extLst>
              <a:ext uri="{FF2B5EF4-FFF2-40B4-BE49-F238E27FC236}">
                <a16:creationId xmlns:a16="http://schemas.microsoft.com/office/drawing/2014/main" id="{E6D829A7-C904-8A9A-23A5-FCBB631672D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4155CDF-5BB2-0B73-B13E-F402F1F0D01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24181C2-5222-6331-32FB-3046650FADA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852D811-CBE1-B69B-7B4E-CF783C29DE54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0C7DC0E9-206B-3EC5-5A9A-91594C0EE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0447"/>
          <a:stretch/>
        </p:blipFill>
        <p:spPr>
          <a:xfrm rot="10800000">
            <a:off x="6675543" y="5426034"/>
            <a:ext cx="4761335" cy="143196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E0157AD-A891-A1AC-9563-C7000319F2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6421892" y="1787400"/>
            <a:ext cx="5204805" cy="32832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BC9DF6-267F-1569-9F12-E1CB06A9EE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22AABF0-1A3A-478C-9148-A8AF51AC8D47}" type="datetime4">
              <a:rPr lang="en-US" smtClean="0"/>
              <a:t>March 3,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0F6ABC66-C52D-493A-4A02-B555F6CEE44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5B06E84-D286-23DC-F2C9-D7FBA527FF0D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0F0368-348F-B91F-4B87-D7C0EE032C43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79A3EDF-2B81-916C-4B07-44D213CFBB32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42AD5C7-A0B4-4BAF-A407-55E27D09B4B0}" type="datetime4">
              <a:rPr lang="en-US" smtClean="0"/>
              <a:t>March 3,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60CC606-236A-479D-919A-C0CBFEDA0D3A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532D8BA-A475-4F28-85A3-F5D83E86EB88}" type="datetime4">
              <a:rPr lang="en-US" smtClean="0"/>
              <a:t>March 3,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57E6AF9-7610-4073-BBBC-EBBA40F1E011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FC55A0A-43BD-4A06-8CB7-A44A9C987641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F1E4942-FFF0-41CC-8BCB-8FDC564FF7DE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E68734-2502-4DC5-8E12-4C3074920550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32ADBBFE-8B79-4B13-5185-1AA5D799B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5760375" y="941218"/>
            <a:ext cx="7887684" cy="4975564"/>
          </a:xfrm>
          <a:custGeom>
            <a:avLst/>
            <a:gdLst>
              <a:gd name="connsiteX0" fmla="*/ 7887684 w 7887684"/>
              <a:gd name="connsiteY0" fmla="*/ 0 h 4975564"/>
              <a:gd name="connsiteX1" fmla="*/ 7887684 w 7887684"/>
              <a:gd name="connsiteY1" fmla="*/ 1171661 h 4975564"/>
              <a:gd name="connsiteX2" fmla="*/ 7372842 w 7887684"/>
              <a:gd name="connsiteY2" fmla="*/ 1171661 h 4975564"/>
              <a:gd name="connsiteX3" fmla="*/ 7372842 w 7887684"/>
              <a:gd name="connsiteY3" fmla="*/ 4975564 h 4975564"/>
              <a:gd name="connsiteX4" fmla="*/ 503731 w 7887684"/>
              <a:gd name="connsiteY4" fmla="*/ 4975564 h 4975564"/>
              <a:gd name="connsiteX5" fmla="*/ 503731 w 7887684"/>
              <a:gd name="connsiteY5" fmla="*/ 1171661 h 4975564"/>
              <a:gd name="connsiteX6" fmla="*/ 0 w 7887684"/>
              <a:gd name="connsiteY6" fmla="*/ 1171661 h 4975564"/>
              <a:gd name="connsiteX7" fmla="*/ 0 w 7887684"/>
              <a:gd name="connsiteY7" fmla="*/ 0 h 497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87684" h="4975564">
                <a:moveTo>
                  <a:pt x="7887684" y="0"/>
                </a:moveTo>
                <a:lnTo>
                  <a:pt x="7887684" y="1171661"/>
                </a:lnTo>
                <a:lnTo>
                  <a:pt x="7372842" y="1171661"/>
                </a:lnTo>
                <a:lnTo>
                  <a:pt x="7372842" y="4975564"/>
                </a:lnTo>
                <a:lnTo>
                  <a:pt x="503731" y="4975564"/>
                </a:lnTo>
                <a:lnTo>
                  <a:pt x="503731" y="1171661"/>
                </a:lnTo>
                <a:lnTo>
                  <a:pt x="0" y="117166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C3897D9-0CFC-46F1-83A0-B86449D007C5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3BA3DC6-D65A-81E9-A20F-81CD2B1DCF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54" r="8887" b="5227"/>
          <a:stretch>
            <a:fillRect/>
          </a:stretch>
        </p:blipFill>
        <p:spPr>
          <a:xfrm rot="16200000">
            <a:off x="6269881" y="946992"/>
            <a:ext cx="6869112" cy="4975126"/>
          </a:xfrm>
          <a:custGeom>
            <a:avLst/>
            <a:gdLst>
              <a:gd name="connsiteX0" fmla="*/ 6869112 w 6869112"/>
              <a:gd name="connsiteY0" fmla="*/ 0 h 4975126"/>
              <a:gd name="connsiteX1" fmla="*/ 6869112 w 6869112"/>
              <a:gd name="connsiteY1" fmla="*/ 4975126 h 4975126"/>
              <a:gd name="connsiteX2" fmla="*/ 0 w 6869112"/>
              <a:gd name="connsiteY2" fmla="*/ 4975126 h 4975126"/>
              <a:gd name="connsiteX3" fmla="*/ 1 w 6869112"/>
              <a:gd name="connsiteY3" fmla="*/ 0 h 497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112" h="4975126">
                <a:moveTo>
                  <a:pt x="6869112" y="0"/>
                </a:moveTo>
                <a:lnTo>
                  <a:pt x="6869112" y="4975126"/>
                </a:lnTo>
                <a:lnTo>
                  <a:pt x="0" y="4975126"/>
                </a:lnTo>
                <a:lnTo>
                  <a:pt x="1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83E18A-8356-4C05-AA86-59628396F09C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2848F40-D88C-A8ED-DFA0-683C7CFBF6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5760941" y="941436"/>
            <a:ext cx="7886991" cy="4975127"/>
          </a:xfrm>
          <a:custGeom>
            <a:avLst/>
            <a:gdLst>
              <a:gd name="connsiteX0" fmla="*/ 7886991 w 7886991"/>
              <a:gd name="connsiteY0" fmla="*/ 0 h 4975127"/>
              <a:gd name="connsiteX1" fmla="*/ 7886991 w 7886991"/>
              <a:gd name="connsiteY1" fmla="*/ 439703 h 4975127"/>
              <a:gd name="connsiteX2" fmla="*/ 7372495 w 7886991"/>
              <a:gd name="connsiteY2" fmla="*/ 439703 h 4975127"/>
              <a:gd name="connsiteX3" fmla="*/ 7372495 w 7886991"/>
              <a:gd name="connsiteY3" fmla="*/ 4975127 h 4975127"/>
              <a:gd name="connsiteX4" fmla="*/ 514495 w 7886991"/>
              <a:gd name="connsiteY4" fmla="*/ 4975127 h 4975127"/>
              <a:gd name="connsiteX5" fmla="*/ 514495 w 7886991"/>
              <a:gd name="connsiteY5" fmla="*/ 159287 h 4975127"/>
              <a:gd name="connsiteX6" fmla="*/ 0 w 7886991"/>
              <a:gd name="connsiteY6" fmla="*/ 159287 h 4975127"/>
              <a:gd name="connsiteX7" fmla="*/ 0 w 7886991"/>
              <a:gd name="connsiteY7" fmla="*/ 0 h 4975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86991" h="4975127">
                <a:moveTo>
                  <a:pt x="7886991" y="0"/>
                </a:moveTo>
                <a:lnTo>
                  <a:pt x="7886991" y="439703"/>
                </a:lnTo>
                <a:lnTo>
                  <a:pt x="7372495" y="439703"/>
                </a:lnTo>
                <a:lnTo>
                  <a:pt x="7372495" y="4975127"/>
                </a:lnTo>
                <a:lnTo>
                  <a:pt x="514495" y="4975127"/>
                </a:lnTo>
                <a:lnTo>
                  <a:pt x="514495" y="159287"/>
                </a:lnTo>
                <a:lnTo>
                  <a:pt x="0" y="15928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5812BC2-1117-44DF-BEC4-DA3763B9AE3E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08800" y="0"/>
            <a:ext cx="2895600" cy="6857999"/>
          </a:xfrm>
          <a:prstGeom prst="rect">
            <a:avLst/>
          </a:prstGeom>
        </p:spPr>
      </p:pic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C284C3B-27D8-42B0-927F-55218B35D330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89809BE-53FE-4ABE-97EF-0FEC1F1E990D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26E3B6F-42EA-4209-A4D0-23ADBA701ED9}" type="datetime4">
              <a:rPr lang="en-US" smtClean="0"/>
              <a:t>March 3,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F48614C-D2F1-4A5F-9AEC-1A66E833860F}" type="datetime4">
              <a:rPr lang="en-US" smtClean="0"/>
              <a:t>March 3, 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41180CC7-99F5-41E8-A207-AC7562EA2F60}" type="datetime4">
              <a:rPr lang="en-US" smtClean="0"/>
              <a:t>March 3,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3399EBEA-97FF-4CBF-8BED-FAEDA705AD88}" type="datetime4">
              <a:rPr lang="en-US" smtClean="0"/>
              <a:t>March 3, 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23F100BE-2251-4668-AC91-55E2814C2609}" type="datetime4">
              <a:rPr lang="en-US" smtClean="0"/>
              <a:t>March 3,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74AE3C-6CE6-407A-A1B1-8B2AAA1BD1FE}" type="datetime4">
              <a:rPr lang="en-US" smtClean="0"/>
              <a:t>March 3,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241240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512763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3322914-609B-4E08-98E9-3CEDB8C46811}" type="datetime4">
              <a:rPr lang="en-US" smtClean="0"/>
              <a:t>March 3,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667344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1028697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94A19648-DD44-44C8-B683-0311A2AEBA75}" type="datetime4">
              <a:rPr lang="en-US" smtClean="0"/>
              <a:t>March 3,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1E21EB2-53A1-47EF-A35A-9E8839398673}" type="datetime4">
              <a:rPr lang="en-US" smtClean="0"/>
              <a:t>March 3,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461CEEE9-F3F8-417B-9499-1EBD5B76741E}" type="datetime4">
              <a:rPr lang="en-US" smtClean="0"/>
              <a:t>March 3,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80D8AAFC-0838-4933-9251-26B1B5F950AD}" type="datetime4">
              <a:rPr lang="en-US" smtClean="0"/>
              <a:t>March 3, 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772BA24-2CA0-4952-9840-BBD8BB1EF432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58E465A-A100-42BF-94F3-5FCEF86D0DBC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DB67526-3CA8-45E5-A773-C9C3F683BB94}" type="datetime4">
              <a:rPr lang="en-US" smtClean="0"/>
              <a:t>March 3,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91873E6-9523-4E8C-818B-F4E55DDED461}" type="datetime4">
              <a:rPr lang="en-US" smtClean="0"/>
              <a:t>March 3,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714BDC6-0435-BE27-0FED-7FAA9A86C2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B19EE2F-A7FB-40DD-B400-0BA302B483BF}" type="datetime4">
              <a:rPr lang="en-US" smtClean="0"/>
              <a:t>March 3,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416CE6B-2974-44DE-A7B0-F94502A227B0}" type="datetime4">
              <a:rPr lang="en-US" smtClean="0"/>
              <a:t>March 3,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6314AC0-17EE-A056-A312-DC697CB96C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5B6FB74-A158-45A4-8BF9-622926009448}" type="datetime4">
              <a:rPr lang="en-US" smtClean="0"/>
              <a:t>March 3, 2025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207C47B-FF97-4B0D-A736-29D91E0D3CD1}" type="datetime4">
              <a:rPr lang="en-US" smtClean="0"/>
              <a:t>March 3, 2025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506C553B-F633-02CA-1430-79ED3F76C36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0369"/>
          <a:stretch/>
        </p:blipFill>
        <p:spPr>
          <a:xfrm rot="16200000">
            <a:off x="6057132" y="1216307"/>
            <a:ext cx="7844350" cy="4425386"/>
          </a:xfrm>
          <a:custGeom>
            <a:avLst/>
            <a:gdLst>
              <a:gd name="connsiteX0" fmla="*/ 7844350 w 7844350"/>
              <a:gd name="connsiteY0" fmla="*/ 0 h 4425386"/>
              <a:gd name="connsiteX1" fmla="*/ 7844350 w 7844350"/>
              <a:gd name="connsiteY1" fmla="*/ 120086 h 4425386"/>
              <a:gd name="connsiteX2" fmla="*/ 7351175 w 7844350"/>
              <a:gd name="connsiteY2" fmla="*/ 120086 h 4425386"/>
              <a:gd name="connsiteX3" fmla="*/ 7351175 w 7844350"/>
              <a:gd name="connsiteY3" fmla="*/ 4425386 h 4425386"/>
              <a:gd name="connsiteX4" fmla="*/ 493176 w 7844350"/>
              <a:gd name="connsiteY4" fmla="*/ 4425386 h 4425386"/>
              <a:gd name="connsiteX5" fmla="*/ 493176 w 7844350"/>
              <a:gd name="connsiteY5" fmla="*/ 120086 h 4425386"/>
              <a:gd name="connsiteX6" fmla="*/ 0 w 7844350"/>
              <a:gd name="connsiteY6" fmla="*/ 120086 h 4425386"/>
              <a:gd name="connsiteX7" fmla="*/ 0 w 7844350"/>
              <a:gd name="connsiteY7" fmla="*/ 0 h 442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4350" h="4425386">
                <a:moveTo>
                  <a:pt x="7844350" y="0"/>
                </a:moveTo>
                <a:lnTo>
                  <a:pt x="7844350" y="120086"/>
                </a:lnTo>
                <a:lnTo>
                  <a:pt x="7351175" y="120086"/>
                </a:lnTo>
                <a:lnTo>
                  <a:pt x="7351175" y="4425386"/>
                </a:lnTo>
                <a:lnTo>
                  <a:pt x="493176" y="4425386"/>
                </a:lnTo>
                <a:lnTo>
                  <a:pt x="493176" y="120086"/>
                </a:lnTo>
                <a:lnTo>
                  <a:pt x="0" y="12008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C4C8487-62F9-4BAC-800E-518181057217}" type="datetime4">
              <a:rPr lang="en-US" smtClean="0"/>
              <a:t>March 3,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EF7217FF-8C88-D49F-720B-61816BB41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635"/>
          <a:stretch>
            <a:fillRect/>
          </a:stretch>
        </p:blipFill>
        <p:spPr>
          <a:xfrm rot="10800000">
            <a:off x="4457698" y="-1"/>
            <a:ext cx="7734302" cy="5572125"/>
          </a:xfrm>
          <a:custGeom>
            <a:avLst/>
            <a:gdLst>
              <a:gd name="connsiteX0" fmla="*/ 7734302 w 7734302"/>
              <a:gd name="connsiteY0" fmla="*/ 5572125 h 5572125"/>
              <a:gd name="connsiteX1" fmla="*/ 0 w 7734302"/>
              <a:gd name="connsiteY1" fmla="*/ 5572125 h 5572125"/>
              <a:gd name="connsiteX2" fmla="*/ 0 w 7734302"/>
              <a:gd name="connsiteY2" fmla="*/ 0 h 5572125"/>
              <a:gd name="connsiteX3" fmla="*/ 7734302 w 7734302"/>
              <a:gd name="connsiteY3" fmla="*/ 0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4302" h="5572125">
                <a:moveTo>
                  <a:pt x="7734302" y="5572125"/>
                </a:moveTo>
                <a:lnTo>
                  <a:pt x="0" y="5572125"/>
                </a:lnTo>
                <a:lnTo>
                  <a:pt x="0" y="0"/>
                </a:lnTo>
                <a:lnTo>
                  <a:pt x="7734302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A5BF5F0-19BD-43C4-913D-05858F831297}" type="datetime4">
              <a:rPr lang="en-US" smtClean="0"/>
              <a:t>March 3,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5" name="Graphic 10">
            <a:extLst>
              <a:ext uri="{FF2B5EF4-FFF2-40B4-BE49-F238E27FC236}">
                <a16:creationId xmlns:a16="http://schemas.microsoft.com/office/drawing/2014/main" id="{3FA490B3-BA2A-220F-6EA4-8DA088E69F45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7C7A75E-7545-95C0-23EB-76431010DAC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D9ECE8B-9D83-C24E-59FA-54B253418D9F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1ABC01C-5F71-E3C7-B08D-5D4B21AEA79A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F975E6E-9984-48EA-8BFB-6F3F206EF7A9}" type="datetime4">
              <a:rPr lang="en-US" smtClean="0"/>
              <a:t>March 3,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9C143F9C-CA51-6A3D-6038-55DBC067B4FD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0F346C8-75E7-EFD5-11A3-1FDB31BF24F1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DBE9E14-4424-E241-FDF8-85AA09573C18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AAEA66E-84C1-243A-2FAA-9684BEF1E8B1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DA376B0-7373-A672-75C0-6A9DD58A7E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772" r="4772"/>
          <a:stretch/>
        </p:blipFill>
        <p:spPr>
          <a:xfrm rot="16200000">
            <a:off x="1828616" y="1985677"/>
            <a:ext cx="6858003" cy="2886641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3F2C37F-556E-406F-9458-21E81A583320}" type="datetime4">
              <a:rPr lang="en-US" smtClean="0"/>
              <a:t>March 3,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BBF98F45-4D7B-13A2-4B34-65E5083C5E3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5DFA883-E525-D03F-5DE8-910CE3CF20F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554B8CE-B78E-F35C-A8DF-50FEECBA2D5E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701AD00-4BFC-2E10-72A1-902DD99B64C2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3552A53-57A9-4123-A19D-AF6EF1D84AC7}" type="datetime4">
              <a:rPr lang="en-US" smtClean="0"/>
              <a:t>March 3,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57E57CC2-DCC5-8672-8C95-AFB9D8C26A07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2C5EADB-B585-94E9-A617-73C56D71179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5E04FAA-E02A-9AF4-3C50-85A67ED8F6E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8145DD8-0A0B-A731-0582-A2F2FBB1F54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81C1C3-3BCD-6737-872A-E43678CDBB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604866"/>
            <a:ext cx="5842800" cy="368564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A2B2E9-7A2E-EA50-CBBE-56D4A955C0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6400" y="623490"/>
            <a:ext cx="2159683" cy="5648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E1C7CCF-738D-5AA5-7E62-F47408B1E1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9600" y="624480"/>
            <a:ext cx="2149200" cy="5646421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983CE4-6A89-4BC4-9063-576D7731B37F}" type="datetime4">
              <a:rPr lang="en-US" smtClean="0"/>
              <a:t>March 3,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9" name="Graphic 10">
            <a:extLst>
              <a:ext uri="{FF2B5EF4-FFF2-40B4-BE49-F238E27FC236}">
                <a16:creationId xmlns:a16="http://schemas.microsoft.com/office/drawing/2014/main" id="{3C1594A3-4DC1-62AA-A006-B9A8B3730899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9A26693-DC12-E2C0-3445-E388E66D571B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CD578B-91E4-245A-672F-7EAF322558FA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5871F6A-F814-6E6B-BBA8-EEF6752600C1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92000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Picture Placeholder 22">
            <a:extLst>
              <a:ext uri="{FF2B5EF4-FFF2-40B4-BE49-F238E27FC236}">
                <a16:creationId xmlns:a16="http://schemas.microsoft.com/office/drawing/2014/main" id="{6DCDE9D4-B475-F9D0-1FC0-F25E79A6409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CF7FC78-DDAB-4243-9CCE-C903B9201449}" type="datetime4">
              <a:rPr lang="en-US" smtClean="0"/>
              <a:t>March 3,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E3A3DB3-3F3E-9E1D-4D82-D3A61E6966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4238293" y="2126818"/>
            <a:ext cx="6903349" cy="260980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7836F46-0818-6D94-A02D-96FEDE21A4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9F3360-0027-4857-9662-D3E751560510}" type="datetime4">
              <a:rPr lang="en-US" smtClean="0"/>
              <a:t>March 3,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DE188515-991E-1E96-BBEA-B1081967BEC3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8738046-82EE-4563-3C5D-9F8377C47A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B1C4AFE-6F80-C561-251A-FC5E7165034B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9920C01-2CDB-20F3-B636-FF067418E720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28C50E3-30E0-578B-06D1-F44116DB10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21892" y="1787410"/>
            <a:ext cx="5204806" cy="32832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063A626-3A96-7011-342D-0DD4422CFE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3526"/>
          <a:stretch/>
        </p:blipFill>
        <p:spPr>
          <a:xfrm rot="5400000">
            <a:off x="8340234" y="3693405"/>
            <a:ext cx="1431956" cy="489723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5D436B6-1FD6-9F4B-F52D-042A47AC1C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29E6737-1C28-472F-9E2A-5FCFBD3FC7B6}" type="datetime4">
              <a:rPr lang="en-US" smtClean="0"/>
              <a:t>March 3,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1" name="Graphic 10">
            <a:extLst>
              <a:ext uri="{FF2B5EF4-FFF2-40B4-BE49-F238E27FC236}">
                <a16:creationId xmlns:a16="http://schemas.microsoft.com/office/drawing/2014/main" id="{3B76C253-628F-9553-A266-8DAA5077A6D2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95BCF7D-B453-828F-9892-9AC16F22C592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E8AA942-14AE-2ADC-8D2C-9EEDD7F38A96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F277AE3-CC3C-423E-3373-35824337120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316B8EE-66A0-4D2A-AF45-1EE4BCF5CEB4}" type="datetime4">
              <a:rPr lang="en-US" smtClean="0"/>
              <a:t>March 3,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6327"/>
            <a:ext cx="12192000" cy="6765346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80AFBC7-764D-4682-96CF-0C8AF7946CF9}" type="datetime4">
              <a:rPr lang="en-US" smtClean="0"/>
              <a:t>March 3, 2025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F8D715B-DD2B-44D4-9ACB-211E977DB2A0}" type="datetime4">
              <a:rPr lang="en-US" smtClean="0"/>
              <a:t>March 3, 2025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163841E5-F71C-A65C-0467-85C1386F5CC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1493"/>
          <a:stretch>
            <a:fillRect/>
          </a:stretch>
        </p:blipFill>
        <p:spPr>
          <a:xfrm rot="16200000">
            <a:off x="6033971" y="1222092"/>
            <a:ext cx="7902247" cy="4413812"/>
          </a:xfrm>
          <a:custGeom>
            <a:avLst/>
            <a:gdLst>
              <a:gd name="connsiteX0" fmla="*/ 7902247 w 7902247"/>
              <a:gd name="connsiteY0" fmla="*/ 0 h 4413812"/>
              <a:gd name="connsiteX1" fmla="*/ 7902247 w 7902247"/>
              <a:gd name="connsiteY1" fmla="*/ 324412 h 4413812"/>
              <a:gd name="connsiteX2" fmla="*/ 7380122 w 7902247"/>
              <a:gd name="connsiteY2" fmla="*/ 324412 h 4413812"/>
              <a:gd name="connsiteX3" fmla="*/ 7380122 w 7902247"/>
              <a:gd name="connsiteY3" fmla="*/ 4413812 h 4413812"/>
              <a:gd name="connsiteX4" fmla="*/ 522122 w 7902247"/>
              <a:gd name="connsiteY4" fmla="*/ 4413812 h 4413812"/>
              <a:gd name="connsiteX5" fmla="*/ 522122 w 7902247"/>
              <a:gd name="connsiteY5" fmla="*/ 324412 h 4413812"/>
              <a:gd name="connsiteX6" fmla="*/ 0 w 7902247"/>
              <a:gd name="connsiteY6" fmla="*/ 324412 h 4413812"/>
              <a:gd name="connsiteX7" fmla="*/ 0 w 7902247"/>
              <a:gd name="connsiteY7" fmla="*/ 0 h 441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247" h="4413812">
                <a:moveTo>
                  <a:pt x="7902247" y="0"/>
                </a:moveTo>
                <a:lnTo>
                  <a:pt x="7902247" y="324412"/>
                </a:lnTo>
                <a:lnTo>
                  <a:pt x="7380122" y="324412"/>
                </a:lnTo>
                <a:lnTo>
                  <a:pt x="7380122" y="4413812"/>
                </a:lnTo>
                <a:lnTo>
                  <a:pt x="522122" y="4413812"/>
                </a:lnTo>
                <a:lnTo>
                  <a:pt x="522122" y="324412"/>
                </a:lnTo>
                <a:lnTo>
                  <a:pt x="0" y="324412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2BE8ABE-FDB1-4B95-A815-1C25EF26DC0C}" type="datetime4">
              <a:rPr lang="en-US" smtClean="0"/>
              <a:t>March 3,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DE57CD68-75B6-F13A-63EF-6346852222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>
            <a:off x="4457698" y="8628"/>
            <a:ext cx="8839202" cy="5563497"/>
          </a:xfrm>
          <a:custGeom>
            <a:avLst/>
            <a:gdLst>
              <a:gd name="connsiteX0" fmla="*/ 8839202 w 8839202"/>
              <a:gd name="connsiteY0" fmla="*/ 5563497 h 5563497"/>
              <a:gd name="connsiteX1" fmla="*/ 1104900 w 8839202"/>
              <a:gd name="connsiteY1" fmla="*/ 5563497 h 5563497"/>
              <a:gd name="connsiteX2" fmla="*/ 1104900 w 8839202"/>
              <a:gd name="connsiteY2" fmla="*/ 619125 h 5563497"/>
              <a:gd name="connsiteX3" fmla="*/ 0 w 8839202"/>
              <a:gd name="connsiteY3" fmla="*/ 619125 h 5563497"/>
              <a:gd name="connsiteX4" fmla="*/ 0 w 8839202"/>
              <a:gd name="connsiteY4" fmla="*/ 0 h 5563497"/>
              <a:gd name="connsiteX5" fmla="*/ 8839202 w 8839202"/>
              <a:gd name="connsiteY5" fmla="*/ 0 h 5563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39202" h="5563497">
                <a:moveTo>
                  <a:pt x="8839202" y="5563497"/>
                </a:moveTo>
                <a:lnTo>
                  <a:pt x="1104900" y="5563497"/>
                </a:lnTo>
                <a:lnTo>
                  <a:pt x="1104900" y="619125"/>
                </a:lnTo>
                <a:lnTo>
                  <a:pt x="0" y="619125"/>
                </a:lnTo>
                <a:lnTo>
                  <a:pt x="0" y="0"/>
                </a:lnTo>
                <a:lnTo>
                  <a:pt x="8839202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1CE0209-A8C7-478F-AE71-C0DE1A68769A}" type="datetime4">
              <a:rPr lang="en-US" smtClean="0"/>
              <a:t>March 3,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3" name="Graphic 10">
            <a:extLst>
              <a:ext uri="{FF2B5EF4-FFF2-40B4-BE49-F238E27FC236}">
                <a16:creationId xmlns:a16="http://schemas.microsoft.com/office/drawing/2014/main" id="{44A32813-423B-8134-322B-5A2B5FDB1B2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546B831-1E36-13F1-8868-74DD4DB04824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96986BD-C4EC-0405-339A-FFF18706B35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EE5414C-4FAC-4204-FE6E-42D8391EA72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235EE27-552D-4277-A769-DD08257557A6}" type="datetime4">
              <a:rPr lang="en-US" smtClean="0"/>
              <a:t>March 3,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301D1E9F-E6B2-B5D1-1827-D053386286BB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E27AF2D-C6F7-243D-3C18-20E3BBEF16C4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5DCE53A-0262-D4D7-49A0-85D6C7AB042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DB6E514-5C22-7BC4-24A0-2203868D65D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05340" y="0"/>
            <a:ext cx="2895599" cy="6857999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5DFB45B-92CF-4D6C-86E5-D181C6809EAA}" type="datetime4">
              <a:rPr lang="en-US" smtClean="0"/>
              <a:t>March 3,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5" name="Graphic 10">
            <a:extLst>
              <a:ext uri="{FF2B5EF4-FFF2-40B4-BE49-F238E27FC236}">
                <a16:creationId xmlns:a16="http://schemas.microsoft.com/office/drawing/2014/main" id="{E8CF470B-72E0-D9D6-B1CB-241A3CD4D9B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AF8A1D8-D002-25D6-4C8C-666353B043AC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888F446-A2BD-0AED-5CF2-D74AB8FBF9D1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4D202D3-BBE0-80BF-E93E-F7FF3DCCF8D5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05"/>
          <a:stretch/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257D039-91A4-4753-B9F5-8238926249CB}" type="datetime4">
              <a:rPr lang="en-US" smtClean="0"/>
              <a:t>March 3,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A7393BF6-5FD7-26E9-3157-41097A4D53B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54E33E5-A432-AA95-B687-BB3B41344A97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4EEA396-DCED-EAA4-6D63-E576E463432A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C7C38C9-8E3A-6350-A065-E8B91828B207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82CBFF4-CF28-D60B-0A8F-A1E291CBE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600" y="610953"/>
            <a:ext cx="2149200" cy="564642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EE2F46D-8983-466C-AC7D-7A1ABE9F6550}" type="datetime4">
              <a:rPr lang="en-US" smtClean="0"/>
              <a:t>March 3,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B788746E-BC0B-0FC7-9721-89C8559A6EC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675FDB64-3D0D-C816-CD72-B26E69E15BB9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C72694B-37FA-E963-DE94-AEBB46ED4951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2588CF9-1E9E-BF1B-4BAF-99411DDC6E6D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92000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82C58521-27CC-2140-D1FA-C88E80CAB59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F95E86C-603C-44F7-83F9-8134D6D95E0E}" type="datetime4">
              <a:rPr lang="en-US" smtClean="0"/>
              <a:t>March 3,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D7FD5E2B-04EF-C0A8-F6FF-07A140820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238291" y="2146774"/>
            <a:ext cx="6903353" cy="26098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DBA32B7-8BF2-4E84-29DF-12C340B1BE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BA3B903-E368-4723-ADD7-D1583A4B4CB0}" type="datetime4">
              <a:rPr lang="en-US" smtClean="0"/>
              <a:t>March 3,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FAA310E7-1907-40FB-7FB3-07AC2764031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8C2D1F85-A62C-D889-D9A5-5612D3D7F7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C691A2A-AD2F-8B00-86DE-D2C56C08C600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5881590-E4DD-3058-9B02-DA61A00CFA86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607D464-2B65-AE03-D009-778361451B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2" t="20195" r="2" b="253"/>
          <a:stretch/>
        </p:blipFill>
        <p:spPr>
          <a:xfrm rot="10800000">
            <a:off x="6675543" y="5426034"/>
            <a:ext cx="4761335" cy="143196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65613A-160D-F605-2B4E-32A0D39245C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6429111" y="1787400"/>
            <a:ext cx="5204805" cy="3283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F2CD620-B696-4F43-8B0A-A3FFACF6BD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C7AA20-E1FA-45E2-9083-4F94E7F6210C}" type="datetime4">
              <a:rPr lang="en-US" smtClean="0"/>
              <a:t>March 3,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C06E3D14-4ECF-8D83-CA6B-9C0FD02F775F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C839208-3C04-8305-6D57-CDF245116F6B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5B6C7C9-8B51-8E54-1D8D-FDCDB0B9F59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BD6D133-3464-112B-7FA8-C09B3045EFA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65158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AB115C7D-5372-4BC4-87A3-D6F97EA9508D}" type="datetime4">
              <a:rPr lang="en-US" smtClean="0"/>
              <a:t>March 3,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459FB7-AC3A-4BBC-A5ED-BAEC199EB0EE}" type="datetime4">
              <a:rPr lang="en-US" smtClean="0"/>
              <a:t>March 3, 2025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2546B5E-38BF-4B11-9DE9-FA81DA65D2F6}" type="datetime4">
              <a:rPr lang="en-US" smtClean="0"/>
              <a:t>March 3, 2025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08212B4-749A-8762-8976-4E8AE1562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058"/>
          <a:stretch>
            <a:fillRect/>
          </a:stretch>
        </p:blipFill>
        <p:spPr>
          <a:xfrm rot="16200000">
            <a:off x="6155702" y="1216305"/>
            <a:ext cx="7647208" cy="4425388"/>
          </a:xfrm>
          <a:custGeom>
            <a:avLst/>
            <a:gdLst>
              <a:gd name="connsiteX0" fmla="*/ 7647208 w 7647208"/>
              <a:gd name="connsiteY0" fmla="*/ 0 h 4425388"/>
              <a:gd name="connsiteX1" fmla="*/ 7647208 w 7647208"/>
              <a:gd name="connsiteY1" fmla="*/ 1649393 h 4425388"/>
              <a:gd name="connsiteX2" fmla="*/ 7252603 w 7647208"/>
              <a:gd name="connsiteY2" fmla="*/ 1649393 h 4425388"/>
              <a:gd name="connsiteX3" fmla="*/ 7252603 w 7647208"/>
              <a:gd name="connsiteY3" fmla="*/ 4425388 h 4425388"/>
              <a:gd name="connsiteX4" fmla="*/ 394604 w 7647208"/>
              <a:gd name="connsiteY4" fmla="*/ 4425388 h 4425388"/>
              <a:gd name="connsiteX5" fmla="*/ 394604 w 7647208"/>
              <a:gd name="connsiteY5" fmla="*/ 1649393 h 4425388"/>
              <a:gd name="connsiteX6" fmla="*/ 0 w 7647208"/>
              <a:gd name="connsiteY6" fmla="*/ 1649393 h 4425388"/>
              <a:gd name="connsiteX7" fmla="*/ 0 w 7647208"/>
              <a:gd name="connsiteY7" fmla="*/ 0 h 44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7208" h="4425388">
                <a:moveTo>
                  <a:pt x="7647208" y="0"/>
                </a:moveTo>
                <a:lnTo>
                  <a:pt x="7647208" y="1649393"/>
                </a:lnTo>
                <a:lnTo>
                  <a:pt x="7252603" y="1649393"/>
                </a:lnTo>
                <a:lnTo>
                  <a:pt x="7252603" y="4425388"/>
                </a:lnTo>
                <a:lnTo>
                  <a:pt x="394604" y="4425388"/>
                </a:lnTo>
                <a:lnTo>
                  <a:pt x="394604" y="1649393"/>
                </a:lnTo>
                <a:lnTo>
                  <a:pt x="0" y="164939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E2768DA-3E4C-47DB-9D63-BFA383BAFA71}" type="datetime4">
              <a:rPr lang="en-US" smtClean="0"/>
              <a:t>March 3,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08212B4-749A-8762-8976-4E8AE1562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058"/>
          <a:stretch>
            <a:fillRect/>
          </a:stretch>
        </p:blipFill>
        <p:spPr>
          <a:xfrm rot="16200000">
            <a:off x="6155702" y="1216305"/>
            <a:ext cx="7647208" cy="4425388"/>
          </a:xfrm>
          <a:custGeom>
            <a:avLst/>
            <a:gdLst>
              <a:gd name="connsiteX0" fmla="*/ 7647208 w 7647208"/>
              <a:gd name="connsiteY0" fmla="*/ 0 h 4425388"/>
              <a:gd name="connsiteX1" fmla="*/ 7647208 w 7647208"/>
              <a:gd name="connsiteY1" fmla="*/ 1649393 h 4425388"/>
              <a:gd name="connsiteX2" fmla="*/ 7252603 w 7647208"/>
              <a:gd name="connsiteY2" fmla="*/ 1649393 h 4425388"/>
              <a:gd name="connsiteX3" fmla="*/ 7252603 w 7647208"/>
              <a:gd name="connsiteY3" fmla="*/ 4425388 h 4425388"/>
              <a:gd name="connsiteX4" fmla="*/ 394604 w 7647208"/>
              <a:gd name="connsiteY4" fmla="*/ 4425388 h 4425388"/>
              <a:gd name="connsiteX5" fmla="*/ 394604 w 7647208"/>
              <a:gd name="connsiteY5" fmla="*/ 1649393 h 4425388"/>
              <a:gd name="connsiteX6" fmla="*/ 0 w 7647208"/>
              <a:gd name="connsiteY6" fmla="*/ 1649393 h 4425388"/>
              <a:gd name="connsiteX7" fmla="*/ 0 w 7647208"/>
              <a:gd name="connsiteY7" fmla="*/ 0 h 44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7208" h="4425388">
                <a:moveTo>
                  <a:pt x="7647208" y="0"/>
                </a:moveTo>
                <a:lnTo>
                  <a:pt x="7647208" y="1649393"/>
                </a:lnTo>
                <a:lnTo>
                  <a:pt x="7252603" y="1649393"/>
                </a:lnTo>
                <a:lnTo>
                  <a:pt x="7252603" y="4425388"/>
                </a:lnTo>
                <a:lnTo>
                  <a:pt x="394604" y="4425388"/>
                </a:lnTo>
                <a:lnTo>
                  <a:pt x="394604" y="1649393"/>
                </a:lnTo>
                <a:lnTo>
                  <a:pt x="0" y="164939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3925793-77C6-4810-BD15-8AC450367699}" type="datetime4">
              <a:rPr lang="en-US" smtClean="0"/>
              <a:t>March 3,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773705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1856E72-A653-639F-F9E9-A775583AF7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500"/>
          <a:stretch>
            <a:fillRect/>
          </a:stretch>
        </p:blipFill>
        <p:spPr>
          <a:xfrm rot="10800000">
            <a:off x="4457697" y="8628"/>
            <a:ext cx="7734303" cy="5575783"/>
          </a:xfrm>
          <a:custGeom>
            <a:avLst/>
            <a:gdLst>
              <a:gd name="connsiteX0" fmla="*/ 7734303 w 7734303"/>
              <a:gd name="connsiteY0" fmla="*/ 5575783 h 5575783"/>
              <a:gd name="connsiteX1" fmla="*/ 0 w 7734303"/>
              <a:gd name="connsiteY1" fmla="*/ 5575783 h 5575783"/>
              <a:gd name="connsiteX2" fmla="*/ 0 w 7734303"/>
              <a:gd name="connsiteY2" fmla="*/ 0 h 5575783"/>
              <a:gd name="connsiteX3" fmla="*/ 7734303 w 7734303"/>
              <a:gd name="connsiteY3" fmla="*/ 0 h 557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4303" h="5575783">
                <a:moveTo>
                  <a:pt x="7734303" y="5575783"/>
                </a:moveTo>
                <a:lnTo>
                  <a:pt x="0" y="5575783"/>
                </a:lnTo>
                <a:lnTo>
                  <a:pt x="0" y="0"/>
                </a:lnTo>
                <a:lnTo>
                  <a:pt x="7734303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7F79B9-6C1F-41BF-B456-17ECB860694D}" type="datetime4">
              <a:rPr lang="en-US" smtClean="0"/>
              <a:t>March 3,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4" name="Graphic 10">
            <a:extLst>
              <a:ext uri="{FF2B5EF4-FFF2-40B4-BE49-F238E27FC236}">
                <a16:creationId xmlns:a16="http://schemas.microsoft.com/office/drawing/2014/main" id="{2D650DD3-F273-54B8-C9A7-86C7953C086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2FE4E17-9DD0-5842-FDCE-187F8E745051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3B4ACDB-0562-A531-BD0F-69A5D332EF5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DEEAC99-079F-B185-6068-5CF626F22FA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C0B730E-F41D-4473-A2C9-8CFF586046B6}" type="datetime4">
              <a:rPr lang="en-US" smtClean="0"/>
              <a:t>March 3, 2025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806F2772-D190-40CB-8CDC-626490D882F4}" type="datetime4">
              <a:rPr lang="en-US" smtClean="0"/>
              <a:t>March 3, 2025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D4EB287D-7C09-4132-A6A4-787A7D0EB2C1}" type="datetime4">
              <a:rPr lang="en-US" smtClean="0"/>
              <a:t>March 3, 2025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8" r:id="rId12"/>
    <p:sldLayoutId id="2147483903" r:id="rId13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eg"/><Relationship Id="rId2" Type="http://schemas.openxmlformats.org/officeDocument/2006/relationships/image" Target="../media/image123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e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jpe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e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e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jpe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3.png"/><Relationship Id="rId5" Type="http://schemas.openxmlformats.org/officeDocument/2006/relationships/image" Target="../media/image138.png"/><Relationship Id="rId4" Type="http://schemas.openxmlformats.org/officeDocument/2006/relationships/image" Target="../media/image1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jpe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706-1C9E-1C4F-B9F0-10A14760EE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66B98C-C4D8-05F5-9F65-88857690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5EF63-96B8-BBC7-F6C7-AD1D0CA244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1016996"/>
          </a:xfrm>
        </p:spPr>
        <p:txBody>
          <a:bodyPr/>
          <a:lstStyle/>
          <a:p>
            <a:r>
              <a:rPr lang="en-US"/>
              <a:t>Recap: Machine Learning – Classification</a:t>
            </a:r>
          </a:p>
          <a:p>
            <a:r>
              <a:rPr lang="en-US"/>
              <a:t>Decision Tree – Random Forest</a:t>
            </a:r>
          </a:p>
        </p:txBody>
      </p:sp>
    </p:spTree>
    <p:extLst>
      <p:ext uri="{BB962C8B-B14F-4D97-AF65-F5344CB8AC3E}">
        <p14:creationId xmlns:p14="http://schemas.microsoft.com/office/powerpoint/2010/main" val="3616312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C3E9-E6DE-2801-EFBB-0FF968F2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ML algorithms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5F0D3-9F1B-285B-479D-EB6F219D939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4B9D7D1A-743F-2F10-66D3-E0A069EBA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8312" y="1139569"/>
            <a:ext cx="7875224" cy="544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74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C0E2-18EC-3D0C-4199-A8CA64EA0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Supervised Learning (with labels)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8CAD01-4085-F53C-C79C-F5686E69777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pic>
        <p:nvPicPr>
          <p:cNvPr id="5" name="Picture 2" descr="Supervised vs. Unsupervised Learning | by Devin Soni 👑 | Towards Data  Science">
            <a:extLst>
              <a:ext uri="{FF2B5EF4-FFF2-40B4-BE49-F238E27FC236}">
                <a16:creationId xmlns:a16="http://schemas.microsoft.com/office/drawing/2014/main" id="{E78D9F73-D9C3-47C3-999C-41B12F47C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9907"/>
            <a:ext cx="6504368" cy="3252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gression or Classification? Linear or Logistic? | by Taylor Fogarty |  Towards Data Science">
            <a:extLst>
              <a:ext uri="{FF2B5EF4-FFF2-40B4-BE49-F238E27FC236}">
                <a16:creationId xmlns:a16="http://schemas.microsoft.com/office/drawing/2014/main" id="{473912D8-7FD6-3A7E-D88D-5845C33ED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00" y="1278728"/>
            <a:ext cx="5646057" cy="455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8E55645-D603-DFC8-B97E-C79D8A2E70D5}"/>
              </a:ext>
            </a:extLst>
          </p:cNvPr>
          <p:cNvGrpSpPr/>
          <p:nvPr/>
        </p:nvGrpSpPr>
        <p:grpSpPr>
          <a:xfrm>
            <a:off x="1675088" y="5329800"/>
            <a:ext cx="2764872" cy="1162050"/>
            <a:chOff x="168828" y="4957572"/>
            <a:chExt cx="5453044" cy="19004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8885C0F-467B-9E98-E5D4-569CAE776178}"/>
                </a:ext>
              </a:extLst>
            </p:cNvPr>
            <p:cNvSpPr/>
            <p:nvPr/>
          </p:nvSpPr>
          <p:spPr>
            <a:xfrm>
              <a:off x="168828" y="4957572"/>
              <a:ext cx="4543425" cy="1900428"/>
            </a:xfrm>
            <a:prstGeom prst="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>
                  <a:solidFill>
                    <a:srgbClr val="0070C0"/>
                  </a:solidFill>
                </a:rPr>
                <a:t>X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A5E8C17-ACDB-4574-8F2F-AD558D531822}"/>
                </a:ext>
              </a:extLst>
            </p:cNvPr>
            <p:cNvSpPr/>
            <p:nvPr/>
          </p:nvSpPr>
          <p:spPr>
            <a:xfrm>
              <a:off x="4768964" y="4957572"/>
              <a:ext cx="852908" cy="1900428"/>
            </a:xfrm>
            <a:prstGeom prst="rect">
              <a:avLst/>
            </a:prstGeom>
            <a:noFill/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>
                  <a:solidFill>
                    <a:srgbClr val="00B050"/>
                  </a:solidFill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3953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AE9A-62A1-EDB4-2784-A63A5F8B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Hyperplanes</a:t>
            </a:r>
            <a:br>
              <a:rPr lang="en-US"/>
            </a:br>
            <a:r>
              <a:rPr lang="en-US" sz="2800"/>
              <a:t>Classification versus Regression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7D6BF5-DE10-E5D1-D5E4-8E10F51D5F2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A614A-71EF-310B-CE69-0A1DA098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16" y="2343973"/>
            <a:ext cx="5848528" cy="3609151"/>
          </a:xfrm>
          <a:prstGeom prst="rect">
            <a:avLst/>
          </a:prstGeom>
        </p:spPr>
      </p:pic>
      <p:pic>
        <p:nvPicPr>
          <p:cNvPr id="6" name="Picture 2" descr="Build Multiple Linear Regression using sklearn (Python) | by Krishna K |  Medium">
            <a:extLst>
              <a:ext uri="{FF2B5EF4-FFF2-40B4-BE49-F238E27FC236}">
                <a16:creationId xmlns:a16="http://schemas.microsoft.com/office/drawing/2014/main" id="{923A14BF-9DF9-3431-349E-5473ADDBE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0" y="1885737"/>
            <a:ext cx="5600984" cy="4200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185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6335-B623-6442-308B-74B057335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Fit: data sets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82695E-39D4-72FE-9488-3DD68FB35DC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pic>
        <p:nvPicPr>
          <p:cNvPr id="5" name="Google Shape;151;p29">
            <a:extLst>
              <a:ext uri="{FF2B5EF4-FFF2-40B4-BE49-F238E27FC236}">
                <a16:creationId xmlns:a16="http://schemas.microsoft.com/office/drawing/2014/main" id="{52C51959-356C-7D34-90BA-41F403B4E50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0589" y="2762250"/>
            <a:ext cx="5089111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045BA0-3B93-AA30-0275-EBD972FDA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169" y="2438400"/>
            <a:ext cx="6501081" cy="303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4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FB53-E667-E77A-8E45-6FB50FC22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Fit: model complexity</a:t>
            </a:r>
            <a:br>
              <a:rPr lang="en-US"/>
            </a:br>
            <a:r>
              <a:rPr lang="en-US" sz="2800"/>
              <a:t>Bias Variance Tradeoff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B919EB-0BBB-E3F7-9AA8-E1EFB02E89D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</a:t>
            </a:fld>
            <a:endParaRPr lang="en-BE"/>
          </a:p>
        </p:txBody>
      </p:sp>
      <p:pic>
        <p:nvPicPr>
          <p:cNvPr id="5" name="Picture 4" descr="How to make peace between Bias and Variance? | by Aishwarya Nair |  DataDrivenInvestor">
            <a:extLst>
              <a:ext uri="{FF2B5EF4-FFF2-40B4-BE49-F238E27FC236}">
                <a16:creationId xmlns:a16="http://schemas.microsoft.com/office/drawing/2014/main" id="{CD6123F5-8222-6833-2CFD-EF86CB28E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1815603"/>
            <a:ext cx="7143305" cy="434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What is Bias Variance Tradeoff?| MLDoodles">
            <a:extLst>
              <a:ext uri="{FF2B5EF4-FFF2-40B4-BE49-F238E27FC236}">
                <a16:creationId xmlns:a16="http://schemas.microsoft.com/office/drawing/2014/main" id="{B613E67B-B0C9-F8F6-4A12-77217F48C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59" b="11066"/>
          <a:stretch/>
        </p:blipFill>
        <p:spPr bwMode="auto">
          <a:xfrm>
            <a:off x="8353909" y="1628775"/>
            <a:ext cx="3845461" cy="522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736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AA086-BBB9-D50D-393F-C6472482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Encoding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FEF5F4-10C8-2E16-09C4-F3CAC104D05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2F43146-5022-D262-CA19-085EFE058C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22"/>
          <a:stretch/>
        </p:blipFill>
        <p:spPr bwMode="auto">
          <a:xfrm>
            <a:off x="3076575" y="1811724"/>
            <a:ext cx="5620956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797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D6FA8-566D-B418-C00E-4CA1B8D9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Classification: Decision Tree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ECF226-EFB2-CE4A-12F0-0309C6CDF67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8</a:t>
            </a:fld>
            <a:endParaRPr lang="en-BE"/>
          </a:p>
        </p:txBody>
      </p:sp>
      <p:pic>
        <p:nvPicPr>
          <p:cNvPr id="5" name="Picture 4" descr="Image for post">
            <a:extLst>
              <a:ext uri="{FF2B5EF4-FFF2-40B4-BE49-F238E27FC236}">
                <a16:creationId xmlns:a16="http://schemas.microsoft.com/office/drawing/2014/main" id="{62BC027C-DF33-D14C-6C01-24794DFC4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77" y="2048256"/>
            <a:ext cx="5124450" cy="450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mage for post">
            <a:extLst>
              <a:ext uri="{FF2B5EF4-FFF2-40B4-BE49-F238E27FC236}">
                <a16:creationId xmlns:a16="http://schemas.microsoft.com/office/drawing/2014/main" id="{93C4FF96-47C8-ED3E-AD9F-8A76C1ED8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486" y="2215918"/>
            <a:ext cx="587692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9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BBC0F-3DB4-356C-5E00-3D56146FD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‘Purity’ of a data 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BC86DF-8B98-A5B2-C82E-4778DDEA980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9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BD6C61-6EFC-A696-C35D-1C413DA9422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b="1"/>
              <a:t>Gini impurity </a:t>
            </a:r>
            <a:r>
              <a:rPr lang="nl-BE"/>
              <a:t>and </a:t>
            </a:r>
            <a:r>
              <a:rPr lang="nl-BE" b="1"/>
              <a:t>Entropy</a:t>
            </a:r>
            <a:r>
              <a:rPr lang="nl-BE"/>
              <a:t> are both mathematical calculations to measure the ‘purity’ of a data set</a:t>
            </a:r>
          </a:p>
          <a:p>
            <a:pPr marL="355600" lvl="1" indent="0">
              <a:buNone/>
            </a:pPr>
            <a:r>
              <a:rPr lang="nl-BE"/>
              <a:t>	Aka: </a:t>
            </a:r>
            <a:r>
              <a:rPr lang="nl-BE" i="1">
                <a:solidFill>
                  <a:srgbClr val="00B050"/>
                </a:solidFill>
              </a:rPr>
              <a:t>the level of chaos (versus order)</a:t>
            </a:r>
            <a:endParaRPr lang="en-US" i="1">
              <a:solidFill>
                <a:srgbClr val="00B050"/>
              </a:solidFill>
            </a:endParaRPr>
          </a:p>
          <a:p>
            <a:endParaRPr lang="en-US"/>
          </a:p>
        </p:txBody>
      </p:sp>
      <p:pic>
        <p:nvPicPr>
          <p:cNvPr id="5" name="Picture 2" descr="Gini Impurity and Entropy in Decision Tree - ML - GeeksforGeeks">
            <a:extLst>
              <a:ext uri="{FF2B5EF4-FFF2-40B4-BE49-F238E27FC236}">
                <a16:creationId xmlns:a16="http://schemas.microsoft.com/office/drawing/2014/main" id="{811EA8C6-8B87-E238-24C3-85AF35D232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2" t="73240" r="23126" b="2915"/>
          <a:stretch/>
        </p:blipFill>
        <p:spPr bwMode="auto">
          <a:xfrm>
            <a:off x="9578989" y="4044153"/>
            <a:ext cx="2613011" cy="119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2E6E6F-B3C1-7D2D-25F7-0453C5B9E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9" y="3690281"/>
            <a:ext cx="3825231" cy="1831016"/>
          </a:xfrm>
          <a:prstGeom prst="rect">
            <a:avLst/>
          </a:prstGeom>
        </p:spPr>
      </p:pic>
      <p:pic>
        <p:nvPicPr>
          <p:cNvPr id="7" name="Picture 4" descr="From a Single Decision Tree to a Random Forest - DATAVERSITY">
            <a:extLst>
              <a:ext uri="{FF2B5EF4-FFF2-40B4-BE49-F238E27FC236}">
                <a16:creationId xmlns:a16="http://schemas.microsoft.com/office/drawing/2014/main" id="{BF0717E6-4256-2160-2591-11766C960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246" y="3726646"/>
            <a:ext cx="4856920" cy="183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707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4134-DC20-2A12-31BC-EAC933FD1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 Gain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5B13A2-BF1B-B715-6ACB-D85DC385224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10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DD1D5-7DBD-A0EA-1D74-305D9FCC53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2438399"/>
            <a:ext cx="11160127" cy="3906839"/>
          </a:xfrm>
        </p:spPr>
        <p:txBody>
          <a:bodyPr/>
          <a:lstStyle/>
          <a:p>
            <a:r>
              <a:rPr lang="nl-BE" sz="3200"/>
              <a:t>How to split? </a:t>
            </a:r>
            <a:r>
              <a:rPr lang="nl-BE" sz="3200">
                <a:sym typeface="Wingdings" panose="05000000000000000000" pitchFamily="2" charset="2"/>
              </a:rPr>
              <a:t> split with highest ‘Information Gain’</a:t>
            </a:r>
            <a:endParaRPr lang="en-US" sz="3200"/>
          </a:p>
          <a:p>
            <a:endParaRPr lang="en-US"/>
          </a:p>
        </p:txBody>
      </p:sp>
      <p:pic>
        <p:nvPicPr>
          <p:cNvPr id="9218" name="Picture 2" descr="Decision Trees: A Complete Introduction | by Alan Jeffares | Towards Data  Science">
            <a:extLst>
              <a:ext uri="{FF2B5EF4-FFF2-40B4-BE49-F238E27FC236}">
                <a16:creationId xmlns:a16="http://schemas.microsoft.com/office/drawing/2014/main" id="{83A6F0A4-9C1F-51C4-107F-B676F1E8BD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8"/>
          <a:stretch/>
        </p:blipFill>
        <p:spPr bwMode="auto">
          <a:xfrm>
            <a:off x="733425" y="3163825"/>
            <a:ext cx="11441645" cy="344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pplying decision trees to machine learning models">
            <a:extLst>
              <a:ext uri="{FF2B5EF4-FFF2-40B4-BE49-F238E27FC236}">
                <a16:creationId xmlns:a16="http://schemas.microsoft.com/office/drawing/2014/main" id="{332CE709-73BF-9A5D-1857-63371A9258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3" t="34600" r="12201" b="9400"/>
          <a:stretch/>
        </p:blipFill>
        <p:spPr bwMode="auto">
          <a:xfrm>
            <a:off x="6155408" y="0"/>
            <a:ext cx="6019662" cy="2482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2395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57C3-52E0-BD11-6AB2-4785E441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Evaluation: Confusion Matrix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426765-4036-95D4-5A08-AAA32432A66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11</a:t>
            </a:fld>
            <a:endParaRPr lang="en-BE"/>
          </a:p>
        </p:txBody>
      </p:sp>
      <p:pic>
        <p:nvPicPr>
          <p:cNvPr id="5" name="Picture 2" descr="Confusion matrix of Amanita dataset. | Download Scientific Diagram">
            <a:extLst>
              <a:ext uri="{FF2B5EF4-FFF2-40B4-BE49-F238E27FC236}">
                <a16:creationId xmlns:a16="http://schemas.microsoft.com/office/drawing/2014/main" id="{AF6F1C18-9E3C-1529-7E03-E31200AA1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730374"/>
            <a:ext cx="5639929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66D4A5-BCF2-07E3-DE7A-72F2E33409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81" t="7096" r="45332" b="6711"/>
          <a:stretch/>
        </p:blipFill>
        <p:spPr>
          <a:xfrm>
            <a:off x="169332" y="1943953"/>
            <a:ext cx="5866802" cy="446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41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B333-80A4-A5E8-1D47-6AB3D8F4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Forest</a:t>
            </a:r>
            <a:br>
              <a:rPr lang="en-US"/>
            </a:br>
            <a:r>
              <a:rPr lang="en-US" sz="3200"/>
              <a:t>Data + Feature bagging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243D07-C309-ABD5-058C-1E957D0FF8B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12</a:t>
            </a:fld>
            <a:endParaRPr lang="en-BE"/>
          </a:p>
        </p:txBody>
      </p:sp>
      <p:pic>
        <p:nvPicPr>
          <p:cNvPr id="5" name="Picture 2" descr="bagging">
            <a:extLst>
              <a:ext uri="{FF2B5EF4-FFF2-40B4-BE49-F238E27FC236}">
                <a16:creationId xmlns:a16="http://schemas.microsoft.com/office/drawing/2014/main" id="{61869193-42F2-E988-AB9C-6DE7F7C46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354" y="1824081"/>
            <a:ext cx="9589289" cy="4729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033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706-1C9E-1C4F-B9F0-10A14760EE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13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66B98C-C4D8-05F5-9F65-88857690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5EF63-96B8-BBC7-F6C7-AD1D0CA244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586108"/>
          </a:xfrm>
        </p:spPr>
        <p:txBody>
          <a:bodyPr/>
          <a:lstStyle/>
          <a:p>
            <a:r>
              <a:rPr lang="en-US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2967960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5F0D3-9F1B-285B-479D-EB6F219D939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14</a:t>
            </a:fld>
            <a:endParaRPr lang="en-BE"/>
          </a:p>
        </p:txBody>
      </p:sp>
      <p:pic>
        <p:nvPicPr>
          <p:cNvPr id="1026" name="Picture 2" descr="What is Regression? Definition, Calculation, and Example">
            <a:extLst>
              <a:ext uri="{FF2B5EF4-FFF2-40B4-BE49-F238E27FC236}">
                <a16:creationId xmlns:a16="http://schemas.microsoft.com/office/drawing/2014/main" id="{5B6938D2-8E70-E6A3-A9F1-8C981D1364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77"/>
          <a:stretch/>
        </p:blipFill>
        <p:spPr bwMode="auto">
          <a:xfrm>
            <a:off x="952500" y="328096"/>
            <a:ext cx="10287000" cy="634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B5A46D-8352-564D-80A6-BA0456926E8C}"/>
              </a:ext>
            </a:extLst>
          </p:cNvPr>
          <p:cNvSpPr txBox="1"/>
          <p:nvPr/>
        </p:nvSpPr>
        <p:spPr>
          <a:xfrm>
            <a:off x="6262686" y="413821"/>
            <a:ext cx="107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(Linear)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41FD0-8308-332F-6457-733DBF73491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67161" y="2256910"/>
            <a:ext cx="1457325" cy="705365"/>
          </a:xfrm>
        </p:spPr>
        <p:txBody>
          <a:bodyPr>
            <a:normAutofit lnSpcReduction="10000"/>
          </a:bodyPr>
          <a:lstStyle/>
          <a:p>
            <a:r>
              <a:rPr lang="en-US" sz="1600"/>
              <a:t>a = intercept</a:t>
            </a:r>
          </a:p>
          <a:p>
            <a:r>
              <a:rPr lang="en-US" sz="1600"/>
              <a:t>b = slope</a:t>
            </a:r>
          </a:p>
          <a:p>
            <a:r>
              <a:rPr lang="en-US" sz="1600"/>
              <a:t>u = error</a:t>
            </a:r>
          </a:p>
        </p:txBody>
      </p:sp>
    </p:spTree>
    <p:extLst>
      <p:ext uri="{BB962C8B-B14F-4D97-AF65-F5344CB8AC3E}">
        <p14:creationId xmlns:p14="http://schemas.microsoft.com/office/powerpoint/2010/main" val="2465931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29AF-9B80-C0AC-C61A-FBC3710CD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  <a:br>
              <a:rPr lang="en-US"/>
            </a:br>
            <a:r>
              <a:rPr lang="en-US" sz="2800"/>
              <a:t>(Mathematical View)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18FBC3-76CA-4FCB-28C3-50BBA41F4D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15</a:t>
            </a:fld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AA357-3888-8972-D0C1-A4A71C319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61" y="1649399"/>
            <a:ext cx="9591676" cy="49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297AB-9B8C-34C7-8ABC-5BA94CF20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  <a:br>
              <a:rPr lang="en-US"/>
            </a:br>
            <a:r>
              <a:rPr lang="en-US" sz="2800"/>
              <a:t>(1-dim, 1 feature)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063700-2BDE-AFEA-E3E4-73372142CA2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16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C51AE-C747-526A-AD09-D0692AF8AD0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dirty="0" err="1"/>
              <a:t>Find</a:t>
            </a:r>
            <a:r>
              <a:rPr lang="nl-BE" dirty="0"/>
              <a:t> a straight line (model) </a:t>
            </a:r>
            <a:r>
              <a:rPr lang="nl-BE" dirty="0" err="1"/>
              <a:t>to</a:t>
            </a:r>
            <a:r>
              <a:rPr lang="nl-BE" dirty="0"/>
              <a:t> map </a:t>
            </a:r>
            <a:r>
              <a:rPr lang="nl-BE" dirty="0" err="1"/>
              <a:t>the</a:t>
            </a:r>
            <a:r>
              <a:rPr lang="nl-BE" dirty="0"/>
              <a:t> data as close as </a:t>
            </a:r>
            <a:r>
              <a:rPr lang="nl-BE" dirty="0" err="1"/>
              <a:t>possible</a:t>
            </a:r>
            <a:endParaRPr lang="nl-BE" dirty="0"/>
          </a:p>
          <a:p>
            <a:pPr lvl="1"/>
            <a:r>
              <a:rPr lang="nl-BE" dirty="0" err="1"/>
              <a:t>Aka</a:t>
            </a:r>
            <a:r>
              <a:rPr lang="nl-BE" dirty="0"/>
              <a:t>: </a:t>
            </a:r>
            <a:r>
              <a:rPr lang="nl-BE" dirty="0" err="1"/>
              <a:t>find</a:t>
            </a:r>
            <a:r>
              <a:rPr lang="nl-BE" dirty="0"/>
              <a:t> ‘m’ (</a:t>
            </a:r>
            <a:r>
              <a:rPr lang="nl-BE" dirty="0" err="1"/>
              <a:t>slope</a:t>
            </a:r>
            <a:r>
              <a:rPr lang="nl-BE" dirty="0"/>
              <a:t>) </a:t>
            </a:r>
            <a:r>
              <a:rPr lang="nl-BE" dirty="0" err="1"/>
              <a:t>and</a:t>
            </a:r>
            <a:r>
              <a:rPr lang="nl-BE" dirty="0"/>
              <a:t> ‘b’ (offset) </a:t>
            </a:r>
            <a:r>
              <a:rPr lang="nl-BE" dirty="0" err="1"/>
              <a:t>so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minimize</a:t>
            </a:r>
            <a:r>
              <a:rPr lang="nl-BE" dirty="0"/>
              <a:t> </a:t>
            </a:r>
            <a:r>
              <a:rPr lang="nl-BE" dirty="0" err="1"/>
              <a:t>your</a:t>
            </a:r>
            <a:r>
              <a:rPr lang="nl-BE" dirty="0"/>
              <a:t> error (</a:t>
            </a:r>
            <a:r>
              <a:rPr lang="nl-BE" dirty="0" err="1"/>
              <a:t>your</a:t>
            </a:r>
            <a:r>
              <a:rPr lang="nl-BE" dirty="0"/>
              <a:t> mistakes,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b="1" dirty="0" err="1"/>
              <a:t>residuals</a:t>
            </a:r>
            <a:r>
              <a:rPr lang="nl-BE" dirty="0"/>
              <a:t>) </a:t>
            </a:r>
          </a:p>
          <a:p>
            <a:pPr lvl="1"/>
            <a:r>
              <a:rPr lang="nl-BE" dirty="0" err="1"/>
              <a:t>You</a:t>
            </a:r>
            <a:r>
              <a:rPr lang="nl-BE" dirty="0"/>
              <a:t> can ‘</a:t>
            </a:r>
            <a:r>
              <a:rPr lang="nl-BE" dirty="0" err="1"/>
              <a:t>tweak</a:t>
            </a:r>
            <a:r>
              <a:rPr lang="nl-BE" dirty="0"/>
              <a:t>’ 2 parameters (</a:t>
            </a:r>
            <a:r>
              <a:rPr lang="nl-BE" dirty="0" err="1"/>
              <a:t>m,b</a:t>
            </a:r>
            <a:r>
              <a:rPr lang="nl-BE" dirty="0"/>
              <a:t>) </a:t>
            </a:r>
            <a:r>
              <a:rPr lang="nl-BE" dirty="0" err="1"/>
              <a:t>to</a:t>
            </a:r>
            <a:r>
              <a:rPr lang="nl-BE" dirty="0"/>
              <a:t> get </a:t>
            </a:r>
            <a:r>
              <a:rPr lang="nl-BE" dirty="0" err="1"/>
              <a:t>the</a:t>
            </a:r>
            <a:r>
              <a:rPr lang="nl-BE" dirty="0"/>
              <a:t> best fit</a:t>
            </a:r>
          </a:p>
          <a:p>
            <a:pPr lvl="2"/>
            <a:r>
              <a:rPr lang="nl-BE" dirty="0"/>
              <a:t>Search </a:t>
            </a:r>
            <a:r>
              <a:rPr lang="nl-BE" dirty="0" err="1"/>
              <a:t>strategy</a:t>
            </a:r>
            <a:r>
              <a:rPr lang="nl-BE" dirty="0"/>
              <a:t>: can </a:t>
            </a:r>
            <a:r>
              <a:rPr lang="nl-BE" dirty="0" err="1"/>
              <a:t>be</a:t>
            </a:r>
            <a:r>
              <a:rPr lang="nl-BE" dirty="0"/>
              <a:t> </a:t>
            </a:r>
            <a:r>
              <a:rPr lang="nl-BE" dirty="0" err="1"/>
              <a:t>one</a:t>
            </a:r>
            <a:r>
              <a:rPr lang="nl-BE" dirty="0"/>
              <a:t> shot </a:t>
            </a:r>
            <a:r>
              <a:rPr lang="nl-BE" dirty="0" err="1"/>
              <a:t>learner</a:t>
            </a:r>
            <a:r>
              <a:rPr lang="nl-BE" dirty="0"/>
              <a:t> </a:t>
            </a:r>
            <a:r>
              <a:rPr lang="nl-BE" dirty="0" err="1"/>
              <a:t>by</a:t>
            </a:r>
            <a:r>
              <a:rPr lang="nl-BE" dirty="0"/>
              <a:t> </a:t>
            </a:r>
            <a:r>
              <a:rPr lang="nl-BE" dirty="0" err="1"/>
              <a:t>using</a:t>
            </a:r>
            <a:r>
              <a:rPr lang="nl-BE" dirty="0"/>
              <a:t> complex </a:t>
            </a:r>
            <a:r>
              <a:rPr lang="nl-BE" dirty="0" err="1"/>
              <a:t>math</a:t>
            </a:r>
            <a:r>
              <a:rPr lang="nl-BE" dirty="0"/>
              <a:t> </a:t>
            </a:r>
            <a:r>
              <a:rPr lang="nl-BE" sz="1400" dirty="0"/>
              <a:t>(</a:t>
            </a:r>
            <a:r>
              <a:rPr lang="nl-BE" sz="1400" dirty="0" err="1"/>
              <a:t>Ordinary</a:t>
            </a:r>
            <a:r>
              <a:rPr lang="nl-BE" sz="1400" dirty="0"/>
              <a:t> </a:t>
            </a:r>
            <a:r>
              <a:rPr lang="nl-BE" sz="1400" dirty="0" err="1"/>
              <a:t>Least</a:t>
            </a:r>
            <a:r>
              <a:rPr lang="nl-BE" sz="1400" dirty="0"/>
              <a:t> Squares), </a:t>
            </a:r>
            <a:r>
              <a:rPr lang="nl-BE" dirty="0"/>
              <a:t>or </a:t>
            </a:r>
            <a:r>
              <a:rPr lang="nl-BE" dirty="0" err="1"/>
              <a:t>an</a:t>
            </a:r>
            <a:r>
              <a:rPr lang="nl-BE" dirty="0"/>
              <a:t> </a:t>
            </a:r>
            <a:r>
              <a:rPr lang="nl-BE" dirty="0" err="1"/>
              <a:t>iterative</a:t>
            </a:r>
            <a:r>
              <a:rPr lang="nl-BE" dirty="0"/>
              <a:t> approach like </a:t>
            </a:r>
            <a:r>
              <a:rPr lang="nl-BE" dirty="0" err="1"/>
              <a:t>gradient</a:t>
            </a:r>
            <a:r>
              <a:rPr lang="nl-BE" dirty="0"/>
              <a:t> </a:t>
            </a:r>
            <a:r>
              <a:rPr lang="nl-BE" dirty="0" err="1"/>
              <a:t>descent</a:t>
            </a:r>
            <a:r>
              <a:rPr lang="nl-BE" dirty="0"/>
              <a:t> </a:t>
            </a:r>
            <a:r>
              <a:rPr lang="nl-BE" sz="1600" dirty="0"/>
              <a:t>(</a:t>
            </a:r>
            <a:r>
              <a:rPr lang="nl-BE" sz="1600" dirty="0" err="1"/>
              <a:t>see</a:t>
            </a:r>
            <a:r>
              <a:rPr lang="nl-BE" sz="1600" dirty="0"/>
              <a:t> </a:t>
            </a:r>
            <a:r>
              <a:rPr lang="nl-BE" sz="1600" dirty="0" err="1"/>
              <a:t>neural</a:t>
            </a:r>
            <a:r>
              <a:rPr lang="nl-BE" sz="1600" dirty="0"/>
              <a:t> </a:t>
            </a:r>
            <a:r>
              <a:rPr lang="nl-BE" sz="1600" dirty="0" err="1"/>
              <a:t>networks</a:t>
            </a:r>
            <a:r>
              <a:rPr lang="nl-BE" sz="1600" dirty="0"/>
              <a:t>)</a:t>
            </a:r>
            <a:endParaRPr lang="en-US" sz="16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04C4C2-19D1-0C9F-C081-0ED6A1782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890" y="4075732"/>
            <a:ext cx="4666570" cy="2392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C619D3-85EE-D19F-312C-A7234BE2B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051" y="5141986"/>
            <a:ext cx="2529940" cy="84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24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A6489-B661-C1F1-20B6-1A13A86DA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Minimizing the error (residuals)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58C31D-AEAA-9D94-C919-C35AA8BEE65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17</a:t>
            </a:fld>
            <a:endParaRPr lang="en-BE"/>
          </a:p>
        </p:txBody>
      </p:sp>
      <p:pic>
        <p:nvPicPr>
          <p:cNvPr id="5" name="Picture 4" descr="Afbeeldingsresultaat voor mse loss">
            <a:extLst>
              <a:ext uri="{FF2B5EF4-FFF2-40B4-BE49-F238E27FC236}">
                <a16:creationId xmlns:a16="http://schemas.microsoft.com/office/drawing/2014/main" id="{FFEEFB88-8C52-3113-A640-6B63A04FE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6" y="1645966"/>
            <a:ext cx="3873680" cy="381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fbeeldingsresultaat voor mse loss">
            <a:extLst>
              <a:ext uri="{FF2B5EF4-FFF2-40B4-BE49-F238E27FC236}">
                <a16:creationId xmlns:a16="http://schemas.microsoft.com/office/drawing/2014/main" id="{42283A50-6D03-6C59-F7FC-828032A91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241" y="2125709"/>
            <a:ext cx="6498322" cy="2854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42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RPubs - Regression Plane">
            <a:extLst>
              <a:ext uri="{FF2B5EF4-FFF2-40B4-BE49-F238E27FC236}">
                <a16:creationId xmlns:a16="http://schemas.microsoft.com/office/drawing/2014/main" id="{8BB597F1-2AD4-48F8-4BEB-8161ACC927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" t="4785" r="1472" b="11777"/>
          <a:stretch/>
        </p:blipFill>
        <p:spPr bwMode="auto">
          <a:xfrm>
            <a:off x="6095999" y="1959123"/>
            <a:ext cx="6026733" cy="313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51807A-68C4-E4E8-9C59-E99B4CA20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(Multiple) Linear Regression </a:t>
            </a:r>
            <a:br>
              <a:rPr lang="en-US"/>
            </a:br>
            <a:r>
              <a:rPr lang="en-US" sz="2800"/>
              <a:t>(n-dim, n features)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E9BEFC-403A-50DE-9DC7-A90FE4B29FD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18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7FE37-81F4-C75E-258D-4A47105235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r>
              <a:rPr lang="nl-BE" dirty="0" err="1"/>
              <a:t>With</a:t>
            </a:r>
            <a:r>
              <a:rPr lang="nl-BE" dirty="0"/>
              <a:t> 1 feature, we </a:t>
            </a:r>
            <a:r>
              <a:rPr lang="nl-BE" dirty="0" err="1"/>
              <a:t>can</a:t>
            </a:r>
            <a:r>
              <a:rPr lang="nl-BE" dirty="0"/>
              <a:t> map </a:t>
            </a:r>
            <a:r>
              <a:rPr lang="nl-BE" dirty="0" err="1"/>
              <a:t>it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a line. </a:t>
            </a:r>
            <a:r>
              <a:rPr lang="nl-BE" dirty="0" err="1"/>
              <a:t>With</a:t>
            </a:r>
            <a:r>
              <a:rPr lang="nl-BE" dirty="0"/>
              <a:t> 2 features, </a:t>
            </a:r>
            <a:r>
              <a:rPr lang="nl-BE" dirty="0" err="1"/>
              <a:t>to</a:t>
            </a:r>
            <a:r>
              <a:rPr lang="nl-BE" dirty="0"/>
              <a:t> a </a:t>
            </a:r>
            <a:r>
              <a:rPr lang="nl-BE" dirty="0" err="1"/>
              <a:t>regression-plane</a:t>
            </a:r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 err="1"/>
              <a:t>With</a:t>
            </a:r>
            <a:r>
              <a:rPr lang="nl-BE" dirty="0"/>
              <a:t> 3, 4, or n features… = hyper </a:t>
            </a:r>
            <a:r>
              <a:rPr lang="nl-BE" dirty="0" err="1"/>
              <a:t>planes</a:t>
            </a:r>
            <a:r>
              <a:rPr lang="nl-BE" dirty="0"/>
              <a:t> </a:t>
            </a:r>
          </a:p>
          <a:p>
            <a:pPr marL="0" indent="0">
              <a:buNone/>
            </a:pPr>
            <a:r>
              <a:rPr lang="nl-BE" dirty="0">
                <a:sym typeface="Wingdings" panose="05000000000000000000" pitchFamily="2" charset="2"/>
              </a:rPr>
              <a:t>		 </a:t>
            </a:r>
            <a:r>
              <a:rPr lang="nl-BE" dirty="0"/>
              <a:t>mind </a:t>
            </a:r>
            <a:r>
              <a:rPr lang="nl-BE" dirty="0" err="1"/>
              <a:t>blown</a:t>
            </a:r>
            <a:r>
              <a:rPr lang="nl-BE" dirty="0"/>
              <a:t>!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endParaRPr lang="nl-BE" dirty="0"/>
          </a:p>
          <a:p>
            <a:r>
              <a:rPr lang="nl-BE" dirty="0"/>
              <a:t>In </a:t>
            </a:r>
            <a:r>
              <a:rPr lang="nl-BE" dirty="0" err="1"/>
              <a:t>math</a:t>
            </a:r>
            <a:r>
              <a:rPr lang="nl-BE" dirty="0"/>
              <a:t> </a:t>
            </a:r>
            <a:r>
              <a:rPr lang="nl-BE" dirty="0" err="1"/>
              <a:t>this</a:t>
            </a:r>
            <a:r>
              <a:rPr lang="nl-BE" dirty="0"/>
              <a:t> is </a:t>
            </a:r>
            <a:r>
              <a:rPr lang="nl-BE" dirty="0" err="1"/>
              <a:t>straightforward</a:t>
            </a:r>
            <a:r>
              <a:rPr lang="nl-BE" dirty="0"/>
              <a:t> (abstract thinking)</a:t>
            </a:r>
          </a:p>
          <a:p>
            <a:pPr lvl="1"/>
            <a:r>
              <a:rPr lang="nl-BE" dirty="0"/>
              <a:t>Libraries make </a:t>
            </a:r>
            <a:r>
              <a:rPr lang="nl-BE" dirty="0" err="1"/>
              <a:t>this</a:t>
            </a:r>
            <a:r>
              <a:rPr lang="nl-BE" dirty="0"/>
              <a:t> easy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us</a:t>
            </a:r>
            <a:r>
              <a:rPr lang="nl-BE" dirty="0"/>
              <a:t>, </a:t>
            </a:r>
            <a:r>
              <a:rPr lang="nl-BE" dirty="0" err="1"/>
              <a:t>they</a:t>
            </a:r>
            <a:r>
              <a:rPr lang="nl-BE" dirty="0"/>
              <a:t> </a:t>
            </a:r>
            <a:r>
              <a:rPr lang="nl-BE" dirty="0" err="1"/>
              <a:t>will</a:t>
            </a:r>
            <a:r>
              <a:rPr lang="nl-BE" dirty="0"/>
              <a:t> </a:t>
            </a:r>
            <a:r>
              <a:rPr lang="nl-BE" dirty="0" err="1"/>
              <a:t>implement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search </a:t>
            </a:r>
            <a:r>
              <a:rPr lang="nl-BE" dirty="0" err="1"/>
              <a:t>strategy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solve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hyper-parameters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us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2" descr="mind blown | NorthWest Express">
            <a:extLst>
              <a:ext uri="{FF2B5EF4-FFF2-40B4-BE49-F238E27FC236}">
                <a16:creationId xmlns:a16="http://schemas.microsoft.com/office/drawing/2014/main" id="{EECA5504-37EC-8D46-62DC-3E9FB2CD0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953" y="3825081"/>
            <a:ext cx="927547" cy="927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751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F8692-12DE-4FC1-9724-F55B7C9C6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Polynomial Regression</a:t>
            </a:r>
            <a:br>
              <a:rPr lang="en-US"/>
            </a:br>
            <a:r>
              <a:rPr lang="en-US" sz="3200"/>
              <a:t>(Out of Scope)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6BDD2C-9707-926C-5F1A-82C74173AEF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19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F2F2A-5673-B452-C4D4-FEA793AD73C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nl-BE"/>
              <a:t>Life isn’t linear, so use more flexible lines – </a:t>
            </a:r>
            <a:r>
              <a:rPr lang="nl-BE" b="1"/>
              <a:t>curves</a:t>
            </a:r>
            <a:r>
              <a:rPr lang="nl-BE"/>
              <a:t> (x</a:t>
            </a:r>
            <a:r>
              <a:rPr lang="nl-BE" baseline="30000"/>
              <a:t>2</a:t>
            </a:r>
            <a:r>
              <a:rPr lang="nl-BE"/>
              <a:t>, x</a:t>
            </a:r>
            <a:r>
              <a:rPr lang="nl-BE" baseline="30000"/>
              <a:t>3</a:t>
            </a:r>
            <a:r>
              <a:rPr lang="nl-BE"/>
              <a:t>,…), more degrees of freedom to fit your data better</a:t>
            </a:r>
          </a:p>
          <a:p>
            <a:endParaRPr lang="nl-BE"/>
          </a:p>
          <a:p>
            <a:r>
              <a:rPr lang="nl-BE"/>
              <a:t>But…sometimes too much flexibility</a:t>
            </a:r>
          </a:p>
          <a:p>
            <a:pPr lvl="1"/>
            <a:r>
              <a:rPr lang="nl-BE"/>
              <a:t>Too many parameters you can tweak!</a:t>
            </a:r>
          </a:p>
          <a:p>
            <a:pPr lvl="1"/>
            <a:r>
              <a:rPr lang="nl-BE" b="1"/>
              <a:t>Risk of overfitting</a:t>
            </a:r>
            <a:r>
              <a:rPr lang="nl-BE"/>
              <a:t>! Making it too complex!</a:t>
            </a:r>
            <a:endParaRPr lang="en-US"/>
          </a:p>
          <a:p>
            <a:endParaRPr lang="en-US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BB41E883-FBE6-0A9D-FCD9-B9436D528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031" y="2207868"/>
            <a:ext cx="3438698" cy="4399306"/>
          </a:xfrm>
          <a:prstGeom prst="rect">
            <a:avLst/>
          </a:prstGeom>
        </p:spPr>
      </p:pic>
      <p:pic>
        <p:nvPicPr>
          <p:cNvPr id="6" name="Picture 6" descr="The Principle of Occam's Razor – Is the Simplest Explanation Always  Correct? – Welcome to Club Street Post">
            <a:extLst>
              <a:ext uri="{FF2B5EF4-FFF2-40B4-BE49-F238E27FC236}">
                <a16:creationId xmlns:a16="http://schemas.microsoft.com/office/drawing/2014/main" id="{5BD97B5A-9FF3-5B4E-739A-95B41753CC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1" r="13458"/>
          <a:stretch/>
        </p:blipFill>
        <p:spPr bwMode="auto">
          <a:xfrm>
            <a:off x="3099088" y="4131244"/>
            <a:ext cx="3228559" cy="266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084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B9AF-15D0-AA83-4326-A042279E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Regression Modeling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71F735-2430-E6A4-5D5E-CC0E1397F59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20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6B8B5-799E-8B02-2D30-DF3B39A08C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628775"/>
            <a:ext cx="8113714" cy="4716463"/>
          </a:xfrm>
        </p:spPr>
        <p:txBody>
          <a:bodyPr/>
          <a:lstStyle/>
          <a:p>
            <a:pPr marL="0" indent="0">
              <a:buNone/>
            </a:pPr>
            <a:r>
              <a:rPr lang="nl-BE" sz="3200" b="1" dirty="0" err="1"/>
              <a:t>Importing</a:t>
            </a:r>
            <a:r>
              <a:rPr lang="nl-BE" sz="3200" b="1" dirty="0"/>
              <a:t> &amp; </a:t>
            </a:r>
            <a:r>
              <a:rPr lang="nl-BE" sz="3200" b="1" dirty="0" err="1"/>
              <a:t>wrangling</a:t>
            </a:r>
            <a:r>
              <a:rPr lang="nl-BE" sz="3200" b="1" dirty="0"/>
              <a:t> data</a:t>
            </a:r>
          </a:p>
          <a:p>
            <a:pPr marL="514350" indent="-514350">
              <a:buAutoNum type="arabicPeriod"/>
            </a:pPr>
            <a:r>
              <a:rPr lang="nl-BE" sz="2600" dirty="0"/>
              <a:t>Get </a:t>
            </a:r>
            <a:r>
              <a:rPr lang="nl-BE" sz="2600" dirty="0" err="1"/>
              <a:t>the</a:t>
            </a:r>
            <a:r>
              <a:rPr lang="nl-BE" sz="2600" dirty="0"/>
              <a:t> data </a:t>
            </a:r>
            <a:r>
              <a:rPr lang="nl-BE" sz="2600" dirty="0" err="1"/>
              <a:t>you</a:t>
            </a:r>
            <a:r>
              <a:rPr lang="nl-BE" sz="2600" dirty="0"/>
              <a:t> want </a:t>
            </a:r>
            <a:r>
              <a:rPr lang="nl-BE" sz="2600" dirty="0" err="1"/>
              <a:t>to</a:t>
            </a:r>
            <a:r>
              <a:rPr lang="nl-BE" sz="2600" dirty="0"/>
              <a:t> model </a:t>
            </a:r>
            <a:r>
              <a:rPr lang="nl-BE" sz="2600" dirty="0" err="1"/>
              <a:t>with</a:t>
            </a:r>
            <a:r>
              <a:rPr lang="nl-BE" sz="2600" dirty="0"/>
              <a:t> (</a:t>
            </a:r>
            <a:r>
              <a:rPr lang="nl-BE" sz="2600" dirty="0" err="1"/>
              <a:t>the</a:t>
            </a:r>
            <a:r>
              <a:rPr lang="nl-BE" sz="2600" dirty="0"/>
              <a:t> ‘</a:t>
            </a:r>
            <a:r>
              <a:rPr lang="nl-BE" sz="2600" dirty="0" err="1"/>
              <a:t>clay</a:t>
            </a:r>
            <a:r>
              <a:rPr lang="nl-BE" sz="2600" dirty="0"/>
              <a:t>’)</a:t>
            </a:r>
          </a:p>
          <a:p>
            <a:pPr lvl="2"/>
            <a:r>
              <a:rPr lang="nl-BE" sz="2300" dirty="0"/>
              <a:t>The ‘</a:t>
            </a:r>
            <a:r>
              <a:rPr lang="nl-BE" sz="2300" dirty="0">
                <a:solidFill>
                  <a:srgbClr val="00B050"/>
                </a:solidFill>
              </a:rPr>
              <a:t>independent</a:t>
            </a:r>
            <a:r>
              <a:rPr lang="nl-BE" sz="2300" dirty="0"/>
              <a:t>’ data = </a:t>
            </a:r>
            <a:r>
              <a:rPr lang="nl-BE" sz="2300" dirty="0">
                <a:solidFill>
                  <a:srgbClr val="00B050"/>
                </a:solidFill>
              </a:rPr>
              <a:t>X</a:t>
            </a:r>
            <a:r>
              <a:rPr lang="nl-BE" sz="2300" dirty="0"/>
              <a:t> (</a:t>
            </a:r>
            <a:r>
              <a:rPr lang="nl-BE" sz="2300" dirty="0" err="1"/>
              <a:t>the</a:t>
            </a:r>
            <a:r>
              <a:rPr lang="nl-BE" sz="2300" dirty="0"/>
              <a:t> features)</a:t>
            </a:r>
          </a:p>
          <a:p>
            <a:pPr lvl="2"/>
            <a:r>
              <a:rPr lang="nl-BE" sz="3200" b="1" dirty="0"/>
              <a:t>Must </a:t>
            </a:r>
            <a:r>
              <a:rPr lang="nl-BE" sz="3200" b="1" dirty="0" err="1"/>
              <a:t>be</a:t>
            </a:r>
            <a:r>
              <a:rPr lang="nl-BE" sz="3200" b="1" dirty="0"/>
              <a:t> </a:t>
            </a:r>
            <a:r>
              <a:rPr lang="nl-BE" sz="3200" b="1" dirty="0">
                <a:solidFill>
                  <a:srgbClr val="00B0F0"/>
                </a:solidFill>
              </a:rPr>
              <a:t>2-D</a:t>
            </a:r>
            <a:r>
              <a:rPr lang="nl-BE" sz="2300" dirty="0"/>
              <a:t> matrix: </a:t>
            </a:r>
            <a:r>
              <a:rPr lang="nl-BE" sz="2300" dirty="0">
                <a:solidFill>
                  <a:srgbClr val="00B0F0"/>
                </a:solidFill>
              </a:rPr>
              <a:t>[</a:t>
            </a:r>
            <a:r>
              <a:rPr lang="nl-BE" sz="2300" dirty="0" err="1">
                <a:solidFill>
                  <a:srgbClr val="00B0F0"/>
                </a:solidFill>
              </a:rPr>
              <a:t>nrows,ncols</a:t>
            </a:r>
            <a:r>
              <a:rPr lang="nl-BE" sz="2300" dirty="0">
                <a:solidFill>
                  <a:srgbClr val="00B0F0"/>
                </a:solidFill>
              </a:rPr>
              <a:t>]     </a:t>
            </a:r>
          </a:p>
          <a:p>
            <a:pPr marL="360000" lvl="2" indent="0">
              <a:buNone/>
            </a:pPr>
            <a:r>
              <a:rPr lang="nl-BE" sz="2300" dirty="0">
                <a:solidFill>
                  <a:srgbClr val="00B0F0"/>
                </a:solidFill>
              </a:rPr>
              <a:t>				</a:t>
            </a:r>
            <a:r>
              <a:rPr lang="nl-BE" sz="1400" dirty="0"/>
              <a:t>(</a:t>
            </a:r>
            <a:r>
              <a:rPr lang="nl-BE" sz="1400" dirty="0" err="1"/>
              <a:t>nrows:observations</a:t>
            </a:r>
            <a:r>
              <a:rPr lang="nl-BE" sz="1400" dirty="0"/>
              <a:t>, </a:t>
            </a:r>
            <a:r>
              <a:rPr lang="nl-BE" sz="1400" dirty="0" err="1"/>
              <a:t>ncols:features</a:t>
            </a:r>
            <a:r>
              <a:rPr lang="nl-BE" sz="1400" dirty="0"/>
              <a:t>)</a:t>
            </a:r>
          </a:p>
          <a:p>
            <a:pPr lvl="3"/>
            <a:r>
              <a:rPr lang="en-US" sz="1700" dirty="0"/>
              <a:t>So, 1 feature, should be [</a:t>
            </a:r>
            <a:r>
              <a:rPr lang="en-US" sz="1700" dirty="0" err="1"/>
              <a:t>nrows</a:t>
            </a:r>
            <a:r>
              <a:rPr lang="en-US" sz="1700" dirty="0"/>
              <a:t>, </a:t>
            </a:r>
            <a:r>
              <a:rPr lang="en-US" sz="1700" dirty="0">
                <a:solidFill>
                  <a:srgbClr val="7030A0"/>
                </a:solidFill>
              </a:rPr>
              <a:t>1</a:t>
            </a:r>
            <a:r>
              <a:rPr lang="en-US" sz="1700" dirty="0"/>
              <a:t>]</a:t>
            </a:r>
          </a:p>
          <a:p>
            <a:pPr lvl="3"/>
            <a:r>
              <a:rPr lang="en-US" sz="1700" dirty="0"/>
              <a:t>You might need to ‘reshape(-1,</a:t>
            </a:r>
            <a:r>
              <a:rPr lang="en-US" sz="1700" dirty="0">
                <a:solidFill>
                  <a:srgbClr val="7030A0"/>
                </a:solidFill>
              </a:rPr>
              <a:t>1</a:t>
            </a:r>
            <a:r>
              <a:rPr lang="en-US" sz="1700" dirty="0"/>
              <a:t>)’ so you have a 2-D matrix of 1 col, and as many rows you need (-1 is like a </a:t>
            </a:r>
            <a:r>
              <a:rPr lang="en-US" sz="1700"/>
              <a:t>wildcard)</a:t>
            </a:r>
            <a:endParaRPr lang="en-US" sz="2100" dirty="0"/>
          </a:p>
          <a:p>
            <a:pPr marL="461100" indent="-457200">
              <a:buFont typeface="+mj-lt"/>
              <a:buAutoNum type="arabicPeriod"/>
            </a:pPr>
            <a:r>
              <a:rPr lang="en-US" dirty="0"/>
              <a:t>Get the data you want to predict (the label)</a:t>
            </a:r>
            <a:endParaRPr lang="en-US" sz="2100" dirty="0"/>
          </a:p>
          <a:p>
            <a:pPr lvl="2"/>
            <a:r>
              <a:rPr lang="en-US" sz="2300" dirty="0"/>
              <a:t>The ‘</a:t>
            </a:r>
            <a:r>
              <a:rPr lang="en-US" sz="2300" dirty="0">
                <a:solidFill>
                  <a:srgbClr val="FF0000"/>
                </a:solidFill>
              </a:rPr>
              <a:t>dependent</a:t>
            </a:r>
            <a:r>
              <a:rPr lang="en-US" sz="2300" dirty="0"/>
              <a:t>’ data = </a:t>
            </a:r>
            <a:r>
              <a:rPr lang="en-US" sz="2300" dirty="0">
                <a:solidFill>
                  <a:srgbClr val="FF0000"/>
                </a:solidFill>
              </a:rPr>
              <a:t>y</a:t>
            </a:r>
          </a:p>
          <a:p>
            <a:pPr lvl="2"/>
            <a:r>
              <a:rPr lang="en-US" sz="2300" dirty="0"/>
              <a:t>Usually this is a </a:t>
            </a:r>
            <a:r>
              <a:rPr lang="en-US" sz="2300" dirty="0">
                <a:solidFill>
                  <a:srgbClr val="00B0F0"/>
                </a:solidFill>
              </a:rPr>
              <a:t>1-D</a:t>
            </a:r>
            <a:r>
              <a:rPr lang="en-US" sz="2300" dirty="0"/>
              <a:t> vector </a:t>
            </a:r>
            <a:r>
              <a:rPr lang="en-US" sz="2300" dirty="0">
                <a:solidFill>
                  <a:srgbClr val="00B0F0"/>
                </a:solidFill>
              </a:rPr>
              <a:t>[</a:t>
            </a:r>
            <a:r>
              <a:rPr lang="en-US" sz="2300" dirty="0" err="1">
                <a:solidFill>
                  <a:srgbClr val="00B0F0"/>
                </a:solidFill>
              </a:rPr>
              <a:t>nrows</a:t>
            </a:r>
            <a:r>
              <a:rPr lang="en-US" sz="2300" dirty="0">
                <a:solidFill>
                  <a:srgbClr val="00B0F0"/>
                </a:solidFill>
              </a:rPr>
              <a:t>,]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438386-EA8F-89F0-E060-B229B603D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555" y="2514600"/>
            <a:ext cx="3628278" cy="436611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44B47-B312-4F7B-5876-5C525B5747F9}"/>
              </a:ext>
            </a:extLst>
          </p:cNvPr>
          <p:cNvGrpSpPr/>
          <p:nvPr/>
        </p:nvGrpSpPr>
        <p:grpSpPr>
          <a:xfrm>
            <a:off x="2237063" y="5749749"/>
            <a:ext cx="2554012" cy="995925"/>
            <a:chOff x="168828" y="4957572"/>
            <a:chExt cx="5453044" cy="19004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4A00B9B-21EA-F358-3209-F8C4C10454FB}"/>
                </a:ext>
              </a:extLst>
            </p:cNvPr>
            <p:cNvSpPr/>
            <p:nvPr/>
          </p:nvSpPr>
          <p:spPr>
            <a:xfrm>
              <a:off x="168828" y="4957572"/>
              <a:ext cx="4543425" cy="1900428"/>
            </a:xfrm>
            <a:prstGeom prst="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>
                  <a:solidFill>
                    <a:srgbClr val="0070C0"/>
                  </a:solidFill>
                </a:rPr>
                <a:t>X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BFE28F-9CCC-FE81-BBFC-791B264BA3BF}"/>
                </a:ext>
              </a:extLst>
            </p:cNvPr>
            <p:cNvSpPr/>
            <p:nvPr/>
          </p:nvSpPr>
          <p:spPr>
            <a:xfrm>
              <a:off x="4768964" y="4957572"/>
              <a:ext cx="852908" cy="1900428"/>
            </a:xfrm>
            <a:prstGeom prst="rect">
              <a:avLst/>
            </a:prstGeom>
            <a:noFill/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>
                  <a:solidFill>
                    <a:srgbClr val="00B050"/>
                  </a:solidFill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9687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EAB9A-4368-FF71-68A0-B99905449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Wrangling data = Hardest thing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389E0-B916-5F65-4994-CE89B582F5E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21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CE50A-B1C8-E52A-BDF8-8104F36BD4C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41554" y="1420431"/>
            <a:ext cx="5015880" cy="5116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3200">
                <a:solidFill>
                  <a:srgbClr val="00B0F0"/>
                </a:solidFill>
              </a:rPr>
              <a:t>2-D</a:t>
            </a:r>
            <a:r>
              <a:rPr lang="nl-BE" sz="3200"/>
              <a:t> matrix: </a:t>
            </a:r>
            <a:r>
              <a:rPr lang="nl-BE" sz="3200">
                <a:solidFill>
                  <a:srgbClr val="00B0F0"/>
                </a:solidFill>
              </a:rPr>
              <a:t>[nrows,ncols]</a:t>
            </a:r>
          </a:p>
          <a:p>
            <a:pPr marL="0" indent="0">
              <a:buNone/>
            </a:pPr>
            <a:r>
              <a:rPr lang="nl-BE" sz="2200">
                <a:solidFill>
                  <a:srgbClr val="00B0F0"/>
                </a:solidFill>
              </a:rPr>
              <a:t>(3-D </a:t>
            </a:r>
            <a:r>
              <a:rPr lang="nl-BE" sz="2200"/>
              <a:t>matrix: </a:t>
            </a:r>
            <a:r>
              <a:rPr lang="nl-BE" sz="2200">
                <a:solidFill>
                  <a:srgbClr val="00B0F0"/>
                </a:solidFill>
              </a:rPr>
              <a:t>[nchannel, nrows, ncols])</a:t>
            </a:r>
          </a:p>
          <a:p>
            <a:pPr marL="0" indent="0">
              <a:buNone/>
            </a:pPr>
            <a:endParaRPr lang="nl-BE" sz="320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nl-BE" sz="320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nl-BE" sz="320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nl-BE" sz="320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nl-BE" sz="3200"/>
              <a:t>Transform into 1D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3200">
                <a:solidFill>
                  <a:srgbClr val="00B0F0"/>
                </a:solidFill>
              </a:rPr>
              <a:t>Reshape(-1) = Ravel()</a:t>
            </a:r>
          </a:p>
          <a:p>
            <a:pPr marL="355600" lvl="1" indent="0">
              <a:buNone/>
            </a:pPr>
            <a:r>
              <a:rPr lang="nl-BE" sz="2700"/>
              <a:t>	creates 1D flattened </a:t>
            </a:r>
            <a:r>
              <a:rPr lang="nl-BE" sz="2700" b="1" i="1"/>
              <a:t>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3200">
                <a:solidFill>
                  <a:srgbClr val="00B0F0"/>
                </a:solidFill>
              </a:rPr>
              <a:t>Flatten()</a:t>
            </a:r>
          </a:p>
          <a:p>
            <a:pPr marL="355600" lvl="1" indent="0">
              <a:buNone/>
            </a:pPr>
            <a:r>
              <a:rPr lang="nl-BE" sz="2700"/>
              <a:t>	creates 1D </a:t>
            </a:r>
            <a:r>
              <a:rPr lang="nl-BE" sz="2700" b="1" i="1"/>
              <a:t>copy</a:t>
            </a:r>
            <a:endParaRPr lang="en-US" b="1" i="1"/>
          </a:p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69C2166-E7CF-A6E1-0B37-4FD5FB71C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7788" y="2536443"/>
            <a:ext cx="2698749" cy="114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453514D0-C33B-33CF-67F1-17E0F0DB1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485" y="2661174"/>
            <a:ext cx="2617068" cy="99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095D281-0B0D-E137-8846-03162A496C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19" t="10101" r="67318" b="45800"/>
          <a:stretch/>
        </p:blipFill>
        <p:spPr bwMode="auto">
          <a:xfrm>
            <a:off x="806771" y="1420431"/>
            <a:ext cx="5015880" cy="4681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142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4DF56-A928-F114-2541-0AA9EF6B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Regression Modeling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2643E8-2830-3141-372F-CA4932CB1A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22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9A549-4996-6E08-552E-733318144B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-44450">
              <a:buNone/>
            </a:pPr>
            <a:r>
              <a:rPr lang="en-US" sz="2400" b="1"/>
              <a:t>Next, the ML stuff:</a:t>
            </a:r>
          </a:p>
          <a:p>
            <a:pPr marL="0" indent="-44450">
              <a:buNone/>
            </a:pPr>
            <a:endParaRPr lang="en-US" sz="2400">
              <a:solidFill>
                <a:srgbClr val="00B0F0"/>
              </a:solidFill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/>
              <a:t>Split the data into train and test set</a:t>
            </a:r>
          </a:p>
          <a:p>
            <a:endParaRPr lang="en-US"/>
          </a:p>
          <a:p>
            <a:endParaRPr lang="en-US" sz="2400"/>
          </a:p>
          <a:p>
            <a:pPr marL="457200" indent="-457200">
              <a:buFont typeface="+mj-lt"/>
              <a:buAutoNum type="arabicPeriod" startAt="4"/>
            </a:pPr>
            <a:r>
              <a:rPr lang="en-US" sz="2400"/>
              <a:t>Fit your X- and y-train </a:t>
            </a:r>
            <a:r>
              <a:rPr lang="en-US" sz="1400"/>
              <a:t>(supervised) </a:t>
            </a:r>
            <a:r>
              <a:rPr lang="en-US" sz="2400"/>
              <a:t>data to a model (=create statistical model) </a:t>
            </a:r>
          </a:p>
          <a:p>
            <a:pPr marL="457200" indent="-457200">
              <a:buFont typeface="+mj-lt"/>
              <a:buAutoNum type="arabicPeriod" startAt="4"/>
            </a:pPr>
            <a:endParaRPr lang="en-US"/>
          </a:p>
          <a:p>
            <a:pPr marL="457200" indent="-457200">
              <a:buFont typeface="+mj-lt"/>
              <a:buAutoNum type="arabicPeriod" startAt="4"/>
            </a:pPr>
            <a:endParaRPr lang="en-US" sz="2400"/>
          </a:p>
          <a:p>
            <a:pPr marL="457200" indent="-457200">
              <a:buFont typeface="+mj-lt"/>
              <a:buAutoNum type="arabicPeriod" startAt="4"/>
            </a:pPr>
            <a:r>
              <a:rPr lang="en-US" sz="2400"/>
              <a:t>Plug your X-test data into model, to get the </a:t>
            </a:r>
            <a:r>
              <a:rPr lang="en-US" sz="2400" b="1"/>
              <a:t>predict</a:t>
            </a:r>
            <a:r>
              <a:rPr lang="en-US" sz="2400"/>
              <a:t>ions y_pred</a:t>
            </a:r>
          </a:p>
          <a:p>
            <a:pPr marL="457200" indent="-457200">
              <a:buFont typeface="+mj-lt"/>
              <a:buAutoNum type="arabicPeriod" startAt="4"/>
            </a:pPr>
            <a:endParaRPr lang="en-US"/>
          </a:p>
          <a:p>
            <a:pPr marL="457200" indent="-457200">
              <a:buFont typeface="+mj-lt"/>
              <a:buAutoNum type="arabicPeriod" startAt="4"/>
            </a:pPr>
            <a:endParaRPr lang="en-US" sz="2400"/>
          </a:p>
          <a:p>
            <a:pPr marL="457200" indent="-457200">
              <a:buFont typeface="+mj-lt"/>
              <a:buAutoNum type="arabicPeriod" startAt="4"/>
            </a:pPr>
            <a:r>
              <a:rPr lang="en-US" sz="2400"/>
              <a:t>Calculate performance of your model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603467-794E-959F-B3F3-87B5725E2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851" y="889625"/>
            <a:ext cx="5346936" cy="2237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89206C-C799-65E9-6B4F-644E33213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597" y="3730609"/>
            <a:ext cx="4676191" cy="512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6B7E09-3272-4657-FD76-9AAB5E91D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899" y="5826230"/>
            <a:ext cx="7564101" cy="9866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F57C7D-4C2C-0EF0-75B4-E9435494A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2597" y="4739166"/>
            <a:ext cx="3915363" cy="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26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D65A-A4E4-DBBC-00F7-268B3380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Regression: Model Performance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A8BA2B-2AA9-C6E5-D30A-4CC5BE047E7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23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47C35-AEF1-6D95-472A-44F4AFCD868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dirty="0" err="1"/>
              <a:t>Minimize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RMS-error</a:t>
            </a:r>
          </a:p>
          <a:p>
            <a:endParaRPr lang="nl-BE" dirty="0"/>
          </a:p>
          <a:p>
            <a:endParaRPr lang="nl-BE" dirty="0"/>
          </a:p>
          <a:p>
            <a:pPr marL="0" indent="0">
              <a:buNone/>
            </a:pPr>
            <a:r>
              <a:rPr lang="nl-BE" dirty="0">
                <a:solidFill>
                  <a:srgbClr val="0070C0"/>
                </a:solidFill>
              </a:rPr>
              <a:t>R</a:t>
            </a:r>
            <a:r>
              <a:rPr lang="nl-BE" baseline="30000" dirty="0">
                <a:solidFill>
                  <a:srgbClr val="0070C0"/>
                </a:solidFill>
              </a:rPr>
              <a:t>2</a:t>
            </a:r>
            <a:r>
              <a:rPr lang="nl-BE" dirty="0">
                <a:solidFill>
                  <a:srgbClr val="0070C0"/>
                </a:solidFill>
              </a:rPr>
              <a:t> (</a:t>
            </a:r>
            <a:r>
              <a:rPr lang="nl-BE" dirty="0" err="1">
                <a:solidFill>
                  <a:srgbClr val="0070C0"/>
                </a:solidFill>
              </a:rPr>
              <a:t>residuals</a:t>
            </a:r>
            <a:r>
              <a:rPr lang="nl-BE" dirty="0">
                <a:solidFill>
                  <a:srgbClr val="0070C0"/>
                </a:solidFill>
              </a:rPr>
              <a:t> </a:t>
            </a:r>
            <a:r>
              <a:rPr lang="nl-BE" dirty="0" err="1">
                <a:solidFill>
                  <a:srgbClr val="0070C0"/>
                </a:solidFill>
              </a:rPr>
              <a:t>squared</a:t>
            </a:r>
            <a:r>
              <a:rPr lang="nl-BE" dirty="0">
                <a:solidFill>
                  <a:srgbClr val="0070C0"/>
                </a:solidFill>
              </a:rPr>
              <a:t>) </a:t>
            </a:r>
          </a:p>
          <a:p>
            <a:pPr lvl="1"/>
            <a:r>
              <a:rPr lang="nl-BE" dirty="0"/>
              <a:t>Statistical </a:t>
            </a:r>
            <a:r>
              <a:rPr lang="nl-BE" dirty="0" err="1"/>
              <a:t>measurement</a:t>
            </a:r>
            <a:endParaRPr lang="nl-BE" dirty="0"/>
          </a:p>
          <a:p>
            <a:pPr lvl="1"/>
            <a:r>
              <a:rPr lang="nl-BE" dirty="0"/>
              <a:t>Takes </a:t>
            </a:r>
            <a:r>
              <a:rPr lang="nl-BE" dirty="0" err="1"/>
              <a:t>the</a:t>
            </a:r>
            <a:r>
              <a:rPr lang="nl-BE" dirty="0"/>
              <a:t> spread of </a:t>
            </a:r>
            <a:r>
              <a:rPr lang="nl-BE" dirty="0" err="1"/>
              <a:t>the</a:t>
            </a:r>
            <a:r>
              <a:rPr lang="nl-BE" dirty="0"/>
              <a:t> datapoints </a:t>
            </a:r>
            <a:r>
              <a:rPr lang="nl-BE" dirty="0" err="1"/>
              <a:t>into</a:t>
            </a:r>
            <a:r>
              <a:rPr lang="nl-BE" dirty="0"/>
              <a:t> account</a:t>
            </a:r>
          </a:p>
          <a:p>
            <a:pPr lvl="2"/>
            <a:r>
              <a:rPr lang="nl-BE" dirty="0"/>
              <a:t>How well does </a:t>
            </a:r>
            <a:r>
              <a:rPr lang="nl-BE" dirty="0" err="1"/>
              <a:t>your</a:t>
            </a:r>
            <a:r>
              <a:rPr lang="nl-BE" dirty="0"/>
              <a:t> model </a:t>
            </a:r>
            <a:r>
              <a:rPr lang="nl-BE" dirty="0">
                <a:solidFill>
                  <a:srgbClr val="0070C0"/>
                </a:solidFill>
              </a:rPr>
              <a:t>fit </a:t>
            </a:r>
            <a:r>
              <a:rPr lang="nl-BE" dirty="0" err="1">
                <a:solidFill>
                  <a:srgbClr val="0070C0"/>
                </a:solidFill>
              </a:rPr>
              <a:t>the</a:t>
            </a:r>
            <a:r>
              <a:rPr lang="nl-BE" dirty="0">
                <a:solidFill>
                  <a:srgbClr val="0070C0"/>
                </a:solidFill>
              </a:rPr>
              <a:t> spread </a:t>
            </a:r>
            <a:r>
              <a:rPr lang="nl-BE" dirty="0"/>
              <a:t>of </a:t>
            </a:r>
            <a:r>
              <a:rPr lang="nl-BE" dirty="0" err="1"/>
              <a:t>your</a:t>
            </a:r>
            <a:r>
              <a:rPr lang="nl-BE" dirty="0"/>
              <a:t> datapoints? In %</a:t>
            </a:r>
          </a:p>
          <a:p>
            <a:pPr lvl="2"/>
            <a:endParaRPr lang="nl-BE" dirty="0"/>
          </a:p>
          <a:p>
            <a:pPr marL="723900" lvl="2" indent="0">
              <a:buNone/>
            </a:pPr>
            <a:r>
              <a:rPr lang="nl-BE" dirty="0"/>
              <a:t>					</a:t>
            </a:r>
          </a:p>
          <a:p>
            <a:pPr marL="723900" lvl="2" indent="0">
              <a:buNone/>
            </a:pPr>
            <a:r>
              <a:rPr lang="nl-BE" dirty="0"/>
              <a:t>R</a:t>
            </a:r>
            <a:r>
              <a:rPr lang="nl-BE" baseline="30000" dirty="0"/>
              <a:t>2</a:t>
            </a:r>
            <a:r>
              <a:rPr lang="nl-BE" dirty="0"/>
              <a:t>: </a:t>
            </a:r>
            <a:r>
              <a:rPr lang="nl-BE" sz="2000" dirty="0"/>
              <a:t>15%</a:t>
            </a:r>
            <a:r>
              <a:rPr lang="nl-BE" dirty="0"/>
              <a:t>					R</a:t>
            </a:r>
            <a:r>
              <a:rPr lang="nl-BE" baseline="30000" dirty="0"/>
              <a:t>2</a:t>
            </a:r>
            <a:r>
              <a:rPr lang="nl-BE" dirty="0"/>
              <a:t>: </a:t>
            </a:r>
            <a:r>
              <a:rPr lang="nl-BE" sz="2000" dirty="0"/>
              <a:t>85%</a:t>
            </a:r>
            <a:endParaRPr lang="nl-BE" dirty="0"/>
          </a:p>
          <a:p>
            <a:endParaRPr lang="en-US" dirty="0"/>
          </a:p>
        </p:txBody>
      </p:sp>
      <p:pic>
        <p:nvPicPr>
          <p:cNvPr id="5" name="Picture 2" descr="Graph that illustrates a regression model with a low R-squared.">
            <a:extLst>
              <a:ext uri="{FF2B5EF4-FFF2-40B4-BE49-F238E27FC236}">
                <a16:creationId xmlns:a16="http://schemas.microsoft.com/office/drawing/2014/main" id="{79270C2E-9492-125B-B648-104521923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242" y="4468425"/>
            <a:ext cx="28575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Graph that illustrates a model with a high R-squared.">
            <a:extLst>
              <a:ext uri="{FF2B5EF4-FFF2-40B4-BE49-F238E27FC236}">
                <a16:creationId xmlns:a16="http://schemas.microsoft.com/office/drawing/2014/main" id="{23A5C97D-AE03-79C0-58D7-73E4CBF90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602" y="4306118"/>
            <a:ext cx="285750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fbeeldingsresultaat voor mse loss">
            <a:extLst>
              <a:ext uri="{FF2B5EF4-FFF2-40B4-BE49-F238E27FC236}">
                <a16:creationId xmlns:a16="http://schemas.microsoft.com/office/drawing/2014/main" id="{D397ED0D-14CC-EE99-E0F1-7B28F94F7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8358" y="1453913"/>
            <a:ext cx="3815283" cy="1675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ultiple Linear Regression-Beginner&amp;#39;s Guide | by Arnav Oberoi | Towards  Data Science">
            <a:extLst>
              <a:ext uri="{FF2B5EF4-FFF2-40B4-BE49-F238E27FC236}">
                <a16:creationId xmlns:a16="http://schemas.microsoft.com/office/drawing/2014/main" id="{A1976859-B543-C411-05A4-E0F31F93E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5448300"/>
            <a:ext cx="22860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625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E1F0B1-42A2-1393-A67C-5B8F278B49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24</a:t>
            </a:fld>
            <a:endParaRPr lang="en-B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D8A7D2-78A5-839A-C83D-5934C4CF0A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72" b="22349"/>
          <a:stretch/>
        </p:blipFill>
        <p:spPr bwMode="auto">
          <a:xfrm>
            <a:off x="2453467" y="862425"/>
            <a:ext cx="6622783" cy="3003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5F8A8F-FDC7-2862-4584-FB628AEA3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287" y="4032490"/>
            <a:ext cx="3690660" cy="26305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5BAA63-ABBC-6667-A68A-EB592EA0B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4003275"/>
            <a:ext cx="3690660" cy="268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45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3B979-9942-4AF5-627A-FCE820454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Regression: Model Performance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A01FF9-7FBA-CA45-36A8-F7E9C8726E8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25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0C6285-B2C4-A5CD-875F-662CBB49DBD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>
                <a:solidFill>
                  <a:srgbClr val="0070C0"/>
                </a:solidFill>
              </a:rPr>
              <a:t>R</a:t>
            </a:r>
            <a:r>
              <a:rPr lang="nl-BE" baseline="30000">
                <a:solidFill>
                  <a:srgbClr val="0070C0"/>
                </a:solidFill>
              </a:rPr>
              <a:t>2</a:t>
            </a:r>
            <a:r>
              <a:rPr lang="nl-BE">
                <a:solidFill>
                  <a:srgbClr val="0070C0"/>
                </a:solidFill>
              </a:rPr>
              <a:t> (residuals squared) </a:t>
            </a:r>
          </a:p>
          <a:p>
            <a:pPr lvl="1"/>
            <a:r>
              <a:rPr lang="nl-BE"/>
              <a:t>Used to compare different models, on how well they explain the variance in the data </a:t>
            </a:r>
          </a:p>
          <a:p>
            <a:endParaRPr lang="en-US"/>
          </a:p>
        </p:txBody>
      </p:sp>
      <p:pic>
        <p:nvPicPr>
          <p:cNvPr id="1026" name="Picture 2" descr="Linear versus non-linear regression: What should be considered?">
            <a:extLst>
              <a:ext uri="{FF2B5EF4-FFF2-40B4-BE49-F238E27FC236}">
                <a16:creationId xmlns:a16="http://schemas.microsoft.com/office/drawing/2014/main" id="{CF1FDA89-2DD6-645E-6137-AACC125E73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59"/>
          <a:stretch/>
        </p:blipFill>
        <p:spPr bwMode="auto">
          <a:xfrm>
            <a:off x="6227321" y="3340615"/>
            <a:ext cx="5823394" cy="3004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Really is R2-Score in Linear Regression? | by Benjamin Obi Tayo Ph.D.  | Medium">
            <a:extLst>
              <a:ext uri="{FF2B5EF4-FFF2-40B4-BE49-F238E27FC236}">
                <a16:creationId xmlns:a16="http://schemas.microsoft.com/office/drawing/2014/main" id="{784055C9-00A8-1956-AFE4-9FD108885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763" y="2834068"/>
            <a:ext cx="4361731" cy="371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801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F5B2C-0AA5-FF13-19B6-CFE6D439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 to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4D9B7-FDEC-00F5-23EF-C630571BF42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26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B0B04-4B47-E7C5-AEC0-4E509A4C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094" y="2479656"/>
            <a:ext cx="2995050" cy="2736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9D2A61-DA5E-83E3-7652-E33DC6447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814" y="2490042"/>
            <a:ext cx="2656862" cy="2736080"/>
          </a:xfrm>
          <a:prstGeom prst="rect">
            <a:avLst/>
          </a:prstGeom>
        </p:spPr>
      </p:pic>
      <p:pic>
        <p:nvPicPr>
          <p:cNvPr id="1026" name="Picture 2" descr="Create Interactive Presentations with Wooclap and engage Your Audience">
            <a:extLst>
              <a:ext uri="{FF2B5EF4-FFF2-40B4-BE49-F238E27FC236}">
                <a16:creationId xmlns:a16="http://schemas.microsoft.com/office/drawing/2014/main" id="{4E5F28FD-CD75-83B7-EC5D-C2D2952C2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72" y="3429000"/>
            <a:ext cx="3739053" cy="83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511644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3E55A3DCE2A4A8BC759CAA7D96FE2" ma:contentTypeVersion="12" ma:contentTypeDescription="Create a new document." ma:contentTypeScope="" ma:versionID="c3b87d41c71445f2c7cb767049c78ec0">
  <xsd:schema xmlns:xsd="http://www.w3.org/2001/XMLSchema" xmlns:xs="http://www.w3.org/2001/XMLSchema" xmlns:p="http://schemas.microsoft.com/office/2006/metadata/properties" xmlns:ns2="254ef4c1-7c04-4bd8-aace-2dac36451d1b" xmlns:ns3="1946ab53-a53d-4984-8df3-e4b9666a144b" targetNamespace="http://schemas.microsoft.com/office/2006/metadata/properties" ma:root="true" ma:fieldsID="ff554c3c8e4329415e1c50f5978e6a47" ns2:_="" ns3:_="">
    <xsd:import namespace="254ef4c1-7c04-4bd8-aace-2dac36451d1b"/>
    <xsd:import namespace="1946ab53-a53d-4984-8df3-e4b9666a14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ef4c1-7c04-4bd8-aace-2dac3645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721e9acf-806b-4a87-936d-d2c26601fefc}" ma:internalName="TaxCatchAll" ma:showField="CatchAllData" ma:web="254ef4c1-7c04-4bd8-aace-2dac3645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ab53-a53d-4984-8df3-e4b9666a14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4ef4c1-7c04-4bd8-aace-2dac36451d1b" xsi:nil="true"/>
    <lcf76f155ced4ddcb4097134ff3c332f xmlns="1946ab53-a53d-4984-8df3-e4b9666a144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EF84DE-A9E1-41BA-A1A9-89715600EE7E}">
  <ds:schemaRefs>
    <ds:schemaRef ds:uri="1946ab53-a53d-4984-8df3-e4b9666a144b"/>
    <ds:schemaRef ds:uri="254ef4c1-7c04-4bd8-aace-2dac36451d1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8B92E74-0DAA-4211-914A-CE18DD5C2D9B}">
  <ds:schemaRefs>
    <ds:schemaRef ds:uri="1946ab53-a53d-4984-8df3-e4b9666a144b"/>
    <ds:schemaRef ds:uri="254ef4c1-7c04-4bd8-aace-2dac36451d1b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725</Words>
  <Application>Microsoft Office PowerPoint</Application>
  <PresentationFormat>Widescreen</PresentationFormat>
  <Paragraphs>132</Paragraphs>
  <Slides>26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Century Gothic</vt:lpstr>
      <vt:lpstr>Wingdings</vt:lpstr>
      <vt:lpstr>WIT</vt:lpstr>
      <vt:lpstr>ORANJE</vt:lpstr>
      <vt:lpstr>BLAUW</vt:lpstr>
      <vt:lpstr>Artificial Intelligence</vt:lpstr>
      <vt:lpstr>Types of ML algorithms</vt:lpstr>
      <vt:lpstr>Supervised Learning (with labels)</vt:lpstr>
      <vt:lpstr>Hyperplanes Classification versus Regression</vt:lpstr>
      <vt:lpstr>Model Fit: data sets</vt:lpstr>
      <vt:lpstr>Model Fit: model complexity Bias Variance Tradeoff</vt:lpstr>
      <vt:lpstr>Encoding data</vt:lpstr>
      <vt:lpstr>Classification: Decision Tree </vt:lpstr>
      <vt:lpstr>‘Purity’ of a data set</vt:lpstr>
      <vt:lpstr>Information Gain</vt:lpstr>
      <vt:lpstr>Evaluation: Confusion Matrix</vt:lpstr>
      <vt:lpstr>Random Forest Data + Feature bagging</vt:lpstr>
      <vt:lpstr>Machine Learning</vt:lpstr>
      <vt:lpstr>PowerPoint Presentation</vt:lpstr>
      <vt:lpstr>Linear Regression (Mathematical View)</vt:lpstr>
      <vt:lpstr>Linear Regression (1-dim, 1 feature)</vt:lpstr>
      <vt:lpstr>Minimizing the error (residuals)</vt:lpstr>
      <vt:lpstr>(Multiple) Linear Regression  (n-dim, n features)</vt:lpstr>
      <vt:lpstr>Polynomial Regression (Out of Scope)</vt:lpstr>
      <vt:lpstr>Regression Modeling</vt:lpstr>
      <vt:lpstr>Wrangling data = Hardest thing</vt:lpstr>
      <vt:lpstr>Regression Modeling</vt:lpstr>
      <vt:lpstr>Regression: Model Performance</vt:lpstr>
      <vt:lpstr>PowerPoint Presentation</vt:lpstr>
      <vt:lpstr>Regression: Model Performance</vt:lpstr>
      <vt:lpstr>Over to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Bram Heyns</cp:lastModifiedBy>
  <cp:revision>1</cp:revision>
  <cp:lastPrinted>2023-01-03T10:29:33Z</cp:lastPrinted>
  <dcterms:created xsi:type="dcterms:W3CDTF">2022-09-05T06:43:33Z</dcterms:created>
  <dcterms:modified xsi:type="dcterms:W3CDTF">2025-03-03T19:54:07Z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2023-07-26T10:00:37Z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f7b68f83-8ae1-441f-892d-75981bb0c885</vt:lpwstr>
  </property>
  <property fmtid="{D5CDD505-2E9C-101B-9397-08002B2CF9AE}" pid="10" name="MSIP_Label_c337be75-dfbb-4261-9834-ac247c7dde13_ContentBits">
    <vt:lpwstr>0</vt:lpwstr>
  </property>
</Properties>
</file>