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42" r:id="rId5"/>
    <p:sldMasterId id="2147483887" r:id="rId6"/>
  </p:sldMasterIdLst>
  <p:notesMasterIdLst>
    <p:notesMasterId r:id="rId42"/>
  </p:notesMasterIdLst>
  <p:handoutMasterIdLst>
    <p:handoutMasterId r:id="rId43"/>
  </p:handoutMasterIdLst>
  <p:sldIdLst>
    <p:sldId id="256" r:id="rId7"/>
    <p:sldId id="277" r:id="rId8"/>
    <p:sldId id="278" r:id="rId9"/>
    <p:sldId id="279" r:id="rId10"/>
    <p:sldId id="276" r:id="rId11"/>
    <p:sldId id="257" r:id="rId12"/>
    <p:sldId id="280" r:id="rId13"/>
    <p:sldId id="281" r:id="rId14"/>
    <p:sldId id="283" r:id="rId15"/>
    <p:sldId id="284" r:id="rId16"/>
    <p:sldId id="285" r:id="rId17"/>
    <p:sldId id="282" r:id="rId18"/>
    <p:sldId id="287" r:id="rId19"/>
    <p:sldId id="288" r:id="rId20"/>
    <p:sldId id="289" r:id="rId21"/>
    <p:sldId id="290" r:id="rId22"/>
    <p:sldId id="291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286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275" r:id="rId41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6432"/>
    <a:srgbClr val="F2F5F8"/>
    <a:srgbClr val="000000"/>
    <a:srgbClr val="F04619"/>
    <a:srgbClr val="E8EBEE"/>
    <a:srgbClr val="000A1E"/>
    <a:srgbClr val="00283C"/>
    <a:srgbClr val="DEE1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C9C889-DF62-4293-A164-BECB6ED3D4A7}" v="1" dt="2026-02-12T14:23:25.0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68"/>
    <p:restoredTop sz="91359"/>
  </p:normalViewPr>
  <p:slideViewPr>
    <p:cSldViewPr snapToGrid="0">
      <p:cViewPr>
        <p:scale>
          <a:sx n="100" d="100"/>
          <a:sy n="100" d="100"/>
        </p:scale>
        <p:origin x="13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336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handoutMaster" Target="handoutMasters/handout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theme" Target="theme/theme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 Van Wolputte" userId="53954008-e772-4081-b24d-77d1e8f1f00e" providerId="ADAL" clId="{9DAD53CA-9D64-4FF1-A08B-480992E60BE2}"/>
    <pc:docChg chg="custSel modSld">
      <pc:chgData name="Stef Van Wolputte" userId="53954008-e772-4081-b24d-77d1e8f1f00e" providerId="ADAL" clId="{9DAD53CA-9D64-4FF1-A08B-480992E60BE2}" dt="2026-02-12T14:31:36.816" v="9" actId="478"/>
      <pc:docMkLst>
        <pc:docMk/>
      </pc:docMkLst>
      <pc:sldChg chg="delSp mod">
        <pc:chgData name="Stef Van Wolputte" userId="53954008-e772-4081-b24d-77d1e8f1f00e" providerId="ADAL" clId="{9DAD53CA-9D64-4FF1-A08B-480992E60BE2}" dt="2026-02-12T14:21:45.782" v="2" actId="478"/>
        <pc:sldMkLst>
          <pc:docMk/>
          <pc:sldMk cId="1755898384" sldId="286"/>
        </pc:sldMkLst>
        <pc:spChg chg="del">
          <ac:chgData name="Stef Van Wolputte" userId="53954008-e772-4081-b24d-77d1e8f1f00e" providerId="ADAL" clId="{9DAD53CA-9D64-4FF1-A08B-480992E60BE2}" dt="2026-02-12T14:21:44.678" v="1" actId="478"/>
          <ac:spMkLst>
            <pc:docMk/>
            <pc:sldMk cId="1755898384" sldId="286"/>
            <ac:spMk id="2" creationId="{EECAAD41-1652-0F02-A2B8-06A522C1318A}"/>
          </ac:spMkLst>
        </pc:spChg>
        <pc:spChg chg="del">
          <ac:chgData name="Stef Van Wolputte" userId="53954008-e772-4081-b24d-77d1e8f1f00e" providerId="ADAL" clId="{9DAD53CA-9D64-4FF1-A08B-480992E60BE2}" dt="2026-02-12T14:21:45.782" v="2" actId="478"/>
          <ac:spMkLst>
            <pc:docMk/>
            <pc:sldMk cId="1755898384" sldId="286"/>
            <ac:spMk id="4" creationId="{BD906DE5-0BC4-97AA-E3BD-41DD7E91A04E}"/>
          </ac:spMkLst>
        </pc:spChg>
      </pc:sldChg>
      <pc:sldChg chg="delSp mod">
        <pc:chgData name="Stef Van Wolputte" userId="53954008-e772-4081-b24d-77d1e8f1f00e" providerId="ADAL" clId="{9DAD53CA-9D64-4FF1-A08B-480992E60BE2}" dt="2026-02-12T14:15:33.077" v="0" actId="478"/>
        <pc:sldMkLst>
          <pc:docMk/>
          <pc:sldMk cId="272553522" sldId="287"/>
        </pc:sldMkLst>
        <pc:spChg chg="del">
          <ac:chgData name="Stef Van Wolputte" userId="53954008-e772-4081-b24d-77d1e8f1f00e" providerId="ADAL" clId="{9DAD53CA-9D64-4FF1-A08B-480992E60BE2}" dt="2026-02-12T14:15:33.077" v="0" actId="478"/>
          <ac:spMkLst>
            <pc:docMk/>
            <pc:sldMk cId="272553522" sldId="287"/>
            <ac:spMk id="4" creationId="{5D725855-EF3C-37B1-675A-B1B65D662F1C}"/>
          </ac:spMkLst>
        </pc:spChg>
      </pc:sldChg>
      <pc:sldChg chg="delSp mod">
        <pc:chgData name="Stef Van Wolputte" userId="53954008-e772-4081-b24d-77d1e8f1f00e" providerId="ADAL" clId="{9DAD53CA-9D64-4FF1-A08B-480992E60BE2}" dt="2026-02-12T14:21:59.279" v="3" actId="478"/>
        <pc:sldMkLst>
          <pc:docMk/>
          <pc:sldMk cId="2899597748" sldId="300"/>
        </pc:sldMkLst>
        <pc:spChg chg="del">
          <ac:chgData name="Stef Van Wolputte" userId="53954008-e772-4081-b24d-77d1e8f1f00e" providerId="ADAL" clId="{9DAD53CA-9D64-4FF1-A08B-480992E60BE2}" dt="2026-02-12T14:21:59.279" v="3" actId="478"/>
          <ac:spMkLst>
            <pc:docMk/>
            <pc:sldMk cId="2899597748" sldId="300"/>
            <ac:spMk id="4" creationId="{E17C12C4-6898-9CC8-DD43-FF3CA3E915F1}"/>
          </ac:spMkLst>
        </pc:spChg>
      </pc:sldChg>
      <pc:sldChg chg="modSp mod">
        <pc:chgData name="Stef Van Wolputte" userId="53954008-e772-4081-b24d-77d1e8f1f00e" providerId="ADAL" clId="{9DAD53CA-9D64-4FF1-A08B-480992E60BE2}" dt="2026-02-12T14:22:26.056" v="7" actId="14100"/>
        <pc:sldMkLst>
          <pc:docMk/>
          <pc:sldMk cId="937785246" sldId="302"/>
        </pc:sldMkLst>
        <pc:picChg chg="mod">
          <ac:chgData name="Stef Van Wolputte" userId="53954008-e772-4081-b24d-77d1e8f1f00e" providerId="ADAL" clId="{9DAD53CA-9D64-4FF1-A08B-480992E60BE2}" dt="2026-02-12T14:22:26.056" v="7" actId="14100"/>
          <ac:picMkLst>
            <pc:docMk/>
            <pc:sldMk cId="937785246" sldId="302"/>
            <ac:picMk id="8" creationId="{4E9DC848-FC8D-E83C-6261-D4DE747E4FBA}"/>
          </ac:picMkLst>
        </pc:picChg>
      </pc:sldChg>
      <pc:sldChg chg="modSp">
        <pc:chgData name="Stef Van Wolputte" userId="53954008-e772-4081-b24d-77d1e8f1f00e" providerId="ADAL" clId="{9DAD53CA-9D64-4FF1-A08B-480992E60BE2}" dt="2026-02-12T14:23:25.006" v="8" actId="1076"/>
        <pc:sldMkLst>
          <pc:docMk/>
          <pc:sldMk cId="877483560" sldId="303"/>
        </pc:sldMkLst>
        <pc:picChg chg="mod">
          <ac:chgData name="Stef Van Wolputte" userId="53954008-e772-4081-b24d-77d1e8f1f00e" providerId="ADAL" clId="{9DAD53CA-9D64-4FF1-A08B-480992E60BE2}" dt="2026-02-12T14:23:25.006" v="8" actId="1076"/>
          <ac:picMkLst>
            <pc:docMk/>
            <pc:sldMk cId="877483560" sldId="303"/>
            <ac:picMk id="8" creationId="{07E3D272-8757-A46C-7D22-AABF5966E391}"/>
          </ac:picMkLst>
        </pc:picChg>
      </pc:sldChg>
      <pc:sldChg chg="delSp mod">
        <pc:chgData name="Stef Van Wolputte" userId="53954008-e772-4081-b24d-77d1e8f1f00e" providerId="ADAL" clId="{9DAD53CA-9D64-4FF1-A08B-480992E60BE2}" dt="2026-02-12T14:31:36.816" v="9" actId="478"/>
        <pc:sldMkLst>
          <pc:docMk/>
          <pc:sldMk cId="3037715959" sldId="305"/>
        </pc:sldMkLst>
        <pc:spChg chg="del">
          <ac:chgData name="Stef Van Wolputte" userId="53954008-e772-4081-b24d-77d1e8f1f00e" providerId="ADAL" clId="{9DAD53CA-9D64-4FF1-A08B-480992E60BE2}" dt="2026-02-12T14:31:36.816" v="9" actId="478"/>
          <ac:spMkLst>
            <pc:docMk/>
            <pc:sldMk cId="3037715959" sldId="305"/>
            <ac:spMk id="4" creationId="{160FDDEF-4912-A3A9-CA9F-249FBC80629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A48A47-6F86-D356-ACBD-0D844FD912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28466-DAF5-54C0-BFF8-A25664BB3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964AC-A196-9C4B-919C-AE1BA74BA2FA}" type="datetimeFigureOut">
              <a:rPr lang="en-BE" smtClean="0"/>
              <a:t>02/16/2026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8CF3F-EC6F-E90E-AD7C-33D0FB6905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6A4AB-6A5E-CA7E-FEEA-3AAD53032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85AF-D26E-7D48-A14F-8297A1F24B9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324476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4FA4B-84DA-7E48-8B60-FE26A9A71E4A}" type="datetimeFigureOut">
              <a:rPr lang="en-BE" smtClean="0"/>
              <a:t>02/16/2026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BED02-5B17-F240-BA3D-A18F101907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347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23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96902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12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7" Type="http://schemas.openxmlformats.org/officeDocument/2006/relationships/image" Target="../media/image59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8.png"/><Relationship Id="rId5" Type="http://schemas.openxmlformats.org/officeDocument/2006/relationships/image" Target="../media/image57.svg"/><Relationship Id="rId4" Type="http://schemas.openxmlformats.org/officeDocument/2006/relationships/image" Target="../media/image56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5.svg"/><Relationship Id="rId4" Type="http://schemas.openxmlformats.org/officeDocument/2006/relationships/image" Target="../media/image64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7" Type="http://schemas.openxmlformats.org/officeDocument/2006/relationships/image" Target="../media/image69.svg"/><Relationship Id="rId2" Type="http://schemas.openxmlformats.org/officeDocument/2006/relationships/image" Target="../media/image6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8.png"/><Relationship Id="rId5" Type="http://schemas.openxmlformats.org/officeDocument/2006/relationships/image" Target="../media/image68.svg"/><Relationship Id="rId4" Type="http://schemas.openxmlformats.org/officeDocument/2006/relationships/image" Target="../media/image56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image" Target="../media/image70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image" Target="../media/image7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image" Target="../media/image74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svg"/><Relationship Id="rId2" Type="http://schemas.openxmlformats.org/officeDocument/2006/relationships/image" Target="../media/image76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svg"/><Relationship Id="rId2" Type="http://schemas.openxmlformats.org/officeDocument/2006/relationships/image" Target="../media/image80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2" Type="http://schemas.openxmlformats.org/officeDocument/2006/relationships/image" Target="../media/image82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svg"/><Relationship Id="rId2" Type="http://schemas.openxmlformats.org/officeDocument/2006/relationships/image" Target="../media/image84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svg"/><Relationship Id="rId7" Type="http://schemas.openxmlformats.org/officeDocument/2006/relationships/image" Target="../media/image91.svg"/><Relationship Id="rId2" Type="http://schemas.openxmlformats.org/officeDocument/2006/relationships/image" Target="../media/image8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0.png"/><Relationship Id="rId5" Type="http://schemas.openxmlformats.org/officeDocument/2006/relationships/image" Target="../media/image89.svg"/><Relationship Id="rId4" Type="http://schemas.openxmlformats.org/officeDocument/2006/relationships/image" Target="../media/image88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svg"/><Relationship Id="rId2" Type="http://schemas.openxmlformats.org/officeDocument/2006/relationships/image" Target="../media/image92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svg"/><Relationship Id="rId2" Type="http://schemas.openxmlformats.org/officeDocument/2006/relationships/image" Target="../media/image94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7.svg"/><Relationship Id="rId4" Type="http://schemas.openxmlformats.org/officeDocument/2006/relationships/image" Target="../media/image96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7" Type="http://schemas.openxmlformats.org/officeDocument/2006/relationships/image" Target="../media/image103.svg"/><Relationship Id="rId2" Type="http://schemas.openxmlformats.org/officeDocument/2006/relationships/image" Target="../media/image9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2.png"/><Relationship Id="rId5" Type="http://schemas.openxmlformats.org/officeDocument/2006/relationships/image" Target="../media/image101.svg"/><Relationship Id="rId4" Type="http://schemas.openxmlformats.org/officeDocument/2006/relationships/image" Target="../media/image100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svg"/><Relationship Id="rId2" Type="http://schemas.openxmlformats.org/officeDocument/2006/relationships/image" Target="../media/image84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svg"/><Relationship Id="rId2" Type="http://schemas.openxmlformats.org/officeDocument/2006/relationships/image" Target="../media/image105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svg"/><Relationship Id="rId2" Type="http://schemas.openxmlformats.org/officeDocument/2006/relationships/image" Target="../media/image107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svg"/><Relationship Id="rId2" Type="http://schemas.openxmlformats.org/officeDocument/2006/relationships/image" Target="../media/image109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svg"/><Relationship Id="rId2" Type="http://schemas.openxmlformats.org/officeDocument/2006/relationships/image" Target="../media/image111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svg"/><Relationship Id="rId2" Type="http://schemas.openxmlformats.org/officeDocument/2006/relationships/image" Target="../media/image88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8000" y="0"/>
            <a:ext cx="9054000" cy="63492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00038E0-F866-4A69-B012-FC3E7C7DBCA8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13" name="Graphic 10">
            <a:extLst>
              <a:ext uri="{FF2B5EF4-FFF2-40B4-BE49-F238E27FC236}">
                <a16:creationId xmlns:a16="http://schemas.microsoft.com/office/drawing/2014/main" id="{51DE751A-7A3F-D6AE-25C3-644EB1427392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276C2D8-1CCA-9313-263C-BE7BA6F030B8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400BD0D-DF42-6125-4F75-BB6A1C417CD6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A7A548C-8071-4F5D-70A2-09A363BF8933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23262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EA93CC7-CB38-F753-0C0A-4EAB7D04B0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678" r="4678"/>
          <a:stretch/>
        </p:blipFill>
        <p:spPr>
          <a:xfrm rot="16200000">
            <a:off x="1831619" y="1988678"/>
            <a:ext cx="6858001" cy="2880641"/>
          </a:xfrm>
          <a:prstGeom prst="rect">
            <a:avLst/>
          </a:prstGeom>
        </p:spPr>
      </p:pic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7347535-7C29-4646-AB4B-AD7ADFA1EC5F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62E49E7A-EE26-A574-2BA6-A1CF5C72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795738C-D898-0393-BB68-B238B64871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74C591E6-C00F-C1F8-15EB-0920318EC326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8009DB-9DEC-C761-9F63-AC972B2A09CA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810AE74-A69E-D715-56F3-5934FF11CC3B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1692126-DA4E-887C-E99A-721D7737DEEE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69856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5A89896-58EE-8464-A751-8F33290BB5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28389A-8E1A-4609-B4BC-942E1F741D2F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047733E-2976-B52B-F6B8-AF7CF9BA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52F8-66D0-2ED7-AEF5-991CDEC4A8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A6CE125F-0F09-D531-5906-DEE0024F18E4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E78C081-D567-7110-4A41-1A106EB861C8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E94E96B-BC8A-D329-00CE-7254A5A50072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0B32232-9825-CD76-B211-D98D150D7235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79469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360C0742-7C35-27FD-F7B8-B99B49F84C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19343" y="1589213"/>
            <a:ext cx="5849106" cy="369620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A4F9D45-4BC8-F585-6E92-6C3F5C5437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3999" b="-3999"/>
          <a:stretch/>
        </p:blipFill>
        <p:spPr>
          <a:xfrm rot="16200000">
            <a:off x="4369743" y="2280680"/>
            <a:ext cx="5635107" cy="232458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C1CF9E8-50DB-4488-EFA2-5FA20DBAE5B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29600" y="614106"/>
            <a:ext cx="2149200" cy="5646421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5916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F563783-9E54-4A64-80E3-C85DCD4FA97B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90687BDE-65F0-63E5-1105-A00136C531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94D70C5-D4C5-2489-9430-B8D8DF7B1E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7C667DC1-8C62-66BF-8EEA-889500EEA890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DD7C630-260D-36FF-BAE9-C1F1BB9E2B49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BF7592A-9691-35B4-4CD1-0397D220854F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7E52044-89B3-E563-3C67-AE2A7B60C1CF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98869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1DAEDD1-911A-2B51-32FA-649207F2BB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A08EFC0-135F-2AF7-5FCD-DA748AFBC5E3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DC542420-B007-8E8A-7AEF-F8F9BB58BDE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B152DDB2-B7AF-F076-4764-CFB5ED0B26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D50E6-C455-3BD2-FB90-1941D47E4A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DEB0BF-4650-4617-A2D9-19BC8C46AAF1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6170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44E15D9-B904-6C23-DB9B-FE96682149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738"/>
          <a:stretch>
            <a:fillRect/>
          </a:stretch>
        </p:blipFill>
        <p:spPr>
          <a:xfrm rot="10800000">
            <a:off x="0" y="0"/>
            <a:ext cx="4708559" cy="3150972"/>
          </a:xfrm>
          <a:custGeom>
            <a:avLst/>
            <a:gdLst>
              <a:gd name="connsiteX0" fmla="*/ 4708559 w 4708559"/>
              <a:gd name="connsiteY0" fmla="*/ 3150972 h 3150972"/>
              <a:gd name="connsiteX1" fmla="*/ 0 w 4708559"/>
              <a:gd name="connsiteY1" fmla="*/ 3150972 h 3150972"/>
              <a:gd name="connsiteX2" fmla="*/ 0 w 4708559"/>
              <a:gd name="connsiteY2" fmla="*/ 0 h 3150972"/>
              <a:gd name="connsiteX3" fmla="*/ 4708559 w 4708559"/>
              <a:gd name="connsiteY3" fmla="*/ 0 h 3150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8559" h="3150972">
                <a:moveTo>
                  <a:pt x="4708559" y="3150972"/>
                </a:moveTo>
                <a:lnTo>
                  <a:pt x="0" y="3150972"/>
                </a:lnTo>
                <a:lnTo>
                  <a:pt x="0" y="0"/>
                </a:lnTo>
                <a:lnTo>
                  <a:pt x="4708559" y="0"/>
                </a:lnTo>
                <a:close/>
              </a:path>
            </a:pathLst>
          </a:cu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2B2C1027-25E9-7F63-E632-F7240E70D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A4B26-B733-D3D1-F3E0-F9A9051B8E70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777EEE4-3753-4D64-AE46-551F2790F8A1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434D6-F1FA-3A98-1E04-92D18AADB17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3E560-C1B8-1228-8ADD-FA44100F7B20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672578-7A7F-6CAD-0B24-4E277903A7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50078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E48BC169-BE0A-CD52-B729-7A8321F2E6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754"/>
          <a:stretch>
            <a:fillRect/>
          </a:stretch>
        </p:blipFill>
        <p:spPr>
          <a:xfrm rot="10800000">
            <a:off x="-1" y="3348810"/>
            <a:ext cx="4694740" cy="3135330"/>
          </a:xfrm>
          <a:custGeom>
            <a:avLst/>
            <a:gdLst>
              <a:gd name="connsiteX0" fmla="*/ 4694740 w 4694740"/>
              <a:gd name="connsiteY0" fmla="*/ 3135330 h 3135330"/>
              <a:gd name="connsiteX1" fmla="*/ 0 w 4694740"/>
              <a:gd name="connsiteY1" fmla="*/ 3135330 h 3135330"/>
              <a:gd name="connsiteX2" fmla="*/ 0 w 4694740"/>
              <a:gd name="connsiteY2" fmla="*/ 0 h 3135330"/>
              <a:gd name="connsiteX3" fmla="*/ 4694740 w 4694740"/>
              <a:gd name="connsiteY3" fmla="*/ 0 h 313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4740" h="3135330">
                <a:moveTo>
                  <a:pt x="4694740" y="3135330"/>
                </a:moveTo>
                <a:lnTo>
                  <a:pt x="0" y="3135330"/>
                </a:lnTo>
                <a:lnTo>
                  <a:pt x="0" y="0"/>
                </a:lnTo>
                <a:lnTo>
                  <a:pt x="4694740" y="0"/>
                </a:lnTo>
                <a:close/>
              </a:path>
            </a:pathLst>
          </a:cu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386D47D-9BD0-FBED-100B-F2F2BC4967D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3326401"/>
            <a:ext cx="4708560" cy="3142274"/>
          </a:xfrm>
          <a:custGeom>
            <a:avLst/>
            <a:gdLst>
              <a:gd name="connsiteX0" fmla="*/ 0 w 4708560"/>
              <a:gd name="connsiteY0" fmla="*/ 0 h 3142274"/>
              <a:gd name="connsiteX1" fmla="*/ 4621478 w 4708560"/>
              <a:gd name="connsiteY1" fmla="*/ 0 h 3142274"/>
              <a:gd name="connsiteX2" fmla="*/ 4657818 w 4708560"/>
              <a:gd name="connsiteY2" fmla="*/ 141330 h 3142274"/>
              <a:gd name="connsiteX3" fmla="*/ 4708560 w 4708560"/>
              <a:gd name="connsiteY3" fmla="*/ 644682 h 3142274"/>
              <a:gd name="connsiteX4" fmla="*/ 2210967 w 4708560"/>
              <a:gd name="connsiteY4" fmla="*/ 3142274 h 3142274"/>
              <a:gd name="connsiteX5" fmla="*/ 14820 w 4708560"/>
              <a:gd name="connsiteY5" fmla="*/ 1835183 h 3142274"/>
              <a:gd name="connsiteX6" fmla="*/ 0 w 4708560"/>
              <a:gd name="connsiteY6" fmla="*/ 1804418 h 314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08560" h="3142274">
                <a:moveTo>
                  <a:pt x="0" y="0"/>
                </a:moveTo>
                <a:lnTo>
                  <a:pt x="4621478" y="0"/>
                </a:lnTo>
                <a:lnTo>
                  <a:pt x="4657818" y="141330"/>
                </a:lnTo>
                <a:cubicBezTo>
                  <a:pt x="4691088" y="303917"/>
                  <a:pt x="4708560" y="472259"/>
                  <a:pt x="4708560" y="644682"/>
                </a:cubicBezTo>
                <a:cubicBezTo>
                  <a:pt x="4708560" y="2024064"/>
                  <a:pt x="3590350" y="3142274"/>
                  <a:pt x="2210967" y="3142274"/>
                </a:cubicBezTo>
                <a:cubicBezTo>
                  <a:pt x="1262642" y="3142274"/>
                  <a:pt x="437761" y="2613745"/>
                  <a:pt x="14820" y="1835183"/>
                </a:cubicBezTo>
                <a:lnTo>
                  <a:pt x="0" y="1804418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E43CB1D-E6B5-D611-F75F-206B1D05B4DC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B2F6AC21-BFC3-4525-8B41-8B5913F62ABC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A547A-2B78-37DB-74F0-EE0495887A4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38182D-5335-28BB-0BA8-DC73BAA3A6F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2FF52-2606-D47E-1C09-77E2018FAD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738"/>
          <a:stretch>
            <a:fillRect/>
          </a:stretch>
        </p:blipFill>
        <p:spPr>
          <a:xfrm rot="10800000">
            <a:off x="0" y="0"/>
            <a:ext cx="4708559" cy="3150972"/>
          </a:xfrm>
          <a:custGeom>
            <a:avLst/>
            <a:gdLst>
              <a:gd name="connsiteX0" fmla="*/ 4708559 w 4708559"/>
              <a:gd name="connsiteY0" fmla="*/ 3150972 h 3150972"/>
              <a:gd name="connsiteX1" fmla="*/ 0 w 4708559"/>
              <a:gd name="connsiteY1" fmla="*/ 3150972 h 3150972"/>
              <a:gd name="connsiteX2" fmla="*/ 0 w 4708559"/>
              <a:gd name="connsiteY2" fmla="*/ 0 h 3150972"/>
              <a:gd name="connsiteX3" fmla="*/ 4708559 w 4708559"/>
              <a:gd name="connsiteY3" fmla="*/ 0 h 3150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8559" h="3150972">
                <a:moveTo>
                  <a:pt x="4708559" y="3150972"/>
                </a:moveTo>
                <a:lnTo>
                  <a:pt x="0" y="3150972"/>
                </a:lnTo>
                <a:lnTo>
                  <a:pt x="0" y="0"/>
                </a:lnTo>
                <a:lnTo>
                  <a:pt x="4708559" y="0"/>
                </a:lnTo>
                <a:close/>
              </a:path>
            </a:pathLst>
          </a:custGeom>
        </p:spPr>
      </p:pic>
      <p:sp>
        <p:nvSpPr>
          <p:cNvPr id="18" name="Title 6">
            <a:extLst>
              <a:ext uri="{FF2B5EF4-FFF2-40B4-BE49-F238E27FC236}">
                <a16:creationId xmlns:a16="http://schemas.microsoft.com/office/drawing/2014/main" id="{2CC2B56C-04C9-0097-B992-D4AAEE6D7B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E6BCAC9-8293-1EC8-1C6A-1B363C2F2B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97011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91063B6-E4BA-5CD4-29E1-3AA1B5D63796}"/>
              </a:ext>
            </a:extLst>
          </p:cNvPr>
          <p:cNvGrpSpPr/>
          <p:nvPr userDrawn="1"/>
        </p:nvGrpSpPr>
        <p:grpSpPr>
          <a:xfrm>
            <a:off x="6969945" y="625641"/>
            <a:ext cx="4491488" cy="5606717"/>
            <a:chOff x="6663337" y="0"/>
            <a:chExt cx="5010150" cy="6254161"/>
          </a:xfrm>
          <a:solidFill>
            <a:srgbClr val="E8EBEE"/>
          </a:solidFill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AD1644A2-6606-40CB-7F1B-E76D588DA8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663338" y="2113005"/>
              <a:ext cx="5010148" cy="1907584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1C2669B-5EAB-3BD5-6A25-2E074B1737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6663338" y="0"/>
              <a:ext cx="5010148" cy="190758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B60B2BAA-FF76-016A-AE82-B1E108A123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663337" y="4346577"/>
              <a:ext cx="5010150" cy="1907584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25D2273-F78E-9DB3-2A6F-BDDBC50814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CE6B1-CB1E-FD86-3DF8-A5E3CF56BEC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6D865C2-7BB3-49EE-851A-EE1F81E0825E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6E0A32-6236-FD89-54F3-32DAF68AAF66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 dirty="0" err="1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5FE8F9-875D-C106-3FC1-50AED466CC3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0A78055-FE2C-B041-C51B-52FDF9A6F16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7200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32AF3EB5-ACD0-6B09-1FF2-DEA60249A7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4238293" y="2126818"/>
            <a:ext cx="6903349" cy="260980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E949FA5-2A21-A3D7-3120-30E1A0CBA1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189" r="5189"/>
          <a:stretch/>
        </p:blipFill>
        <p:spPr>
          <a:xfrm rot="5400000">
            <a:off x="7316570" y="1982572"/>
            <a:ext cx="6858002" cy="2892857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A593D01-B366-1C7A-016D-3A952A425B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B727AB-7970-6A95-AC91-00F264411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DE3B9E7-321A-4E6C-8E9F-AD1E1D839DFB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grpSp>
        <p:nvGrpSpPr>
          <p:cNvPr id="3" name="Graphic 10">
            <a:extLst>
              <a:ext uri="{FF2B5EF4-FFF2-40B4-BE49-F238E27FC236}">
                <a16:creationId xmlns:a16="http://schemas.microsoft.com/office/drawing/2014/main" id="{E6D829A7-C904-8A9A-23A5-FCBB631672D1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4155CDF-5BB2-0B73-B13E-F402F1F0D016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24181C2-5222-6331-32FB-3046650FADA5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852D811-CBE1-B69B-7B4E-CF783C29DE54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3467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0C7DC0E9-206B-3EC5-5A9A-91594C0EE8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0447"/>
          <a:stretch/>
        </p:blipFill>
        <p:spPr>
          <a:xfrm rot="10800000">
            <a:off x="6675543" y="5426034"/>
            <a:ext cx="4761335" cy="143196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E0157AD-A891-A1AC-9563-C7000319F27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6421892" y="1787400"/>
            <a:ext cx="5204805" cy="32832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3BC9DF6-267F-1569-9F12-E1CB06A9EE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23396"/>
          <a:stretch/>
        </p:blipFill>
        <p:spPr>
          <a:xfrm rot="16200000">
            <a:off x="8317808" y="-1734057"/>
            <a:ext cx="1427412" cy="4895522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22AABF0-1A3A-478C-9148-A8AF51AC8D47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89CA-1E5F-6B52-C912-30D9822E4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2E70A7-2C48-50B1-8E87-713A1B946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grpSp>
        <p:nvGrpSpPr>
          <p:cNvPr id="10" name="Graphic 10">
            <a:extLst>
              <a:ext uri="{FF2B5EF4-FFF2-40B4-BE49-F238E27FC236}">
                <a16:creationId xmlns:a16="http://schemas.microsoft.com/office/drawing/2014/main" id="{0F6ABC66-C52D-493A-4A02-B555F6CEE446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5B06E84-D286-23DC-F2C9-D7FBA527FF0D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0F0368-348F-B91F-4B87-D7C0EE032C43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79A3EDF-2B81-916C-4B07-44D213CFBB32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5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D73269-B985-8940-6471-60C19BED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74CFE-E0F7-3140-4108-44D7495C672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42AD5C7-A0B4-4BAF-A407-55E27D09B4B0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98DE0-78F2-FC62-93AF-60F7A96796C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B9ABD-C563-61B1-6D71-EAABD486CCD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DE3520F-B464-0DD1-1FF4-A471D8364B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62058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BDC6-B3B3-7F4B-F721-D9F06CCC7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C0DA0-A551-D6B3-2BCE-99146FAE1BC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C60CC606-236A-479D-919A-C0CBFEDA0D3A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CA4E9-E664-2785-835C-512889A84F8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CBE5E-9122-E02A-7CED-9015567A975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557DAA5-F5EB-EF95-7A4F-4EEE88EA78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7DBA36-DDE5-92A6-3086-F6603E8376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2297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FBB3D9-5491-08FB-7248-0C56498D3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04419"/>
            <a:ext cx="5322090" cy="1116012"/>
          </a:xfrm>
        </p:spPr>
        <p:txBody>
          <a:bodyPr lIns="90000"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DCD618-5862-1ACC-FB63-D9EAC21F85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3973" y="304419"/>
            <a:ext cx="5322090" cy="1116013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>
              <a:lnSpc>
                <a:spcPct val="85000"/>
              </a:lnSpc>
              <a:defRPr sz="4400" b="1" i="0">
                <a:solidFill>
                  <a:schemeClr val="bg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5D77F-BF38-F71B-C592-8AC4ECC4BA0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3532D8BA-A475-4F28-85A3-F5D83E86EB88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FAE-7ED8-6D96-89E0-496BA176800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FA79-34B6-D880-2E66-87A45ED101A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192B4F4-000C-5D76-23FB-846B97E2EF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AA25077-A7CF-1DB7-8E91-80AF2D9A1E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6093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80" t="961" r="334"/>
          <a:stretch>
            <a:fillRect/>
          </a:stretch>
        </p:blipFill>
        <p:spPr>
          <a:xfrm>
            <a:off x="1" y="0"/>
            <a:ext cx="12210011" cy="6858000"/>
          </a:xfrm>
          <a:custGeom>
            <a:avLst/>
            <a:gdLst>
              <a:gd name="connsiteX0" fmla="*/ 0 w 12210011"/>
              <a:gd name="connsiteY0" fmla="*/ 0 h 6858000"/>
              <a:gd name="connsiteX1" fmla="*/ 12210011 w 12210011"/>
              <a:gd name="connsiteY1" fmla="*/ 0 h 6858000"/>
              <a:gd name="connsiteX2" fmla="*/ 12210011 w 12210011"/>
              <a:gd name="connsiteY2" fmla="*/ 6858000 h 6858000"/>
              <a:gd name="connsiteX3" fmla="*/ 0 w 122100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10011" h="6858000">
                <a:moveTo>
                  <a:pt x="0" y="0"/>
                </a:moveTo>
                <a:lnTo>
                  <a:pt x="12210011" y="0"/>
                </a:lnTo>
                <a:lnTo>
                  <a:pt x="1221001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04419"/>
            <a:ext cx="5580062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57E6AF9-7610-4073-BBBC-EBBA40F1E011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E50CE9-799E-DC5E-2372-42532E9151F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142611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FC55A0A-43BD-4A06-8CB7-A44A9C987641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582BC15-252B-9CF6-D98C-10F5575F8C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 lIns="0"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258741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80" t="961" r="334"/>
          <a:stretch>
            <a:fillRect/>
          </a:stretch>
        </p:blipFill>
        <p:spPr>
          <a:xfrm>
            <a:off x="1" y="0"/>
            <a:ext cx="12210011" cy="6858000"/>
          </a:xfrm>
          <a:custGeom>
            <a:avLst/>
            <a:gdLst>
              <a:gd name="connsiteX0" fmla="*/ 0 w 12210011"/>
              <a:gd name="connsiteY0" fmla="*/ 0 h 6858000"/>
              <a:gd name="connsiteX1" fmla="*/ 12210011 w 12210011"/>
              <a:gd name="connsiteY1" fmla="*/ 0 h 6858000"/>
              <a:gd name="connsiteX2" fmla="*/ 12210011 w 12210011"/>
              <a:gd name="connsiteY2" fmla="*/ 6858000 h 6858000"/>
              <a:gd name="connsiteX3" fmla="*/ 0 w 122100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10011" h="6858000">
                <a:moveTo>
                  <a:pt x="0" y="0"/>
                </a:moveTo>
                <a:lnTo>
                  <a:pt x="12210011" y="0"/>
                </a:lnTo>
                <a:lnTo>
                  <a:pt x="1221001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69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7F1E4942-FFF0-41CC-8BCB-8FDC564FF7DE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06F01A4-C9D2-BE35-0426-9AB950A3501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2D81DE2-D391-8E7C-7E33-2BF8ADA6F1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4326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ED01CD-4DE7-B556-5103-FD866A30B8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15603-956E-DDD7-689A-D288A5269A8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6E68734-2502-4DC5-8E12-4C3074920550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7CAD8-B3AF-8B8A-DE4C-E234E149D8A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39D71-6913-528F-3156-3E1F26F9EF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F5A95B0-3690-6E2E-1250-2C7C9654CF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97507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32ADBBFE-8B79-4B13-5185-1AA5D799B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6200000">
            <a:off x="5760375" y="941218"/>
            <a:ext cx="7887684" cy="4975564"/>
          </a:xfrm>
          <a:custGeom>
            <a:avLst/>
            <a:gdLst>
              <a:gd name="connsiteX0" fmla="*/ 7887684 w 7887684"/>
              <a:gd name="connsiteY0" fmla="*/ 0 h 4975564"/>
              <a:gd name="connsiteX1" fmla="*/ 7887684 w 7887684"/>
              <a:gd name="connsiteY1" fmla="*/ 1171661 h 4975564"/>
              <a:gd name="connsiteX2" fmla="*/ 7372842 w 7887684"/>
              <a:gd name="connsiteY2" fmla="*/ 1171661 h 4975564"/>
              <a:gd name="connsiteX3" fmla="*/ 7372842 w 7887684"/>
              <a:gd name="connsiteY3" fmla="*/ 4975564 h 4975564"/>
              <a:gd name="connsiteX4" fmla="*/ 503731 w 7887684"/>
              <a:gd name="connsiteY4" fmla="*/ 4975564 h 4975564"/>
              <a:gd name="connsiteX5" fmla="*/ 503731 w 7887684"/>
              <a:gd name="connsiteY5" fmla="*/ 1171661 h 4975564"/>
              <a:gd name="connsiteX6" fmla="*/ 0 w 7887684"/>
              <a:gd name="connsiteY6" fmla="*/ 1171661 h 4975564"/>
              <a:gd name="connsiteX7" fmla="*/ 0 w 7887684"/>
              <a:gd name="connsiteY7" fmla="*/ 0 h 4975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87684" h="4975564">
                <a:moveTo>
                  <a:pt x="7887684" y="0"/>
                </a:moveTo>
                <a:lnTo>
                  <a:pt x="7887684" y="1171661"/>
                </a:lnTo>
                <a:lnTo>
                  <a:pt x="7372842" y="1171661"/>
                </a:lnTo>
                <a:lnTo>
                  <a:pt x="7372842" y="4975564"/>
                </a:lnTo>
                <a:lnTo>
                  <a:pt x="503731" y="4975564"/>
                </a:lnTo>
                <a:lnTo>
                  <a:pt x="503731" y="1171661"/>
                </a:lnTo>
                <a:lnTo>
                  <a:pt x="0" y="1171661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C3897D9-0CFC-46F1-83A0-B86449D007C5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557F868-D01C-34B4-3D4B-16A8F5575F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96258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3BA3DC6-D65A-81E9-A20F-81CD2B1DCF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54" r="8887" b="5227"/>
          <a:stretch>
            <a:fillRect/>
          </a:stretch>
        </p:blipFill>
        <p:spPr>
          <a:xfrm rot="16200000">
            <a:off x="6269881" y="946992"/>
            <a:ext cx="6869112" cy="4975126"/>
          </a:xfrm>
          <a:custGeom>
            <a:avLst/>
            <a:gdLst>
              <a:gd name="connsiteX0" fmla="*/ 6869112 w 6869112"/>
              <a:gd name="connsiteY0" fmla="*/ 0 h 4975126"/>
              <a:gd name="connsiteX1" fmla="*/ 6869112 w 6869112"/>
              <a:gd name="connsiteY1" fmla="*/ 4975126 h 4975126"/>
              <a:gd name="connsiteX2" fmla="*/ 0 w 6869112"/>
              <a:gd name="connsiteY2" fmla="*/ 4975126 h 4975126"/>
              <a:gd name="connsiteX3" fmla="*/ 1 w 6869112"/>
              <a:gd name="connsiteY3" fmla="*/ 0 h 497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9112" h="4975126">
                <a:moveTo>
                  <a:pt x="6869112" y="0"/>
                </a:moveTo>
                <a:lnTo>
                  <a:pt x="6869112" y="4975126"/>
                </a:lnTo>
                <a:lnTo>
                  <a:pt x="0" y="4975126"/>
                </a:lnTo>
                <a:lnTo>
                  <a:pt x="1" y="0"/>
                </a:lnTo>
                <a:close/>
              </a:path>
            </a:pathLst>
          </a:cu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983E18A-8356-4C05-AA86-59628396F09C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3F89E07-CD75-49F7-0E54-E116911C9A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00716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B2848F40-D88C-A8ED-DFA0-683C7CFBF6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6200000">
            <a:off x="5760941" y="941436"/>
            <a:ext cx="7886991" cy="4975127"/>
          </a:xfrm>
          <a:custGeom>
            <a:avLst/>
            <a:gdLst>
              <a:gd name="connsiteX0" fmla="*/ 7886991 w 7886991"/>
              <a:gd name="connsiteY0" fmla="*/ 0 h 4975127"/>
              <a:gd name="connsiteX1" fmla="*/ 7886991 w 7886991"/>
              <a:gd name="connsiteY1" fmla="*/ 439703 h 4975127"/>
              <a:gd name="connsiteX2" fmla="*/ 7372495 w 7886991"/>
              <a:gd name="connsiteY2" fmla="*/ 439703 h 4975127"/>
              <a:gd name="connsiteX3" fmla="*/ 7372495 w 7886991"/>
              <a:gd name="connsiteY3" fmla="*/ 4975127 h 4975127"/>
              <a:gd name="connsiteX4" fmla="*/ 514495 w 7886991"/>
              <a:gd name="connsiteY4" fmla="*/ 4975127 h 4975127"/>
              <a:gd name="connsiteX5" fmla="*/ 514495 w 7886991"/>
              <a:gd name="connsiteY5" fmla="*/ 159287 h 4975127"/>
              <a:gd name="connsiteX6" fmla="*/ 0 w 7886991"/>
              <a:gd name="connsiteY6" fmla="*/ 159287 h 4975127"/>
              <a:gd name="connsiteX7" fmla="*/ 0 w 7886991"/>
              <a:gd name="connsiteY7" fmla="*/ 0 h 4975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86991" h="4975127">
                <a:moveTo>
                  <a:pt x="7886991" y="0"/>
                </a:moveTo>
                <a:lnTo>
                  <a:pt x="7886991" y="439703"/>
                </a:lnTo>
                <a:lnTo>
                  <a:pt x="7372495" y="439703"/>
                </a:lnTo>
                <a:lnTo>
                  <a:pt x="7372495" y="4975127"/>
                </a:lnTo>
                <a:lnTo>
                  <a:pt x="514495" y="4975127"/>
                </a:lnTo>
                <a:lnTo>
                  <a:pt x="514495" y="159287"/>
                </a:lnTo>
                <a:lnTo>
                  <a:pt x="0" y="159287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5812BC2-1117-44DF-BEC4-DA3763B9AE3E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A954ACF-6B35-A610-D684-45E0793094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467264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5FD5C514-92E9-E06E-E650-E399D8A7C4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08800" y="0"/>
            <a:ext cx="2895600" cy="6857999"/>
          </a:xfrm>
          <a:prstGeom prst="rect">
            <a:avLst/>
          </a:prstGeom>
        </p:spPr>
      </p:pic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4B895A2D-841E-656E-0A48-2304BE3978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C284C3B-27D8-42B0-927F-55218B35D330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E499908-07C6-7818-C96C-B7C3E41864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688608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11160127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72429-0723-40A5-3170-4D17676F34B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B89809BE-53FE-4ABE-97EF-0FEC1F1E990D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61C57-D71C-CAB2-7ED7-A8063BE4BA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9233-49DA-4816-53E9-F47C1D1E76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44E5DC-026F-CDF7-781F-11FDFF7DB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800329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6244F-806F-5491-7115-FB10619AC55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26E3B6F-42EA-4209-A4D0-23ADBA701ED9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9F7A2-A74D-7423-942C-E2F49D36D29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5B8C-1065-E0A6-9195-CF00D19C145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8FEF1C-7197-4C87-163A-AAB28347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45708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623CF8-69A2-EA1C-7007-2B384F037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3973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2FAF860-9A85-8B4B-9BAD-7AA4ED879E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A9DE9-EFB2-7D16-47CA-52EECA882CC9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1F48614C-D2F1-4A5F-9AEC-1A66E833860F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3C4FE-C55D-7D64-F809-C4F2E7C3407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FCC75-91E8-718E-2D1C-D250A6FDCF2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64E0F21-B9EA-9C0C-3962-EA1D720A4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281109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9CF9B73-52C0-6E92-3AE3-A118A967F1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F50887-F98A-DF81-BC95-3B9A71975B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53973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EF5975-8321-45D4-07EB-9E74F376AEE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41180CC7-99F5-41E8-A207-AC7562EA2F60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24D501-7CD2-9F39-B321-DC8B3E977227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8388B1-BD89-FAD6-4602-314863A0474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8948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D9D2E6-A91D-4812-424C-BC8C7F17FE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36064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19247B9-13DD-C7F3-D414-BE067BAF8B8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476000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4F7EF4C-452C-8E28-7E21-BED4F04BD1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52449EB-F04E-DE0D-66E1-10B82F53D5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7599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744BF5-7026-442A-A492-B1A15116DA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3605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BB62A-2ECF-D1B9-4A91-8CBD38543740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3399EBEA-97FF-4CBF-8BED-FAEDA705AD88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7B873-55F7-E68B-22E2-78986BB51949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CFFAB-ED95-6FD7-4DED-30BF7EC903B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A04E92B-E31D-4895-4A04-C82001738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40235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2A4B165-1D40-EBFD-187F-3BE031A7B8A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95062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D59FEF4-C42C-4B1B-0CF0-DBCDC173C4A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74185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3C1550-6F0B-26D1-1835-80C89C44BC6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53307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5E7CAD3-C36D-B26A-C4BA-E7D492F244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5938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FFCF4A2-50EA-B802-5057-70EBA453F3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86589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01D5121-35A0-F1BD-C9DC-6A29D2F765D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69947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921CDFB-6A3F-48EA-AF9D-7BB9C210BC9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461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19298-2971-3124-30A7-C87B7895BA2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23F100BE-2251-4668-AC91-55E2814C2609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81259-6EE3-3C86-22DC-FFED6C664AA6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2D2C61-1689-E04F-F768-867566955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5D990DD-CF50-2982-516E-06B660028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567355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 (slidevu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74AE3C-6CE6-407A-A1B1-8B2AAA1BD1FE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A60DDD1-A129-FB65-631E-8FAE19BAD6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1241240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86ADB14-E0C0-C419-F9C4-CA1D25DFA2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512763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188009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9" y="512763"/>
            <a:ext cx="11160124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3322914-609B-4E08-98E9-3CEDB8C46811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A6D194-1D8E-8267-F452-80F0446FD1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667344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C9E6424-B33D-0042-F533-47ECD4BA78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1028697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837344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AE69C0EC-AF22-A673-4E04-444F2D9EBB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1569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BBBEE-B2CB-CC7C-B9AD-D022CD16D9E1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94A19648-DD44-44C8-B683-0311A2AEBA75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75450-3D30-3677-0385-7D0BDD7BE34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FB3C0-D603-8E2F-02D0-BAE368E36FC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DFADB8-37BB-C535-B9A9-E9590C2EB3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499673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6F5B570-3D42-73B4-5E07-424E0F7BA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997706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D9906FA-D162-FA5B-71C6-E7F5B5BF27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8939" y="1499672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4C5B4D6-37D5-11CC-DA4F-4759045D27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38939" y="997705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6992399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2999" y="512763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1C07DAE-83D3-991D-C05A-68A324845F5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22999" y="3557587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1806C-0AAB-48BF-89E6-257EFB5B8C4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C1E21EB2-53A1-47EF-A35A-9E8839398673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B9717-E33B-A934-3871-635EB9B7B33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2FAC-46CF-CF2A-AC48-31C3B9BD490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9524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166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9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4D30AFE-4552-30D0-38E2-7CC1CBB0307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5939" y="3557587"/>
            <a:ext cx="5433896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9887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E8E46-F289-0365-4159-9626BE37E412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461CEEE9-F3F8-417B-9499-1EBD5B76741E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38347-35B7-C3F1-6EA7-D6AD7D87098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25520-C2FB-1AAB-4326-931CCE81D99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87173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3000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35102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6947" y="512763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26BC34F-D3AA-0B2A-26EC-080C156B7BB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23000" y="3557587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7F7823D-C314-05C9-1C5B-12CA04F9222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66947" y="3557587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85FE5F-1EC9-DCC4-FD0A-AD87FBBC16F7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80D8AAFC-0838-4933-9251-26B1B5F950AD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7913F-A06E-E7E3-B1C5-DB02145835F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B972D-BC24-2423-9642-92BE673289B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20876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C3A5A-7B43-D5FB-AA03-CB1B24C419A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772BA24-2CA0-4952-9840-BBD8BB1EF432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B4FF9-9D06-081F-91F6-3E01293B2B1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1BE2D-3DE7-6EDB-08DD-73387AE7700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880520-9553-3AD3-98DC-048EBE5DB7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4957918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53972" y="1628775"/>
            <a:ext cx="5322090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1E7A4-A9B4-D22B-A92D-0957DF6A35B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58E465A-A100-42BF-94F3-5FCEF86D0DBC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B6306-008E-C05E-E6E7-433B240B98A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7004B-74D0-6F93-F03D-36B6F99D090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A0CF93-8D63-4FD6-119F-5103B90CA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69202CB-A2AA-940C-7E43-ABA11EE1A27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4465717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AC07F32-C191-403F-7407-8C662FD22BF6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EE5F-A76D-A996-6EBE-DD51DBAB769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7DB67526-3CA8-45E5-A773-C9C3F683BB94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E9D4-272A-AA6F-E413-B9E9382FD37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A98A-6113-D242-33E2-C0EDDC8FDD4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BB25C5-3A3B-D7BD-652B-7B6C94301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134112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Placeholder 2">
            <a:extLst>
              <a:ext uri="{FF2B5EF4-FFF2-40B4-BE49-F238E27FC236}">
                <a16:creationId xmlns:a16="http://schemas.microsoft.com/office/drawing/2014/main" id="{F273B77E-10BA-D2FF-013B-B7810AFFBCB1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6353971" y="1628775"/>
            <a:ext cx="5322091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2B070-8B3C-87DF-4B6F-59E81786660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91873E6-9523-4E8C-818B-F4E55DDED461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5E4CF-63B9-7FCD-7CB9-D5F6D336460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1E1E9-1E01-1733-5EB0-910A532A826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667022D-936C-2D27-53B8-1BB33C4C6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1AA424F-0E40-3A43-4FC5-0BBD71E9C3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906696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714BDC6-0435-BE27-0FED-7FAA9A86C2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B19EE2F-A7FB-40DD-B400-0BA302B483BF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118403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D7AE5942-4F63-ACC5-4DE3-CF6CF96FB268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4764442" y="1628775"/>
            <a:ext cx="6911620" cy="4716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92B1E8-47FC-953C-F731-EF5A12DDD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313E-5F5A-5734-FDB1-ACFF601DDB3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416CE6B-2974-44DE-A7B0-F94502A227B0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DC76F-CF80-ADBB-1057-239680ED830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B6802-D161-015C-E8B2-AC943863BAB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2D34801-5173-DF5E-FB34-D011F44EF9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7" y="1628775"/>
            <a:ext cx="370850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3238387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6314AC0-17EE-A056-A312-DC697CB96C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80" t="961" r="334"/>
          <a:stretch>
            <a:fillRect/>
          </a:stretch>
        </p:blipFill>
        <p:spPr>
          <a:xfrm>
            <a:off x="1" y="0"/>
            <a:ext cx="12210011" cy="6858000"/>
          </a:xfrm>
          <a:custGeom>
            <a:avLst/>
            <a:gdLst>
              <a:gd name="connsiteX0" fmla="*/ 0 w 12210011"/>
              <a:gd name="connsiteY0" fmla="*/ 0 h 6858000"/>
              <a:gd name="connsiteX1" fmla="*/ 12210011 w 12210011"/>
              <a:gd name="connsiteY1" fmla="*/ 0 h 6858000"/>
              <a:gd name="connsiteX2" fmla="*/ 12210011 w 12210011"/>
              <a:gd name="connsiteY2" fmla="*/ 6858000 h 6858000"/>
              <a:gd name="connsiteX3" fmla="*/ 0 w 122100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10011" h="6858000">
                <a:moveTo>
                  <a:pt x="0" y="0"/>
                </a:moveTo>
                <a:lnTo>
                  <a:pt x="12210011" y="0"/>
                </a:lnTo>
                <a:lnTo>
                  <a:pt x="1221001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Title 5">
            <a:extLst>
              <a:ext uri="{FF2B5EF4-FFF2-40B4-BE49-F238E27FC236}">
                <a16:creationId xmlns:a16="http://schemas.microsoft.com/office/drawing/2014/main" id="{3B8DB3AD-CBBA-89FA-79F9-CEBC9C5C4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5B6FB74-A158-45A4-8BF9-622926009448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86B2C0-1181-987A-042F-2C2D2F6953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6809829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5229" y="1021445"/>
            <a:ext cx="1121539" cy="900000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207C47B-FF97-4B0D-A736-29D91E0D3CD1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85D997F0-5791-557B-2A6D-1067E1745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36B684-9E01-8ECC-4049-18AC9DFC4A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0927017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506C553B-F633-02CA-1430-79ED3F76C36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0369"/>
          <a:stretch/>
        </p:blipFill>
        <p:spPr>
          <a:xfrm rot="16200000">
            <a:off x="6057132" y="1216307"/>
            <a:ext cx="7844350" cy="4425386"/>
          </a:xfrm>
          <a:custGeom>
            <a:avLst/>
            <a:gdLst>
              <a:gd name="connsiteX0" fmla="*/ 7844350 w 7844350"/>
              <a:gd name="connsiteY0" fmla="*/ 0 h 4425386"/>
              <a:gd name="connsiteX1" fmla="*/ 7844350 w 7844350"/>
              <a:gd name="connsiteY1" fmla="*/ 120086 h 4425386"/>
              <a:gd name="connsiteX2" fmla="*/ 7351175 w 7844350"/>
              <a:gd name="connsiteY2" fmla="*/ 120086 h 4425386"/>
              <a:gd name="connsiteX3" fmla="*/ 7351175 w 7844350"/>
              <a:gd name="connsiteY3" fmla="*/ 4425386 h 4425386"/>
              <a:gd name="connsiteX4" fmla="*/ 493176 w 7844350"/>
              <a:gd name="connsiteY4" fmla="*/ 4425386 h 4425386"/>
              <a:gd name="connsiteX5" fmla="*/ 493176 w 7844350"/>
              <a:gd name="connsiteY5" fmla="*/ 120086 h 4425386"/>
              <a:gd name="connsiteX6" fmla="*/ 0 w 7844350"/>
              <a:gd name="connsiteY6" fmla="*/ 120086 h 4425386"/>
              <a:gd name="connsiteX7" fmla="*/ 0 w 7844350"/>
              <a:gd name="connsiteY7" fmla="*/ 0 h 4425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4350" h="4425386">
                <a:moveTo>
                  <a:pt x="7844350" y="0"/>
                </a:moveTo>
                <a:lnTo>
                  <a:pt x="7844350" y="120086"/>
                </a:lnTo>
                <a:lnTo>
                  <a:pt x="7351175" y="120086"/>
                </a:lnTo>
                <a:lnTo>
                  <a:pt x="7351175" y="4425386"/>
                </a:lnTo>
                <a:lnTo>
                  <a:pt x="493176" y="4425386"/>
                </a:lnTo>
                <a:lnTo>
                  <a:pt x="493176" y="120086"/>
                </a:lnTo>
                <a:lnTo>
                  <a:pt x="0" y="120086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C4C8487-62F9-4BAC-800E-518181057217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40430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EF7217FF-8C88-D49F-720B-61816BB41F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635"/>
          <a:stretch>
            <a:fillRect/>
          </a:stretch>
        </p:blipFill>
        <p:spPr>
          <a:xfrm rot="10800000">
            <a:off x="4457698" y="-1"/>
            <a:ext cx="7734302" cy="5572125"/>
          </a:xfrm>
          <a:custGeom>
            <a:avLst/>
            <a:gdLst>
              <a:gd name="connsiteX0" fmla="*/ 7734302 w 7734302"/>
              <a:gd name="connsiteY0" fmla="*/ 5572125 h 5572125"/>
              <a:gd name="connsiteX1" fmla="*/ 0 w 7734302"/>
              <a:gd name="connsiteY1" fmla="*/ 5572125 h 5572125"/>
              <a:gd name="connsiteX2" fmla="*/ 0 w 7734302"/>
              <a:gd name="connsiteY2" fmla="*/ 0 h 5572125"/>
              <a:gd name="connsiteX3" fmla="*/ 7734302 w 7734302"/>
              <a:gd name="connsiteY3" fmla="*/ 0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4302" h="5572125">
                <a:moveTo>
                  <a:pt x="7734302" y="5572125"/>
                </a:moveTo>
                <a:lnTo>
                  <a:pt x="0" y="5572125"/>
                </a:lnTo>
                <a:lnTo>
                  <a:pt x="0" y="0"/>
                </a:lnTo>
                <a:lnTo>
                  <a:pt x="7734302" y="0"/>
                </a:lnTo>
                <a:close/>
              </a:path>
            </a:pathLst>
          </a:custGeom>
        </p:spPr>
      </p:pic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A5BF5F0-19BD-43C4-913D-05858F831297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D4337BEE-BE6F-5048-BD50-D5D00D9E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Thank you!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246D7-FC38-0AB7-DF87-ED3F00907E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grpSp>
        <p:nvGrpSpPr>
          <p:cNvPr id="5" name="Graphic 10">
            <a:extLst>
              <a:ext uri="{FF2B5EF4-FFF2-40B4-BE49-F238E27FC236}">
                <a16:creationId xmlns:a16="http://schemas.microsoft.com/office/drawing/2014/main" id="{3FA490B3-BA2A-220F-6EA4-8DA088E69F45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7C7A75E-7545-95C0-23EB-76431010DAC6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D9ECE8B-9D83-C24E-59FA-54B253418D9F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1ABC01C-5F71-E3C7-B08D-5D4B21AEA79A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7994131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64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8000" y="0"/>
            <a:ext cx="9054000" cy="63492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F975E6E-9984-48EA-8BFB-6F3F206EF7A9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9C143F9C-CA51-6A3D-6038-55DBC067B4FD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0F346C8-75E7-EFD5-11A3-1FDB31BF24F1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DBE9E14-4424-E241-FDF8-85AA09573C18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AAEA66E-84C1-243A-2FAA-9684BEF1E8B1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1700045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DA376B0-7373-A672-75C0-6A9DD58A7E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772" r="4772"/>
          <a:stretch/>
        </p:blipFill>
        <p:spPr>
          <a:xfrm rot="16200000">
            <a:off x="1828616" y="1985677"/>
            <a:ext cx="6858003" cy="2886641"/>
          </a:xfrm>
          <a:prstGeom prst="rect">
            <a:avLst/>
          </a:prstGeom>
        </p:spPr>
      </p:pic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3F2C37F-556E-406F-9458-21E81A583320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038C994-DC00-C844-899F-D3660EF75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46F2F8C-4C33-47BC-7977-F025A7A824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10" name="Graphic 10">
            <a:extLst>
              <a:ext uri="{FF2B5EF4-FFF2-40B4-BE49-F238E27FC236}">
                <a16:creationId xmlns:a16="http://schemas.microsoft.com/office/drawing/2014/main" id="{BBF98F45-4D7B-13A2-4B34-65E5083C5E31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5DFA883-E525-D03F-5DE8-910CE3CF20F8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554B8CE-B78E-F35C-A8DF-50FEECBA2D5E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701AD00-4BFC-2E10-72A1-902DD99B64C2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5929865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179735B-DFCA-D124-198E-05FA8E2CF2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3552A53-57A9-4123-A19D-AF6EF1D84AC7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C7D1E8C1-13EB-D4BB-EFD2-7B7A3C2A77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4C4E4-7DE4-06A2-244F-5CC6B54E28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57E57CC2-DCC5-8672-8C95-AFB9D8C26A07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2C5EADB-B585-94E9-A617-73C56D711796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5E04FAA-E02A-9AF4-3C50-85A67ED8F6E5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8145DD8-0A0B-A731-0582-A2F2FBB1F54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9098917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481C1C3-3BCD-6737-872A-E43678CDBB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27776" y="1604866"/>
            <a:ext cx="5842800" cy="368564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8A2B2E9-7A2E-EA50-CBBE-56D4A955C0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6400" y="623490"/>
            <a:ext cx="2159683" cy="56484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E1C7CCF-738D-5AA5-7E62-F47408B1E1C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29600" y="624480"/>
            <a:ext cx="2149200" cy="5646421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26290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F983CE4-6A89-4BC4-9063-576D7731B37F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7B6CB02A-6C06-3A91-9D99-A43E43406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C11A279-6B85-9340-070F-DD7F56D77E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9" name="Graphic 10">
            <a:extLst>
              <a:ext uri="{FF2B5EF4-FFF2-40B4-BE49-F238E27FC236}">
                <a16:creationId xmlns:a16="http://schemas.microsoft.com/office/drawing/2014/main" id="{3C1594A3-4DC1-62AA-A006-B9A8B3730899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9A26693-DC12-E2C0-3445-E388E66D571B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DCD578B-91E4-245A-672F-7EAF322558FA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C5871F6A-F814-6E6B-BBA8-EEF6752600C1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0806527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0D358D4-E33B-1EC4-3BC2-A9185D93C9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A0F71F-AA82-490F-2299-6199D83A747C}"/>
              </a:ext>
            </a:extLst>
          </p:cNvPr>
          <p:cNvSpPr/>
          <p:nvPr userDrawn="1"/>
        </p:nvSpPr>
        <p:spPr>
          <a:xfrm>
            <a:off x="0" y="0"/>
            <a:ext cx="12192000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Picture Placeholder 22">
            <a:extLst>
              <a:ext uri="{FF2B5EF4-FFF2-40B4-BE49-F238E27FC236}">
                <a16:creationId xmlns:a16="http://schemas.microsoft.com/office/drawing/2014/main" id="{6DCDE9D4-B475-F9D0-1FC0-F25E79A6409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CF7FC78-DDAB-4243-9CCE-C903B9201449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32158DDD-DEB8-DA3A-7F9B-35F4B5907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8CAF5F-8604-8363-831C-7FDD6CC1A9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3917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E3A3DB3-3F3E-9E1D-4D82-D3A61E6966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4238293" y="2126818"/>
            <a:ext cx="6903349" cy="260980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7836F46-0818-6D94-A02D-96FEDE21A4D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189" r="5189"/>
          <a:stretch/>
        </p:blipFill>
        <p:spPr>
          <a:xfrm rot="5400000">
            <a:off x="7316570" y="1982572"/>
            <a:ext cx="6858002" cy="289285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9F3360-0027-4857-9662-D3E751560510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4A46CF9-500D-0D14-EA47-0C0460B110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A89F6E9-0061-D186-2A2B-706806631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DE188515-991E-1E96-BBEA-B1081967BEC3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48738046-82EE-4563-3C5D-9F8377C47ACA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B1C4AFE-6F80-C561-251A-FC5E7165034B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9920C01-2CDB-20F3-B636-FF067418E720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9990060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628C50E3-30E0-578B-06D1-F44116DB10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421892" y="1787410"/>
            <a:ext cx="5204806" cy="32832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063A626-3A96-7011-342D-0DD4422CFE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23526"/>
          <a:stretch/>
        </p:blipFill>
        <p:spPr>
          <a:xfrm rot="5400000">
            <a:off x="8340234" y="3693405"/>
            <a:ext cx="1431956" cy="489723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5D436B6-1FD6-9F4B-F52D-042A47AC1C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23396"/>
          <a:stretch/>
        </p:blipFill>
        <p:spPr>
          <a:xfrm rot="16200000">
            <a:off x="8317808" y="-1734057"/>
            <a:ext cx="1427412" cy="4895522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29E6737-1C28-472F-9E2A-5FCFBD3FC7B6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237C78-D1A1-E2DF-4F97-E73DA3A03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1A21EC6-3CE0-1BFB-9955-E64E981EC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grpSp>
        <p:nvGrpSpPr>
          <p:cNvPr id="11" name="Graphic 10">
            <a:extLst>
              <a:ext uri="{FF2B5EF4-FFF2-40B4-BE49-F238E27FC236}">
                <a16:creationId xmlns:a16="http://schemas.microsoft.com/office/drawing/2014/main" id="{3B76C253-628F-9553-A266-8DAA5077A6D2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95BCF7D-B453-828F-9892-9AC16F22C592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E8AA942-14AE-2ADC-8D2C-9EEDD7F38A96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F277AE3-CC3C-423E-3373-35824337120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4040916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F318506-1681-83B9-A6FC-0F33D2864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316B8EE-66A0-4D2A-AF45-1EE4BCF5CEB4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09557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9ADCDA6-D1C9-C76B-F94C-15A3EF19FF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6327"/>
            <a:ext cx="12192000" cy="6765346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C80AFBC7-764D-4682-96CF-0C8AF7946CF9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3F845A7B-EDB6-5BBA-1A79-D81135E80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A938B-2B1B-5A56-0CE7-EA9689DD7F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747029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5229" y="1021445"/>
            <a:ext cx="1121539" cy="900000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7F8D715B-DD2B-44D4-9ACB-211E977DB2A0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55887D-756F-F868-3DF0-03CF47DF58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868A457-A7E9-09CE-7AEF-67371853D2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7764559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163841E5-F71C-A65C-0467-85C1386F5CC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1493"/>
          <a:stretch>
            <a:fillRect/>
          </a:stretch>
        </p:blipFill>
        <p:spPr>
          <a:xfrm rot="16200000">
            <a:off x="6033971" y="1222092"/>
            <a:ext cx="7902247" cy="4413812"/>
          </a:xfrm>
          <a:custGeom>
            <a:avLst/>
            <a:gdLst>
              <a:gd name="connsiteX0" fmla="*/ 7902247 w 7902247"/>
              <a:gd name="connsiteY0" fmla="*/ 0 h 4413812"/>
              <a:gd name="connsiteX1" fmla="*/ 7902247 w 7902247"/>
              <a:gd name="connsiteY1" fmla="*/ 324412 h 4413812"/>
              <a:gd name="connsiteX2" fmla="*/ 7380122 w 7902247"/>
              <a:gd name="connsiteY2" fmla="*/ 324412 h 4413812"/>
              <a:gd name="connsiteX3" fmla="*/ 7380122 w 7902247"/>
              <a:gd name="connsiteY3" fmla="*/ 4413812 h 4413812"/>
              <a:gd name="connsiteX4" fmla="*/ 522122 w 7902247"/>
              <a:gd name="connsiteY4" fmla="*/ 4413812 h 4413812"/>
              <a:gd name="connsiteX5" fmla="*/ 522122 w 7902247"/>
              <a:gd name="connsiteY5" fmla="*/ 324412 h 4413812"/>
              <a:gd name="connsiteX6" fmla="*/ 0 w 7902247"/>
              <a:gd name="connsiteY6" fmla="*/ 324412 h 4413812"/>
              <a:gd name="connsiteX7" fmla="*/ 0 w 7902247"/>
              <a:gd name="connsiteY7" fmla="*/ 0 h 441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2247" h="4413812">
                <a:moveTo>
                  <a:pt x="7902247" y="0"/>
                </a:moveTo>
                <a:lnTo>
                  <a:pt x="7902247" y="324412"/>
                </a:lnTo>
                <a:lnTo>
                  <a:pt x="7380122" y="324412"/>
                </a:lnTo>
                <a:lnTo>
                  <a:pt x="7380122" y="4413812"/>
                </a:lnTo>
                <a:lnTo>
                  <a:pt x="522122" y="4413812"/>
                </a:lnTo>
                <a:lnTo>
                  <a:pt x="522122" y="324412"/>
                </a:lnTo>
                <a:lnTo>
                  <a:pt x="0" y="324412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139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2BE8ABE-FDB1-4B95-A815-1C25EF26DC0C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8728922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DE57CD68-75B6-F13A-63EF-6346852222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0800000">
            <a:off x="4457698" y="8628"/>
            <a:ext cx="8839202" cy="5563497"/>
          </a:xfrm>
          <a:custGeom>
            <a:avLst/>
            <a:gdLst>
              <a:gd name="connsiteX0" fmla="*/ 8839202 w 8839202"/>
              <a:gd name="connsiteY0" fmla="*/ 5563497 h 5563497"/>
              <a:gd name="connsiteX1" fmla="*/ 1104900 w 8839202"/>
              <a:gd name="connsiteY1" fmla="*/ 5563497 h 5563497"/>
              <a:gd name="connsiteX2" fmla="*/ 1104900 w 8839202"/>
              <a:gd name="connsiteY2" fmla="*/ 619125 h 5563497"/>
              <a:gd name="connsiteX3" fmla="*/ 0 w 8839202"/>
              <a:gd name="connsiteY3" fmla="*/ 619125 h 5563497"/>
              <a:gd name="connsiteX4" fmla="*/ 0 w 8839202"/>
              <a:gd name="connsiteY4" fmla="*/ 0 h 5563497"/>
              <a:gd name="connsiteX5" fmla="*/ 8839202 w 8839202"/>
              <a:gd name="connsiteY5" fmla="*/ 0 h 5563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39202" h="5563497">
                <a:moveTo>
                  <a:pt x="8839202" y="5563497"/>
                </a:moveTo>
                <a:lnTo>
                  <a:pt x="1104900" y="5563497"/>
                </a:lnTo>
                <a:lnTo>
                  <a:pt x="1104900" y="619125"/>
                </a:lnTo>
                <a:lnTo>
                  <a:pt x="0" y="619125"/>
                </a:lnTo>
                <a:lnTo>
                  <a:pt x="0" y="0"/>
                </a:lnTo>
                <a:lnTo>
                  <a:pt x="8839202" y="0"/>
                </a:lnTo>
                <a:close/>
              </a:path>
            </a:pathLst>
          </a:custGeom>
        </p:spPr>
      </p:pic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CD48848F-FCE7-50A3-7025-7A4C33441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Thank you!</a:t>
            </a:r>
            <a:endParaRPr lang="en-BE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1CE0209-A8C7-478F-AE71-C0DE1A68769A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5697C-BC98-F04E-B5D3-5D7868FE6A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grpSp>
        <p:nvGrpSpPr>
          <p:cNvPr id="3" name="Graphic 10">
            <a:extLst>
              <a:ext uri="{FF2B5EF4-FFF2-40B4-BE49-F238E27FC236}">
                <a16:creationId xmlns:a16="http://schemas.microsoft.com/office/drawing/2014/main" id="{44A32813-423B-8134-322B-5A2B5FDB1B21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4546B831-1E36-13F1-8868-74DD4DB04824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96986BD-C4EC-0405-339A-FFF18706B355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EE5414C-4FAC-4204-FE6E-42D8391EA72F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596985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8000" y="0"/>
            <a:ext cx="9054000" cy="63492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235EE27-552D-4277-A769-DD08257557A6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301D1E9F-E6B2-B5D1-1827-D053386286BB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E27AF2D-C6F7-243D-3C18-20E3BBEF16C4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5DCE53A-0262-D4D7-49A0-85D6C7AB042C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DB6E514-5C22-7BC4-24A0-2203868D65DF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5156961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27152836-84DD-00F4-8447-71E37A384E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05340" y="0"/>
            <a:ext cx="2895599" cy="6857999"/>
          </a:xfrm>
          <a:prstGeom prst="rect">
            <a:avLst/>
          </a:prstGeom>
        </p:spPr>
      </p:pic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5DFB45B-92CF-4D6C-86E5-D181C6809EAA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D6289FDF-F3D9-592E-F5AD-80250FA6F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E052624-841F-AD03-E419-83E8CA8943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5" name="Graphic 10">
            <a:extLst>
              <a:ext uri="{FF2B5EF4-FFF2-40B4-BE49-F238E27FC236}">
                <a16:creationId xmlns:a16="http://schemas.microsoft.com/office/drawing/2014/main" id="{E8CF470B-72E0-D9D6-B1CB-241A3CD4D9B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AF8A1D8-D002-25D6-4C8C-666353B043AC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888F446-A2BD-0AED-5CF2-D74AB8FBF9D1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4D202D3-BBE0-80BF-E93E-F7FF3DCCF8D5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3100430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D524948-C303-1146-122C-27A326D167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" b="105"/>
          <a:stretch/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257D039-91A4-4753-B9F5-8238926249CB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4180B66B-4DE9-6376-C6E3-E6ECA013A6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2CCB7-F457-5875-5AF1-C183E6233D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A7393BF6-5FD7-26E9-3157-41097A4D53B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54E33E5-A432-AA95-B687-BB3B41344A97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4EEA396-DCED-EAA4-6D63-E576E463432A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C7C38C9-8E3A-6350-A065-E8B91828B207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8432193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682CBFF4-CF28-D60B-0A8F-A1E291CBEF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9600" y="610953"/>
            <a:ext cx="2149200" cy="564642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C4E537CE-A628-D4E5-1156-933E0CD646C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427776" y="1591339"/>
            <a:ext cx="5842800" cy="36856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84C4F0B-2ABD-598D-CCC2-FE248D73CA9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4364928" y="2357732"/>
            <a:ext cx="5644738" cy="2149200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2763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EE2F46D-8983-466C-AC7D-7A1ABE9F6550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EB973BD9-B66C-92E6-BB6D-69DE9F95F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288B86-DE1F-1C55-CE6D-30D55A9BCD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B788746E-BC0B-0FC7-9721-89C8559A6EC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675FDB64-3D0D-C816-CD72-B26E69E15BB9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C72694B-37FA-E963-DE94-AEBB46ED4951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2588CF9-1E9E-BF1B-4BAF-99411DDC6E6D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6201699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604F5AB-CC09-14AE-C120-FACE63EB4F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D6265E-FD2F-14FF-E8B3-B57BB4FAE268}"/>
              </a:ext>
            </a:extLst>
          </p:cNvPr>
          <p:cNvSpPr/>
          <p:nvPr userDrawn="1"/>
        </p:nvSpPr>
        <p:spPr>
          <a:xfrm>
            <a:off x="0" y="0"/>
            <a:ext cx="12192000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82C58521-27CC-2140-D1FA-C88E80CAB59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F95E86C-603C-44F7-83F9-8134D6D95E0E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8598B0ED-9E10-4E19-AA43-7BDD381C3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6BB5B48-50D4-391C-7C47-6ECEF43573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165821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D7FD5E2B-04EF-C0A8-F6FF-07A1408208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238291" y="2146774"/>
            <a:ext cx="6903353" cy="260980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DBA32B7-8BF2-4E84-29DF-12C340B1BE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189" r="5189"/>
          <a:stretch/>
        </p:blipFill>
        <p:spPr>
          <a:xfrm rot="5400000">
            <a:off x="7316570" y="1982572"/>
            <a:ext cx="6858002" cy="289285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BA3B903-E368-4723-ADD7-D1583A4B4CB0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647212-9891-C1A8-37A6-64D07DC09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26CA964F-AD91-D1A7-3E9D-5A32580735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FAA310E7-1907-40FB-7FB3-07AC27640316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8C2D1F85-A62C-D889-D9A5-5612D3D7F7CA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AC691A2A-AD2F-8B00-86DE-D2C56C08C600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5881590-E4DD-3058-9B02-DA61A00CFA86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4248814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607D464-2B65-AE03-D009-778361451B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2" t="20195" r="2" b="253"/>
          <a:stretch/>
        </p:blipFill>
        <p:spPr>
          <a:xfrm rot="10800000">
            <a:off x="6675543" y="5426034"/>
            <a:ext cx="4761335" cy="143196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465613A-160D-F605-2B4E-32A0D39245C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6429111" y="1787400"/>
            <a:ext cx="5204805" cy="3283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F2CD620-B696-4F43-8B0A-A3FFACF6BD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23396"/>
          <a:stretch/>
        </p:blipFill>
        <p:spPr>
          <a:xfrm rot="16200000">
            <a:off x="8317808" y="-1734057"/>
            <a:ext cx="1427412" cy="4895522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C7AA20-E1FA-45E2-9083-4F94E7F6210C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EEB1D-2D0A-C0FD-E14B-E185F62720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6796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18E559-974A-8B80-92EA-B5C1CD33B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9251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grpSp>
        <p:nvGrpSpPr>
          <p:cNvPr id="10" name="Graphic 10">
            <a:extLst>
              <a:ext uri="{FF2B5EF4-FFF2-40B4-BE49-F238E27FC236}">
                <a16:creationId xmlns:a16="http://schemas.microsoft.com/office/drawing/2014/main" id="{C06E3D14-4ECF-8D83-CA6B-9C0FD02F775F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C839208-3C04-8305-6D57-CDF245116F6B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5B6C7C9-8B51-8E54-1D8D-FDCDB0B9F59C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BD6D133-3464-112B-7FA8-C09B3045EFA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85221078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678BCEA-0B84-4089-DAB5-B0D1E67779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65158"/>
          </a:xfrm>
          <a:prstGeom prst="rect">
            <a:avLst/>
          </a:prstGeom>
        </p:spPr>
      </p:pic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AB115C7D-5372-4BC4-87A3-D6F97EA9508D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397501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8B62EBAC-4F7D-5BF5-F072-0F6A06E938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7459FB7-AC3A-4BBC-A5ED-BAEC199EB0EE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03EB048-A504-C333-0491-EBD2713C1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9F09A82-97CE-EAFF-0682-32C2B70B81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498098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5229" y="1021445"/>
            <a:ext cx="1121539" cy="900000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2546B5E-38BF-4B11-9DE9-FA81DA65D2F6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AB3B04-2EEC-3577-2838-6E729CFF6A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104807-E401-B120-3596-5DBB306E94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951567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08212B4-749A-8762-8976-4E8AE1562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058"/>
          <a:stretch>
            <a:fillRect/>
          </a:stretch>
        </p:blipFill>
        <p:spPr>
          <a:xfrm rot="16200000">
            <a:off x="6155702" y="1216305"/>
            <a:ext cx="7647208" cy="4425388"/>
          </a:xfrm>
          <a:custGeom>
            <a:avLst/>
            <a:gdLst>
              <a:gd name="connsiteX0" fmla="*/ 7647208 w 7647208"/>
              <a:gd name="connsiteY0" fmla="*/ 0 h 4425388"/>
              <a:gd name="connsiteX1" fmla="*/ 7647208 w 7647208"/>
              <a:gd name="connsiteY1" fmla="*/ 1649393 h 4425388"/>
              <a:gd name="connsiteX2" fmla="*/ 7252603 w 7647208"/>
              <a:gd name="connsiteY2" fmla="*/ 1649393 h 4425388"/>
              <a:gd name="connsiteX3" fmla="*/ 7252603 w 7647208"/>
              <a:gd name="connsiteY3" fmla="*/ 4425388 h 4425388"/>
              <a:gd name="connsiteX4" fmla="*/ 394604 w 7647208"/>
              <a:gd name="connsiteY4" fmla="*/ 4425388 h 4425388"/>
              <a:gd name="connsiteX5" fmla="*/ 394604 w 7647208"/>
              <a:gd name="connsiteY5" fmla="*/ 1649393 h 4425388"/>
              <a:gd name="connsiteX6" fmla="*/ 0 w 7647208"/>
              <a:gd name="connsiteY6" fmla="*/ 1649393 h 4425388"/>
              <a:gd name="connsiteX7" fmla="*/ 0 w 7647208"/>
              <a:gd name="connsiteY7" fmla="*/ 0 h 4425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7208" h="4425388">
                <a:moveTo>
                  <a:pt x="7647208" y="0"/>
                </a:moveTo>
                <a:lnTo>
                  <a:pt x="7647208" y="1649393"/>
                </a:lnTo>
                <a:lnTo>
                  <a:pt x="7252603" y="1649393"/>
                </a:lnTo>
                <a:lnTo>
                  <a:pt x="7252603" y="4425388"/>
                </a:lnTo>
                <a:lnTo>
                  <a:pt x="394604" y="4425388"/>
                </a:lnTo>
                <a:lnTo>
                  <a:pt x="394604" y="1649393"/>
                </a:lnTo>
                <a:lnTo>
                  <a:pt x="0" y="1649393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9E2768DA-3E4C-47DB-9D63-BFA383BAFA71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722835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08212B4-749A-8762-8976-4E8AE1562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058"/>
          <a:stretch>
            <a:fillRect/>
          </a:stretch>
        </p:blipFill>
        <p:spPr>
          <a:xfrm rot="16200000">
            <a:off x="6155702" y="1216305"/>
            <a:ext cx="7647208" cy="4425388"/>
          </a:xfrm>
          <a:custGeom>
            <a:avLst/>
            <a:gdLst>
              <a:gd name="connsiteX0" fmla="*/ 7647208 w 7647208"/>
              <a:gd name="connsiteY0" fmla="*/ 0 h 4425388"/>
              <a:gd name="connsiteX1" fmla="*/ 7647208 w 7647208"/>
              <a:gd name="connsiteY1" fmla="*/ 1649393 h 4425388"/>
              <a:gd name="connsiteX2" fmla="*/ 7252603 w 7647208"/>
              <a:gd name="connsiteY2" fmla="*/ 1649393 h 4425388"/>
              <a:gd name="connsiteX3" fmla="*/ 7252603 w 7647208"/>
              <a:gd name="connsiteY3" fmla="*/ 4425388 h 4425388"/>
              <a:gd name="connsiteX4" fmla="*/ 394604 w 7647208"/>
              <a:gd name="connsiteY4" fmla="*/ 4425388 h 4425388"/>
              <a:gd name="connsiteX5" fmla="*/ 394604 w 7647208"/>
              <a:gd name="connsiteY5" fmla="*/ 1649393 h 4425388"/>
              <a:gd name="connsiteX6" fmla="*/ 0 w 7647208"/>
              <a:gd name="connsiteY6" fmla="*/ 1649393 h 4425388"/>
              <a:gd name="connsiteX7" fmla="*/ 0 w 7647208"/>
              <a:gd name="connsiteY7" fmla="*/ 0 h 4425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7208" h="4425388">
                <a:moveTo>
                  <a:pt x="7647208" y="0"/>
                </a:moveTo>
                <a:lnTo>
                  <a:pt x="7647208" y="1649393"/>
                </a:lnTo>
                <a:lnTo>
                  <a:pt x="7252603" y="1649393"/>
                </a:lnTo>
                <a:lnTo>
                  <a:pt x="7252603" y="4425388"/>
                </a:lnTo>
                <a:lnTo>
                  <a:pt x="394604" y="4425388"/>
                </a:lnTo>
                <a:lnTo>
                  <a:pt x="394604" y="1649393"/>
                </a:lnTo>
                <a:lnTo>
                  <a:pt x="0" y="1649393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3925793-77C6-4810-BD15-8AC450367699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7737058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1856E72-A653-639F-F9E9-A775583AF7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500"/>
          <a:stretch>
            <a:fillRect/>
          </a:stretch>
        </p:blipFill>
        <p:spPr>
          <a:xfrm rot="10800000">
            <a:off x="4457697" y="8628"/>
            <a:ext cx="7734303" cy="5575783"/>
          </a:xfrm>
          <a:custGeom>
            <a:avLst/>
            <a:gdLst>
              <a:gd name="connsiteX0" fmla="*/ 7734303 w 7734303"/>
              <a:gd name="connsiteY0" fmla="*/ 5575783 h 5575783"/>
              <a:gd name="connsiteX1" fmla="*/ 0 w 7734303"/>
              <a:gd name="connsiteY1" fmla="*/ 5575783 h 5575783"/>
              <a:gd name="connsiteX2" fmla="*/ 0 w 7734303"/>
              <a:gd name="connsiteY2" fmla="*/ 0 h 5575783"/>
              <a:gd name="connsiteX3" fmla="*/ 7734303 w 7734303"/>
              <a:gd name="connsiteY3" fmla="*/ 0 h 557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4303" h="5575783">
                <a:moveTo>
                  <a:pt x="7734303" y="5575783"/>
                </a:moveTo>
                <a:lnTo>
                  <a:pt x="0" y="5575783"/>
                </a:lnTo>
                <a:lnTo>
                  <a:pt x="0" y="0"/>
                </a:lnTo>
                <a:lnTo>
                  <a:pt x="7734303" y="0"/>
                </a:lnTo>
                <a:close/>
              </a:path>
            </a:pathLst>
          </a:custGeom>
        </p:spPr>
      </p:pic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57F79B9-6C1F-41BF-B456-17ECB860694D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C834E2FE-4C3D-25AA-CB65-0123D31BD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Thank you!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A0C0AD-600C-C3B6-0636-564675A7AF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grpSp>
        <p:nvGrpSpPr>
          <p:cNvPr id="4" name="Graphic 10">
            <a:extLst>
              <a:ext uri="{FF2B5EF4-FFF2-40B4-BE49-F238E27FC236}">
                <a16:creationId xmlns:a16="http://schemas.microsoft.com/office/drawing/2014/main" id="{2D650DD3-F273-54B8-C9A7-86C7953C086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B2FE4E17-9DD0-5842-FDCE-187F8E745051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3B4ACDB-0562-A531-BD0F-69A5D332EF5C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DEEAC99-079F-B185-6068-5CF626F22FA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5944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0000" tIns="45720" rIns="9000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C0B730E-F41D-4473-A2C9-8CFF586046B6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E091F03-845A-8529-F345-791EAB883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28774"/>
            <a:ext cx="11160124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8485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1" r:id="rId2"/>
    <p:sldLayoutId id="2147483662" r:id="rId3"/>
    <p:sldLayoutId id="2147483663" r:id="rId4"/>
    <p:sldLayoutId id="2147483824" r:id="rId5"/>
    <p:sldLayoutId id="2147483787" r:id="rId6"/>
    <p:sldLayoutId id="2147483832" r:id="rId7"/>
    <p:sldLayoutId id="2147483785" r:id="rId8"/>
    <p:sldLayoutId id="2147483675" r:id="rId9"/>
    <p:sldLayoutId id="2147483678" r:id="rId10"/>
    <p:sldLayoutId id="2147483751" r:id="rId11"/>
    <p:sldLayoutId id="2147483752" r:id="rId12"/>
    <p:sldLayoutId id="2147483753" r:id="rId13"/>
    <p:sldLayoutId id="2147483905" r:id="rId14"/>
    <p:sldLayoutId id="2147483756" r:id="rId15"/>
    <p:sldLayoutId id="2147483910" r:id="rId16"/>
    <p:sldLayoutId id="2147483755" r:id="rId17"/>
    <p:sldLayoutId id="2147483761" r:id="rId18"/>
    <p:sldLayoutId id="2147483840" r:id="rId19"/>
    <p:sldLayoutId id="2147483841" r:id="rId20"/>
    <p:sldLayoutId id="2147483906" r:id="rId21"/>
    <p:sldLayoutId id="2147483766" r:id="rId22"/>
    <p:sldLayoutId id="2147483767" r:id="rId23"/>
    <p:sldLayoutId id="2147483768" r:id="rId24"/>
    <p:sldLayoutId id="2147483769" r:id="rId25"/>
    <p:sldLayoutId id="2147483775" r:id="rId26"/>
    <p:sldLayoutId id="2147483791" r:id="rId27"/>
    <p:sldLayoutId id="2147483909" r:id="rId28"/>
    <p:sldLayoutId id="2147483835" r:id="rId29"/>
    <p:sldLayoutId id="2147483834" r:id="rId30"/>
    <p:sldLayoutId id="2147483836" r:id="rId31"/>
    <p:sldLayoutId id="2147483838" r:id="rId32"/>
    <p:sldLayoutId id="2147483839" r:id="rId33"/>
    <p:sldLayoutId id="2147483793" r:id="rId34"/>
    <p:sldLayoutId id="2147483795" r:id="rId35"/>
    <p:sldLayoutId id="2147483801" r:id="rId36"/>
    <p:sldLayoutId id="2147483802" r:id="rId37"/>
    <p:sldLayoutId id="2147483798" r:id="rId38"/>
    <p:sldLayoutId id="2147483796" r:id="rId39"/>
    <p:sldLayoutId id="2147483781" r:id="rId40"/>
    <p:sldLayoutId id="2147483809" r:id="rId41"/>
    <p:sldLayoutId id="2147483805" r:id="rId42"/>
    <p:sldLayoutId id="2147483812" r:id="rId43"/>
    <p:sldLayoutId id="2147483771" r:id="rId44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6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7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806F2772-D190-40CB-8CDC-626490D882F4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97E8E72-ED87-850A-5C0A-12455F1F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72488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52" r:id="rId6"/>
    <p:sldLayoutId id="2147483853" r:id="rId7"/>
    <p:sldLayoutId id="2147483880" r:id="rId8"/>
    <p:sldLayoutId id="2147483882" r:id="rId9"/>
    <p:sldLayoutId id="2147483883" r:id="rId10"/>
    <p:sldLayoutId id="2147483884" r:id="rId11"/>
    <p:sldLayoutId id="2147483885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D4EB287D-7C09-4132-A6A4-787A7D0EB2C1}" type="datetime4">
              <a:rPr lang="en-US" smtClean="0"/>
              <a:t>February 16, 2026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A14D0A3-721E-DE58-0565-F005FC78A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5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8352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8" r:id="rId12"/>
    <p:sldLayoutId id="2147483903" r:id="rId13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44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3.png"/><Relationship Id="rId5" Type="http://schemas.openxmlformats.org/officeDocument/2006/relationships/image" Target="../media/image122.jpeg"/><Relationship Id="rId4" Type="http://schemas.openxmlformats.org/officeDocument/2006/relationships/image" Target="../media/image121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7.jpeg"/><Relationship Id="rId4" Type="http://schemas.openxmlformats.org/officeDocument/2006/relationships/image" Target="../media/image1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e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jpeg"/><Relationship Id="rId2" Type="http://schemas.openxmlformats.org/officeDocument/2006/relationships/image" Target="../media/image129.jpe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2.jpeg"/><Relationship Id="rId4" Type="http://schemas.openxmlformats.org/officeDocument/2006/relationships/image" Target="../media/image13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jpe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hyperlink" Target="https://www.cs.usfca.edu/~galles/visualization/DFS.html" TargetMode="Externa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jpe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hyperlink" Target="https://www.cs.usfca.edu/~galles/visualization/BFS.html" TargetMode="Externa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gif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hyperlink" Target="https://www.cs.usfca.edu/~galles/visualization/Dijkstra.html" TargetMode="Externa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video" Target="https://www.youtube.com/embed/ySN5Wnu88nE?feature=oembed" TargetMode="External"/><Relationship Id="rId1" Type="http://schemas.openxmlformats.org/officeDocument/2006/relationships/video" Target="https://www.youtube.com/embed/GazC3A4OQTE?feature=oembed" TargetMode="External"/><Relationship Id="rId5" Type="http://schemas.openxmlformats.org/officeDocument/2006/relationships/image" Target="../media/image154.jpeg"/><Relationship Id="rId4" Type="http://schemas.openxmlformats.org/officeDocument/2006/relationships/image" Target="../media/image153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jpe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0.jpeg"/><Relationship Id="rId4" Type="http://schemas.openxmlformats.org/officeDocument/2006/relationships/image" Target="../media/image15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video" Target="https://www.youtube.com/embed/rop0W4QDOUI?feature=oembed" TargetMode="External"/><Relationship Id="rId1" Type="http://schemas.openxmlformats.org/officeDocument/2006/relationships/video" Target="https://www.youtube.com/embed/G_UYXzGuqvM?feature=oembed" TargetMode="External"/><Relationship Id="rId5" Type="http://schemas.openxmlformats.org/officeDocument/2006/relationships/image" Target="../media/image173.jpeg"/><Relationship Id="rId4" Type="http://schemas.openxmlformats.org/officeDocument/2006/relationships/image" Target="../media/image172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AB706-1C9E-1C4F-B9F0-10A14760EE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</a:t>
            </a:fld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66B98C-C4D8-05F5-9F65-888576905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5EF63-96B8-BBC7-F6C7-AD1D0CA244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Recap: History &amp; Recursion</a:t>
            </a:r>
          </a:p>
        </p:txBody>
      </p:sp>
    </p:spTree>
    <p:extLst>
      <p:ext uri="{BB962C8B-B14F-4D97-AF65-F5344CB8AC3E}">
        <p14:creationId xmlns:p14="http://schemas.microsoft.com/office/powerpoint/2010/main" val="3616312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D6DE-AADC-5473-D58E-11EDD840A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 – History, Weak-Strong AI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9D6E52-0EA3-230D-4717-D6AADB68D63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</a:t>
            </a:fld>
            <a:endParaRPr lang="en-BE"/>
          </a:p>
        </p:txBody>
      </p:sp>
      <p:pic>
        <p:nvPicPr>
          <p:cNvPr id="8" name="Picture 2" descr="A BRIEF HISTORY OF A.I. - Megatech Thailand">
            <a:extLst>
              <a:ext uri="{FF2B5EF4-FFF2-40B4-BE49-F238E27FC236}">
                <a16:creationId xmlns:a16="http://schemas.microsoft.com/office/drawing/2014/main" id="{8A19C39E-8651-895F-19D6-4274F463D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66" y="2210099"/>
            <a:ext cx="5210573" cy="280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The Difference Between Machine Learning &amp; Deep Learning - APRO Software">
            <a:extLst>
              <a:ext uri="{FF2B5EF4-FFF2-40B4-BE49-F238E27FC236}">
                <a16:creationId xmlns:a16="http://schemas.microsoft.com/office/drawing/2014/main" id="{F780271C-E773-0CBD-79DD-37A7306D0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533" y="2015195"/>
            <a:ext cx="6203413" cy="319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1295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D6DE-AADC-5473-D58E-11EDD840A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 – Recursion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9D6E52-0EA3-230D-4717-D6AADB68D63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</a:t>
            </a:fld>
            <a:endParaRPr lang="en-BE"/>
          </a:p>
        </p:txBody>
      </p:sp>
      <p:pic>
        <p:nvPicPr>
          <p:cNvPr id="4" name="Picture 4" descr="NET Developer Basics - Recursive Algorithms - Simple Talk">
            <a:extLst>
              <a:ext uri="{FF2B5EF4-FFF2-40B4-BE49-F238E27FC236}">
                <a16:creationId xmlns:a16="http://schemas.microsoft.com/office/drawing/2014/main" id="{BEC1D1F7-1B12-A9EC-AF6F-26D9C4457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003" y="1774462"/>
            <a:ext cx="5616624" cy="4229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Recursion">
            <a:extLst>
              <a:ext uri="{FF2B5EF4-FFF2-40B4-BE49-F238E27FC236}">
                <a16:creationId xmlns:a16="http://schemas.microsoft.com/office/drawing/2014/main" id="{F7127B50-5B84-2D71-4D5B-A226BBF21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441" y="1629227"/>
            <a:ext cx="4488483" cy="4630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575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D6DE-AADC-5473-D58E-11EDD840A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 – Recursion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9D6E52-0EA3-230D-4717-D6AADB68D63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4</a:t>
            </a:fld>
            <a:endParaRPr lang="en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BAB8F7-D543-3724-EE89-5C95A75678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025" r="21697"/>
          <a:stretch/>
        </p:blipFill>
        <p:spPr>
          <a:xfrm>
            <a:off x="393933" y="2498723"/>
            <a:ext cx="5702067" cy="25631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806B79-A258-F883-683B-75B298C2B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664" y="2498723"/>
            <a:ext cx="4901099" cy="242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727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AB706-1C9E-1C4F-B9F0-10A14760EE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5</a:t>
            </a:fld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66B98C-C4D8-05F5-9F65-888576905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5EF63-96B8-BBC7-F6C7-AD1D0CA244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045577"/>
            <a:ext cx="11160123" cy="1016996"/>
          </a:xfrm>
        </p:spPr>
        <p:txBody>
          <a:bodyPr/>
          <a:lstStyle/>
          <a:p>
            <a:r>
              <a:rPr lang="en-US"/>
              <a:t>Graph</a:t>
            </a:r>
          </a:p>
          <a:p>
            <a:r>
              <a:rPr lang="en-US"/>
              <a:t>‘a very versatile datastructure’</a:t>
            </a:r>
          </a:p>
        </p:txBody>
      </p:sp>
    </p:spTree>
    <p:extLst>
      <p:ext uri="{BB962C8B-B14F-4D97-AF65-F5344CB8AC3E}">
        <p14:creationId xmlns:p14="http://schemas.microsoft.com/office/powerpoint/2010/main" val="2967960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D6DE-AADC-5473-D58E-11EDD840A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Knowledge represented as graph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9D6E52-0EA3-230D-4717-D6AADB68D63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6</a:t>
            </a:fld>
            <a:endParaRPr lang="en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3DAD4F-6AAD-1372-7EB4-C8D1ECED5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19" y="1789065"/>
            <a:ext cx="4061664" cy="2397129"/>
          </a:xfrm>
          <a:prstGeom prst="rect">
            <a:avLst/>
          </a:prstGeom>
        </p:spPr>
      </p:pic>
      <p:pic>
        <p:nvPicPr>
          <p:cNvPr id="7" name="Picture 4" descr="Linked data &amp; knowledge graphs - OriginTrail">
            <a:extLst>
              <a:ext uri="{FF2B5EF4-FFF2-40B4-BE49-F238E27FC236}">
                <a16:creationId xmlns:a16="http://schemas.microsoft.com/office/drawing/2014/main" id="{2ADE9A1E-CDB9-E7CE-E7B9-44D5564E0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011" y="1851833"/>
            <a:ext cx="3489503" cy="220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s343 p. 58">
            <a:extLst>
              <a:ext uri="{FF2B5EF4-FFF2-40B4-BE49-F238E27FC236}">
                <a16:creationId xmlns:a16="http://schemas.microsoft.com/office/drawing/2014/main" id="{E5E34174-1B59-80FB-975F-32146546D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0459" y="2242271"/>
            <a:ext cx="2748268" cy="1697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Social Network Images - Free Download on Freepik">
            <a:extLst>
              <a:ext uri="{FF2B5EF4-FFF2-40B4-BE49-F238E27FC236}">
                <a16:creationId xmlns:a16="http://schemas.microsoft.com/office/drawing/2014/main" id="{0268871A-2C82-44B5-EF87-017F37C86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7314" y="4507784"/>
            <a:ext cx="3429000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Optimal Routes for your Data – iRashida">
            <a:extLst>
              <a:ext uri="{FF2B5EF4-FFF2-40B4-BE49-F238E27FC236}">
                <a16:creationId xmlns:a16="http://schemas.microsoft.com/office/drawing/2014/main" id="{96A632D5-03B6-4B70-A9EA-29BE1B8F6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939" y="4482316"/>
            <a:ext cx="4080488" cy="18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04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8F0E1-3C8F-225D-FBF1-B978DBA12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Sidenote</a:t>
            </a:r>
            <a:br>
              <a:rPr lang="en-US"/>
            </a:br>
            <a:r>
              <a:rPr lang="en-US"/>
              <a:t>Neo4j – </a:t>
            </a:r>
            <a:r>
              <a:rPr lang="en-US" sz="3200"/>
              <a:t>Knowledge representation with graph DB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373CF4-46A3-4FDC-C05B-FA8F4495ADB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7</a:t>
            </a:fld>
            <a:endParaRPr lang="en-BE"/>
          </a:p>
        </p:txBody>
      </p:sp>
      <p:pic>
        <p:nvPicPr>
          <p:cNvPr id="5" name="Picture 2" descr="Data Modeling Design Mistakes to Avoid in Graph Databases">
            <a:extLst>
              <a:ext uri="{FF2B5EF4-FFF2-40B4-BE49-F238E27FC236}">
                <a16:creationId xmlns:a16="http://schemas.microsoft.com/office/drawing/2014/main" id="{9AA78C3B-812B-24E6-B677-8873C0C32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542" y="2104311"/>
            <a:ext cx="3349999" cy="3356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RDBMS vs Graph Database">
            <a:extLst>
              <a:ext uri="{FF2B5EF4-FFF2-40B4-BE49-F238E27FC236}">
                <a16:creationId xmlns:a16="http://schemas.microsoft.com/office/drawing/2014/main" id="{4F043D2D-3190-93E4-B276-846FB7E87E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7" t="2137" r="4912" b="4750"/>
          <a:stretch/>
        </p:blipFill>
        <p:spPr bwMode="auto">
          <a:xfrm>
            <a:off x="128388" y="2868265"/>
            <a:ext cx="3813752" cy="195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Neo4j - Wikipedia">
            <a:extLst>
              <a:ext uri="{FF2B5EF4-FFF2-40B4-BE49-F238E27FC236}">
                <a16:creationId xmlns:a16="http://schemas.microsoft.com/office/drawing/2014/main" id="{3498E73C-1B14-F3D0-5432-7D5578DB7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5799" y="5530190"/>
            <a:ext cx="2171725" cy="81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4E522E87-067A-96CC-AD84-EB6B6EC0F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943" y="2588561"/>
            <a:ext cx="4245738" cy="2388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6558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85C0-BC61-A275-6557-71071A168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Graph Jargon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1B1E1E-CACE-1046-BC46-161A490738D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8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684B83-9750-E9D3-6B1B-92AD610FDDF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Node = </a:t>
            </a:r>
            <a:r>
              <a:rPr lang="en-US">
                <a:solidFill>
                  <a:srgbClr val="0070C0"/>
                </a:solidFill>
              </a:rPr>
              <a:t>vertex</a:t>
            </a:r>
            <a:r>
              <a:rPr lang="en-US"/>
              <a:t> = ‘object’ with a certain state</a:t>
            </a:r>
          </a:p>
          <a:p>
            <a:pPr marL="355600" lvl="1" indent="0">
              <a:buNone/>
            </a:pPr>
            <a:r>
              <a:rPr lang="en-US"/>
              <a:t>	All nodes in a graph are the same ‘object’, but in different states, different 	settings</a:t>
            </a:r>
          </a:p>
          <a:p>
            <a:pPr marL="355600" lvl="1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Link between nodes = </a:t>
            </a:r>
            <a:r>
              <a:rPr lang="en-US">
                <a:solidFill>
                  <a:srgbClr val="0070C0"/>
                </a:solidFill>
              </a:rPr>
              <a:t>edges</a:t>
            </a:r>
          </a:p>
          <a:p>
            <a:pPr marL="355600" lvl="1" indent="0">
              <a:buNone/>
            </a:pPr>
            <a:r>
              <a:rPr lang="en-US"/>
              <a:t>	How to ‘tweak’ your object to get to a different state</a:t>
            </a:r>
          </a:p>
          <a:p>
            <a:pPr marL="723900" lvl="2" indent="0">
              <a:buNone/>
            </a:pPr>
            <a:r>
              <a:rPr lang="en-US"/>
              <a:t>		Lots of edges = </a:t>
            </a:r>
            <a:r>
              <a:rPr lang="en-US" b="1" i="1">
                <a:solidFill>
                  <a:srgbClr val="7030A0"/>
                </a:solidFill>
              </a:rPr>
              <a:t>dense</a:t>
            </a:r>
            <a:r>
              <a:rPr lang="en-US" i="1">
                <a:solidFill>
                  <a:srgbClr val="7030A0"/>
                </a:solidFill>
              </a:rPr>
              <a:t> graph</a:t>
            </a:r>
          </a:p>
          <a:p>
            <a:pPr marL="723900" lvl="2" indent="0">
              <a:buNone/>
            </a:pPr>
            <a:r>
              <a:rPr lang="en-US"/>
              <a:t>		Few edges = </a:t>
            </a:r>
            <a:r>
              <a:rPr lang="en-US" b="1" i="1">
                <a:solidFill>
                  <a:srgbClr val="7030A0"/>
                </a:solidFill>
              </a:rPr>
              <a:t>sparse</a:t>
            </a:r>
            <a:r>
              <a:rPr lang="en-US" i="1">
                <a:solidFill>
                  <a:srgbClr val="7030A0"/>
                </a:solidFill>
              </a:rPr>
              <a:t> graph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A graph search from start to end node = series of actions you take to get to your </a:t>
            </a:r>
            <a:r>
              <a:rPr lang="en-US">
                <a:solidFill>
                  <a:srgbClr val="0070C0"/>
                </a:solidFill>
              </a:rPr>
              <a:t>start-state</a:t>
            </a:r>
            <a:r>
              <a:rPr lang="en-US"/>
              <a:t> of the object to the </a:t>
            </a:r>
            <a:r>
              <a:rPr lang="en-US">
                <a:solidFill>
                  <a:srgbClr val="0070C0"/>
                </a:solidFill>
              </a:rPr>
              <a:t>goal-state =</a:t>
            </a:r>
            <a:r>
              <a:rPr lang="en-US"/>
              <a:t> </a:t>
            </a:r>
            <a:r>
              <a:rPr lang="en-US">
                <a:solidFill>
                  <a:srgbClr val="0070C0"/>
                </a:solidFill>
              </a:rPr>
              <a:t>planning</a:t>
            </a:r>
          </a:p>
          <a:p>
            <a:endParaRPr lang="en-US"/>
          </a:p>
        </p:txBody>
      </p:sp>
      <p:pic>
        <p:nvPicPr>
          <p:cNvPr id="5" name="Picture 4" descr="Niryo One Zes Assige Educatieve Robotarm - RobotShop">
            <a:extLst>
              <a:ext uri="{FF2B5EF4-FFF2-40B4-BE49-F238E27FC236}">
                <a16:creationId xmlns:a16="http://schemas.microsoft.com/office/drawing/2014/main" id="{17CCAE7E-FC3E-FCA6-6DAA-4DFAAE54D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887" y="2506587"/>
            <a:ext cx="2599113" cy="2599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919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DB3CE-BD6E-54CC-47FC-BA2DA0E21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Graphs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79E4F5-F70F-06D9-9E24-B28AEE15CF9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9</a:t>
            </a:fld>
            <a:endParaRPr lang="en-BE"/>
          </a:p>
        </p:txBody>
      </p:sp>
      <p:pic>
        <p:nvPicPr>
          <p:cNvPr id="5" name="Picture 2" descr="enter image description here">
            <a:extLst>
              <a:ext uri="{FF2B5EF4-FFF2-40B4-BE49-F238E27FC236}">
                <a16:creationId xmlns:a16="http://schemas.microsoft.com/office/drawing/2014/main" id="{AC248B9B-A510-E155-6A27-74051B9C4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77" y="2493434"/>
            <a:ext cx="2597274" cy="2597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enter image description here">
            <a:extLst>
              <a:ext uri="{FF2B5EF4-FFF2-40B4-BE49-F238E27FC236}">
                <a16:creationId xmlns:a16="http://schemas.microsoft.com/office/drawing/2014/main" id="{E364931D-0E7A-AAAB-D930-021DCC30A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3548" y="2458210"/>
            <a:ext cx="2631524" cy="2631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enter image description here">
            <a:extLst>
              <a:ext uri="{FF2B5EF4-FFF2-40B4-BE49-F238E27FC236}">
                <a16:creationId xmlns:a16="http://schemas.microsoft.com/office/drawing/2014/main" id="{104EB325-5012-D4E2-ACBA-9454EA484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069" y="2492460"/>
            <a:ext cx="2597274" cy="2597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enter image description here">
            <a:extLst>
              <a:ext uri="{FF2B5EF4-FFF2-40B4-BE49-F238E27FC236}">
                <a16:creationId xmlns:a16="http://schemas.microsoft.com/office/drawing/2014/main" id="{87E44EBD-A6FC-F0A0-2DB4-B73306AF0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340" y="2492460"/>
            <a:ext cx="2597274" cy="2597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495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1B8E2-4C6D-F759-802B-E22BAD48B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of graph datastructure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D10684-4AC4-4FF6-4288-D09976671CB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10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AD045-697A-16DE-9EFD-C1484054C9B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Different way to code / represent the world / problem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Adjacency list							Adjacency matrix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4920FE-98CB-024F-816E-3A083B000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5" y="3696062"/>
            <a:ext cx="6081835" cy="24119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78B3AA-4FE9-F646-F38D-5AC0C94C4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955" y="3696062"/>
            <a:ext cx="6317045" cy="241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800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AB706-1C9E-1C4F-B9F0-10A14760EE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11</a:t>
            </a:fld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66B98C-C4D8-05F5-9F65-888576905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5EF63-96B8-BBC7-F6C7-AD1D0CA244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045577"/>
            <a:ext cx="11160123" cy="1016996"/>
          </a:xfrm>
        </p:spPr>
        <p:txBody>
          <a:bodyPr/>
          <a:lstStyle/>
          <a:p>
            <a:r>
              <a:rPr lang="en-US"/>
              <a:t>Graph Search</a:t>
            </a:r>
          </a:p>
          <a:p>
            <a:r>
              <a:rPr lang="en-US"/>
              <a:t>‘Path Finding’</a:t>
            </a:r>
          </a:p>
        </p:txBody>
      </p:sp>
      <p:pic>
        <p:nvPicPr>
          <p:cNvPr id="5" name="Picture 2" descr="Pathfinding - Happy Coding">
            <a:extLst>
              <a:ext uri="{FF2B5EF4-FFF2-40B4-BE49-F238E27FC236}">
                <a16:creationId xmlns:a16="http://schemas.microsoft.com/office/drawing/2014/main" id="{E8F449AA-90B6-C9D5-7083-D66FA8109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9293" y="2837408"/>
            <a:ext cx="4091920" cy="2727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3338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703CF-7E83-BC86-BFBC-8A8C267D7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Searching Graph…from start to goal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EC4FDE-5BCE-DFF5-521D-F6685E06692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12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82A055-F54A-132E-ED32-958587E2922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Many, many algorithms…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0070C0"/>
                </a:solidFill>
              </a:rPr>
              <a:t>Uninformed</a:t>
            </a:r>
            <a:r>
              <a:rPr lang="en-US"/>
              <a:t> search</a:t>
            </a:r>
          </a:p>
          <a:p>
            <a:pPr lvl="1"/>
            <a:r>
              <a:rPr lang="en-US"/>
              <a:t>Depth first</a:t>
            </a:r>
          </a:p>
          <a:p>
            <a:pPr lvl="1"/>
            <a:r>
              <a:rPr lang="en-US"/>
              <a:t>Breadth first</a:t>
            </a:r>
          </a:p>
          <a:p>
            <a:pPr lvl="1"/>
            <a:r>
              <a:rPr lang="en-US"/>
              <a:t>Dijkstra (Shortest Path First)</a:t>
            </a:r>
          </a:p>
          <a:p>
            <a:pPr lvl="1"/>
            <a:endParaRPr lang="en-US"/>
          </a:p>
          <a:p>
            <a:pPr marL="0" lvl="1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0070C0"/>
                </a:solidFill>
              </a:rPr>
              <a:t>Informed</a:t>
            </a:r>
            <a:r>
              <a:rPr lang="en-US"/>
              <a:t> search</a:t>
            </a:r>
          </a:p>
          <a:p>
            <a:pPr lvl="1"/>
            <a:r>
              <a:rPr lang="en-US"/>
              <a:t>Having more ‘intel’ on goal states</a:t>
            </a:r>
          </a:p>
          <a:p>
            <a:pPr lvl="1"/>
            <a:r>
              <a:rPr lang="en-US"/>
              <a:t>A* (= Dijkstra optimization)</a:t>
            </a:r>
            <a:endParaRPr lang="en-US" dirty="0"/>
          </a:p>
        </p:txBody>
      </p:sp>
      <p:pic>
        <p:nvPicPr>
          <p:cNvPr id="5" name="Picture 2" descr="Comparative Analysis of Various Uninformed Searching Algorithms in AI">
            <a:extLst>
              <a:ext uri="{FF2B5EF4-FFF2-40B4-BE49-F238E27FC236}">
                <a16:creationId xmlns:a16="http://schemas.microsoft.com/office/drawing/2014/main" id="{4C25711E-0E9F-FD3E-C9CB-2679D4A0A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792" y="1628775"/>
            <a:ext cx="6726208" cy="396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7128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13CA4-60C7-A18E-A900-5D443AC66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Uninformed: Dept-First Search (DFS)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A66E7-D79F-DFE4-759A-69206D711BF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13</a:t>
            </a:fld>
            <a:endParaRPr lang="en-BE"/>
          </a:p>
        </p:txBody>
      </p:sp>
      <p:pic>
        <p:nvPicPr>
          <p:cNvPr id="5" name="Picture 2" descr="enter image description here">
            <a:extLst>
              <a:ext uri="{FF2B5EF4-FFF2-40B4-BE49-F238E27FC236}">
                <a16:creationId xmlns:a16="http://schemas.microsoft.com/office/drawing/2014/main" id="{FE2F0DF3-5D98-A131-D990-F87BED67B1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6" r="7474"/>
          <a:stretch/>
        </p:blipFill>
        <p:spPr bwMode="auto">
          <a:xfrm>
            <a:off x="0" y="1486931"/>
            <a:ext cx="6536882" cy="5355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4286B995-3C7A-DBBE-ADC9-2FF9F32DB6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405" b="1803"/>
          <a:stretch/>
        </p:blipFill>
        <p:spPr>
          <a:xfrm>
            <a:off x="6536882" y="1740970"/>
            <a:ext cx="5395284" cy="500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3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41C96-048B-D99A-8B71-3CCFDDC38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DFS - Algorithm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1E0284-63BE-46A5-34AD-401FAB39818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14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B3025-48DC-8DCE-AAA7-2C627F454BC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68F06D-2212-609D-4899-899A5CEC2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68" y="1410365"/>
            <a:ext cx="11676064" cy="52537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F238B0-B3BC-E358-C8EB-E031D5FFAB96}"/>
              </a:ext>
            </a:extLst>
          </p:cNvPr>
          <p:cNvSpPr txBox="1"/>
          <p:nvPr/>
        </p:nvSpPr>
        <p:spPr>
          <a:xfrm>
            <a:off x="6938229" y="4811282"/>
            <a:ext cx="52537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400" dirty="0">
                <a:highlight>
                  <a:srgbClr val="FA6432"/>
                </a:highlight>
              </a:rPr>
              <a:t> </a:t>
            </a:r>
            <a:r>
              <a:rPr lang="nl-BE" sz="6000" b="1" dirty="0">
                <a:highlight>
                  <a:srgbClr val="FA6432"/>
                </a:highlight>
              </a:rPr>
              <a:t>= Backtrack</a:t>
            </a:r>
            <a:endParaRPr lang="en-US" sz="4400" b="1" dirty="0">
              <a:highlight>
                <a:srgbClr val="FA6432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48433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57C46-7078-C34A-EF3F-24196D88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Link to recursion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CFC257-6D61-DB17-1F90-C094F4F437E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15</a:t>
            </a:fld>
            <a:endParaRPr lang="en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8CA2B-9289-CF88-1EFA-B915E565D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21" y="2112553"/>
            <a:ext cx="5898972" cy="3490225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CD1EC3F6-C90A-0061-7724-5C72FAE20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276" y="2755037"/>
            <a:ext cx="5945703" cy="1783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2664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D7CCD-073E-A4E2-C438-CBF8659062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Let’s Try:</a:t>
            </a:r>
            <a:br>
              <a:rPr lang="en-US" sz="2800"/>
            </a:br>
            <a:r>
              <a:rPr lang="en-US" sz="2800">
                <a:hlinkClick r:id="rId2"/>
              </a:rPr>
              <a:t>https://www.cs.usfca.edu/~galles/visualization/DFS.html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87E98E-8379-E3C5-64CF-8587A1BE2B8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16</a:t>
            </a:fld>
            <a:endParaRPr lang="en-BE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667DA908-2DD4-114A-4750-726028A6E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825" y="1420431"/>
            <a:ext cx="8196348" cy="527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22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13CA4-60C7-A18E-A900-5D443AC66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Uninformed: Breadth-First Search (BFS)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A66E7-D79F-DFE4-759A-69206D711BF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17</a:t>
            </a:fld>
            <a:endParaRPr lang="en-BE"/>
          </a:p>
        </p:txBody>
      </p:sp>
      <p:pic>
        <p:nvPicPr>
          <p:cNvPr id="7" name="Picture 6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4286B995-3C7A-DBBE-ADC9-2FF9F32DB6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3" r="54928" b="1803"/>
          <a:stretch/>
        </p:blipFill>
        <p:spPr>
          <a:xfrm>
            <a:off x="6905104" y="1853296"/>
            <a:ext cx="5286895" cy="5004704"/>
          </a:xfrm>
          <a:prstGeom prst="rect">
            <a:avLst/>
          </a:prstGeom>
        </p:spPr>
      </p:pic>
      <p:pic>
        <p:nvPicPr>
          <p:cNvPr id="6" name="Picture 2" descr="enter image description here">
            <a:extLst>
              <a:ext uri="{FF2B5EF4-FFF2-40B4-BE49-F238E27FC236}">
                <a16:creationId xmlns:a16="http://schemas.microsoft.com/office/drawing/2014/main" id="{40BF13AB-2F7B-5B36-C428-E14CE32731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5" t="11981" r="8166" b="13207"/>
          <a:stretch/>
        </p:blipFill>
        <p:spPr bwMode="auto">
          <a:xfrm>
            <a:off x="0" y="2500885"/>
            <a:ext cx="6735718" cy="370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759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FDD52-E5D0-99CF-B9FF-C0C1744E2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BFS - Algorithm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473720-1352-C316-1A81-842D5BC7921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18</a:t>
            </a:fld>
            <a:endParaRPr lang="en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371E36-63FF-8D86-F165-AD484CA2F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859" y="1524459"/>
            <a:ext cx="9559183" cy="53335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2ACBA8-9491-0390-1FC3-8CFDAE2C3EC0}"/>
              </a:ext>
            </a:extLst>
          </p:cNvPr>
          <p:cNvSpPr txBox="1"/>
          <p:nvPr/>
        </p:nvSpPr>
        <p:spPr>
          <a:xfrm>
            <a:off x="8842620" y="3896918"/>
            <a:ext cx="2926039" cy="92333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i="1"/>
              <a:t>Hard to do recursively, since it uses a queue instead of a stack</a:t>
            </a:r>
          </a:p>
        </p:txBody>
      </p:sp>
    </p:spTree>
    <p:extLst>
      <p:ext uri="{BB962C8B-B14F-4D97-AF65-F5344CB8AC3E}">
        <p14:creationId xmlns:p14="http://schemas.microsoft.com/office/powerpoint/2010/main" val="805913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D7CCD-073E-A4E2-C438-CBF8659062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Let’s Try:</a:t>
            </a:r>
            <a:br>
              <a:rPr lang="en-US" sz="2800" dirty="0"/>
            </a:br>
            <a:r>
              <a:rPr lang="en-US" sz="2800" dirty="0">
                <a:hlinkClick r:id="rId2"/>
              </a:rPr>
              <a:t>https://www.cs.usfca.edu/~galles/visualization/BFS.html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87E98E-8379-E3C5-64CF-8587A1BE2B8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19</a:t>
            </a:fld>
            <a:endParaRPr lang="en-BE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C233F36-FF06-7BF5-48D3-94C36CB35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563" y="1420431"/>
            <a:ext cx="8764872" cy="534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032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974B2-694A-C2D6-56A3-4FA2BC4AF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 ‘Intelligence’ </a:t>
            </a:r>
            <a:br>
              <a:rPr lang="en-US"/>
            </a:br>
            <a:r>
              <a:rPr lang="en-US" sz="3200"/>
              <a:t>(but still uninformed about goal node)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F0CC7D-CADD-2D98-0EF0-E25ADB86C53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20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4115D-ADE6-E776-52A7-30B0674CA66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628775"/>
            <a:ext cx="10789373" cy="47164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Dijkstra = </a:t>
            </a:r>
            <a:r>
              <a:rPr lang="en-US">
                <a:solidFill>
                  <a:srgbClr val="00B050"/>
                </a:solidFill>
              </a:rPr>
              <a:t>add cost to the </a:t>
            </a:r>
            <a:r>
              <a:rPr lang="en-US" b="1">
                <a:solidFill>
                  <a:srgbClr val="00B050"/>
                </a:solidFill>
              </a:rPr>
              <a:t>edges</a:t>
            </a:r>
          </a:p>
          <a:p>
            <a:pPr lvl="1"/>
            <a:r>
              <a:rPr lang="en-US"/>
              <a:t>Instead of using DFS/BFS to figure out next node, </a:t>
            </a:r>
            <a:r>
              <a:rPr lang="en-US" sz="5100" b="1">
                <a:solidFill>
                  <a:srgbClr val="0070C0"/>
                </a:solidFill>
              </a:rPr>
              <a:t>sort</a:t>
            </a:r>
            <a:r>
              <a:rPr lang="en-US"/>
              <a:t> known nodes </a:t>
            </a:r>
            <a:r>
              <a:rPr lang="en-US">
                <a:solidFill>
                  <a:srgbClr val="0070C0"/>
                </a:solidFill>
              </a:rPr>
              <a:t>according to cost</a:t>
            </a:r>
          </a:p>
          <a:p>
            <a:pPr lvl="1"/>
            <a:r>
              <a:rPr lang="en-US"/>
              <a:t>At the start only start node is known = cost of 0</a:t>
            </a:r>
          </a:p>
          <a:p>
            <a:pPr lvl="2"/>
            <a:r>
              <a:rPr lang="en-US"/>
              <a:t>All other nodes have cost of ‘</a:t>
            </a:r>
            <a:r>
              <a:rPr lang="en-US" i="1"/>
              <a:t>infinity</a:t>
            </a:r>
            <a:r>
              <a:rPr lang="en-US"/>
              <a:t>’</a:t>
            </a:r>
          </a:p>
          <a:p>
            <a:pPr lvl="2"/>
            <a:r>
              <a:rPr lang="en-US"/>
              <a:t>Look at connected nodes -&gt; update cost to get there -&gt; sort by cost</a:t>
            </a:r>
          </a:p>
          <a:p>
            <a:pPr lvl="3"/>
            <a:r>
              <a:rPr lang="en-US"/>
              <a:t>Look at best node, and repeat recursively (look at connections, update, sort), maybe backtrack if stuck</a:t>
            </a:r>
          </a:p>
          <a:p>
            <a:pPr marL="720000" lvl="3" indent="0">
              <a:buNone/>
            </a:pPr>
            <a:endParaRPr lang="en-US"/>
          </a:p>
          <a:p>
            <a:pPr marL="720000" lvl="3" indent="0">
              <a:buNone/>
            </a:pPr>
            <a:r>
              <a:rPr lang="en-US"/>
              <a:t>= </a:t>
            </a:r>
            <a:r>
              <a:rPr lang="en-US" sz="2300" b="1">
                <a:solidFill>
                  <a:srgbClr val="0070C0"/>
                </a:solidFill>
              </a:rPr>
              <a:t>Greedy Search algorithm </a:t>
            </a:r>
          </a:p>
          <a:p>
            <a:pPr marL="720000" lvl="3" indent="0">
              <a:buNone/>
            </a:pPr>
            <a:r>
              <a:rPr lang="en-US" sz="2300" b="1">
                <a:solidFill>
                  <a:srgbClr val="0070C0"/>
                </a:solidFill>
              </a:rPr>
              <a:t>(always take the next best node to look at,</a:t>
            </a:r>
          </a:p>
          <a:p>
            <a:pPr marL="720000" lvl="3" indent="0">
              <a:buNone/>
            </a:pPr>
            <a:r>
              <a:rPr lang="en-US" sz="2300" b="1">
                <a:solidFill>
                  <a:srgbClr val="0070C0"/>
                </a:solidFill>
              </a:rPr>
              <a:t>without considering global optimal solutions) </a:t>
            </a:r>
          </a:p>
          <a:p>
            <a:endParaRPr lang="en-US"/>
          </a:p>
        </p:txBody>
      </p:sp>
      <p:pic>
        <p:nvPicPr>
          <p:cNvPr id="5" name="Picture 2" descr="Greedy GIFs | Tenor">
            <a:extLst>
              <a:ext uri="{FF2B5EF4-FFF2-40B4-BE49-F238E27FC236}">
                <a16:creationId xmlns:a16="http://schemas.microsoft.com/office/drawing/2014/main" id="{E90CF7B1-41C1-6A0D-ADDE-DDBD160FC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750" y="4758007"/>
            <a:ext cx="3131128" cy="2099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63824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5A6F-BA78-BAD4-77DC-9E819D3A3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Dijkstra – Weighted Graph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61A038-A7F4-096F-8778-9C2AB3A4E5E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21</a:t>
            </a:fld>
            <a:endParaRPr lang="en-BE"/>
          </a:p>
        </p:txBody>
      </p:sp>
      <p:pic>
        <p:nvPicPr>
          <p:cNvPr id="5" name="Content Placeholder 6" descr="Chart&#10;&#10;Description automatically generated">
            <a:extLst>
              <a:ext uri="{FF2B5EF4-FFF2-40B4-BE49-F238E27FC236}">
                <a16:creationId xmlns:a16="http://schemas.microsoft.com/office/drawing/2014/main" id="{4417FEAB-09F7-FAF4-8088-F1801EB21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523" y="1453094"/>
            <a:ext cx="10413206" cy="540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599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D7CCD-073E-A4E2-C438-CBF8659062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Let’s Try:</a:t>
            </a:r>
            <a:br>
              <a:rPr lang="en-US" sz="2800" dirty="0"/>
            </a:br>
            <a:r>
              <a:rPr lang="en-US" sz="2800" dirty="0">
                <a:hlinkClick r:id="rId2"/>
              </a:rPr>
              <a:t>https://www.cs.usfca.edu/~galles/visualization/Dijkstra.html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87E98E-8379-E3C5-64CF-8587A1BE2B8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22</a:t>
            </a:fld>
            <a:endParaRPr lang="en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36B849-ABC0-9824-FFD1-4DB98400E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084" y="1373821"/>
            <a:ext cx="8857830" cy="548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16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05D27-9090-4387-616C-347B9C228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Informed Search </a:t>
            </a:r>
            <a:r>
              <a:rPr lang="en-US" sz="2400"/>
              <a:t>(add intel about goal node)</a:t>
            </a:r>
            <a:br>
              <a:rPr lang="en-US"/>
            </a:br>
            <a:r>
              <a:rPr lang="en-US"/>
              <a:t>A* Algorithm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35EB99-CC4E-3D5E-5C06-00AA4C880F9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23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C1181-8856-498F-0196-2E0297B1224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890712"/>
            <a:ext cx="10357112" cy="434383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4200"/>
              <a:t>Dijkstra = </a:t>
            </a:r>
            <a:r>
              <a:rPr lang="en-US" sz="4200">
                <a:solidFill>
                  <a:srgbClr val="FF0000"/>
                </a:solidFill>
              </a:rPr>
              <a:t>Greedy! </a:t>
            </a:r>
          </a:p>
          <a:p>
            <a:pPr lvl="1"/>
            <a:r>
              <a:rPr lang="en-US" sz="2900"/>
              <a:t>Takes quick wins, no long-term best decisions. </a:t>
            </a:r>
          </a:p>
          <a:p>
            <a:pPr lvl="1"/>
            <a:r>
              <a:rPr lang="en-US" sz="2900"/>
              <a:t>We need more information to make a better decision, but it doesn’t need to be perfect, just a crude and fast ‘hint’= heuristic</a:t>
            </a:r>
          </a:p>
          <a:p>
            <a:pPr marL="355600" lvl="1" indent="0">
              <a:buNone/>
            </a:pPr>
            <a:endParaRPr lang="en-US"/>
          </a:p>
          <a:p>
            <a:pPr marL="0" indent="0">
              <a:buNone/>
            </a:pPr>
            <a:r>
              <a:rPr lang="en-US" sz="4200"/>
              <a:t>A* = </a:t>
            </a:r>
            <a:r>
              <a:rPr lang="en-US" sz="4200">
                <a:solidFill>
                  <a:srgbClr val="00B050"/>
                </a:solidFill>
              </a:rPr>
              <a:t>add extra cost to </a:t>
            </a:r>
            <a:r>
              <a:rPr lang="en-US" sz="4200" b="1">
                <a:solidFill>
                  <a:srgbClr val="00B050"/>
                </a:solidFill>
              </a:rPr>
              <a:t>vertex</a:t>
            </a:r>
            <a:r>
              <a:rPr lang="en-US" sz="4200">
                <a:solidFill>
                  <a:srgbClr val="00B050"/>
                </a:solidFill>
              </a:rPr>
              <a:t> </a:t>
            </a:r>
            <a:endParaRPr lang="en-US" sz="4200"/>
          </a:p>
          <a:p>
            <a:pPr lvl="1"/>
            <a:r>
              <a:rPr lang="en-US" sz="2900"/>
              <a:t>Each vertex (node) now also has a ‘cost’, adding to the total cost of traversing that edge </a:t>
            </a:r>
          </a:p>
          <a:p>
            <a:pPr marL="355600" lvl="1" indent="0">
              <a:buNone/>
            </a:pPr>
            <a:r>
              <a:rPr lang="en-US" sz="4200" i="1"/>
              <a:t>		</a:t>
            </a:r>
            <a:r>
              <a:rPr lang="en-US" sz="4200" i="1">
                <a:highlight>
                  <a:srgbClr val="FFFF00"/>
                </a:highlight>
              </a:rPr>
              <a:t>Smarter sorting!</a:t>
            </a:r>
          </a:p>
          <a:p>
            <a:pPr lvl="1"/>
            <a:r>
              <a:rPr lang="en-US" sz="2900"/>
              <a:t>Extra cost based on </a:t>
            </a:r>
            <a:r>
              <a:rPr lang="en-US" sz="3600" b="1">
                <a:solidFill>
                  <a:srgbClr val="0070C0"/>
                </a:solidFill>
              </a:rPr>
              <a:t>heuristic</a:t>
            </a:r>
            <a:endParaRPr lang="en-US" sz="2900" b="1">
              <a:solidFill>
                <a:srgbClr val="0070C0"/>
              </a:solidFill>
            </a:endParaRPr>
          </a:p>
          <a:p>
            <a:pPr lvl="2"/>
            <a:r>
              <a:rPr lang="en-US" sz="2500"/>
              <a:t>‘quick and dirty way to add more knowledge of the world/problem into your solution. A quick way to add some level of goodness/badness to a node’</a:t>
            </a:r>
          </a:p>
          <a:p>
            <a:pPr lvl="3"/>
            <a:r>
              <a:rPr lang="en-US" sz="2200"/>
              <a:t>Distance measures (Manhattan distance, Euclidian distance), or amount of ‘likes’, or …</a:t>
            </a:r>
          </a:p>
          <a:p>
            <a:endParaRPr lang="en-US"/>
          </a:p>
        </p:txBody>
      </p:sp>
      <p:pic>
        <p:nvPicPr>
          <p:cNvPr id="5" name="Picture 4" descr="A* Search Algorithm | 101 Computing">
            <a:extLst>
              <a:ext uri="{FF2B5EF4-FFF2-40B4-BE49-F238E27FC236}">
                <a16:creationId xmlns:a16="http://schemas.microsoft.com/office/drawing/2014/main" id="{FA1EF1EB-211F-8E35-0122-DD4CD9199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6509" y="547594"/>
            <a:ext cx="2715491" cy="2002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01221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12EBC-6DA8-18B2-0E70-4AD4C953C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Greedy Algorithm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3912B1-2743-2349-6B9F-9C0240BDC1B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24</a:t>
            </a:fld>
            <a:endParaRPr lang="en-BE"/>
          </a:p>
        </p:txBody>
      </p:sp>
      <p:pic>
        <p:nvPicPr>
          <p:cNvPr id="5" name="Picture 2" descr="Beware greedy algorithms - Simmons - 2019 - Journal of Animal Ecology -  Wiley Online Library">
            <a:extLst>
              <a:ext uri="{FF2B5EF4-FFF2-40B4-BE49-F238E27FC236}">
                <a16:creationId xmlns:a16="http://schemas.microsoft.com/office/drawing/2014/main" id="{A871B07B-D048-2EA7-C9CA-DB1C0D40D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543869"/>
            <a:ext cx="10168358" cy="3327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A78C4A-BC9F-1BC3-5514-F2B5E2AF9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596" y="4748147"/>
            <a:ext cx="4095402" cy="215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719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00D159-E7DF-37C7-D679-1FAD3ADEF65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25</a:t>
            </a:fld>
            <a:endParaRPr lang="en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96CCCE-BC70-D726-5864-7D8B5E7F6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57" y="-1501"/>
            <a:ext cx="11005505" cy="685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983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59289-8067-6252-CF38-13C369D1C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Extra: Computerphile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3BC442-9928-CFE9-CFB2-91135C47D0C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26</a:t>
            </a:fld>
            <a:endParaRPr lang="en-BE"/>
          </a:p>
        </p:txBody>
      </p:sp>
      <p:pic>
        <p:nvPicPr>
          <p:cNvPr id="5" name="Online Media 5" title="Dijkstra's Algorithm - Computerphile">
            <a:hlinkClick r:id="" action="ppaction://media"/>
            <a:extLst>
              <a:ext uri="{FF2B5EF4-FFF2-40B4-BE49-F238E27FC236}">
                <a16:creationId xmlns:a16="http://schemas.microsoft.com/office/drawing/2014/main" id="{C325B99B-7A4C-B8AC-32E6-CABC556B3F1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8176" y="2070050"/>
            <a:ext cx="5591139" cy="3159175"/>
          </a:xfrm>
          <a:prstGeom prst="rect">
            <a:avLst/>
          </a:prstGeom>
        </p:spPr>
      </p:pic>
      <p:pic>
        <p:nvPicPr>
          <p:cNvPr id="6" name="Online Media 6" title="A* (A Star) Search Algorithm - Computerphile">
            <a:hlinkClick r:id="" action="ppaction://media"/>
            <a:extLst>
              <a:ext uri="{FF2B5EF4-FFF2-40B4-BE49-F238E27FC236}">
                <a16:creationId xmlns:a16="http://schemas.microsoft.com/office/drawing/2014/main" id="{AA0F5A6C-B788-1317-AFAB-2FC51CA25A20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6084602" y="2070050"/>
            <a:ext cx="5591460" cy="315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97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AB706-1C9E-1C4F-B9F0-10A14760EE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27</a:t>
            </a:fld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66B98C-C4D8-05F5-9F65-888576905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5EF63-96B8-BBC7-F6C7-AD1D0CA244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045577"/>
            <a:ext cx="11160123" cy="1016996"/>
          </a:xfrm>
        </p:spPr>
        <p:txBody>
          <a:bodyPr/>
          <a:lstStyle/>
          <a:p>
            <a:r>
              <a:rPr lang="en-US"/>
              <a:t>Constraint Satisfaction Problems</a:t>
            </a:r>
          </a:p>
          <a:p>
            <a:r>
              <a:rPr lang="en-US"/>
              <a:t>‘Employing the power of backtracking through a graph’</a:t>
            </a:r>
          </a:p>
        </p:txBody>
      </p:sp>
    </p:spTree>
    <p:extLst>
      <p:ext uri="{BB962C8B-B14F-4D97-AF65-F5344CB8AC3E}">
        <p14:creationId xmlns:p14="http://schemas.microsoft.com/office/powerpoint/2010/main" val="3765208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59289-8067-6252-CF38-13C369D1C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Constraint Satisfaction Problems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3BC442-9928-CFE9-CFB2-91135C47D0C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28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7C12C4-6898-9CC8-DD43-FF3CA3E915F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Using graphs to represent possible objects and their states</a:t>
            </a:r>
          </a:p>
          <a:p>
            <a:pPr lvl="1"/>
            <a:r>
              <a:rPr lang="en-US"/>
              <a:t>Define </a:t>
            </a:r>
            <a:r>
              <a:rPr lang="en-US" b="1"/>
              <a:t>constraints: rules to obey</a:t>
            </a:r>
            <a:r>
              <a:rPr lang="en-US"/>
              <a:t> in your planning</a:t>
            </a:r>
          </a:p>
          <a:p>
            <a:endParaRPr lang="en-US"/>
          </a:p>
        </p:txBody>
      </p:sp>
      <p:pic>
        <p:nvPicPr>
          <p:cNvPr id="7" name="Picture 2" descr="Unit 9 – francescatoole">
            <a:extLst>
              <a:ext uri="{FF2B5EF4-FFF2-40B4-BE49-F238E27FC236}">
                <a16:creationId xmlns:a16="http://schemas.microsoft.com/office/drawing/2014/main" id="{FF1CDCCC-0948-A700-9DCE-219FF29FF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701" y="1988839"/>
            <a:ext cx="2409299" cy="3893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9DC848-FC8D-E83C-6261-D4DE747E4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11" y="2711962"/>
            <a:ext cx="8405564" cy="385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7852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776F4-9754-EE3B-3845-BA48FDBAF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CSP Solving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D52F24-D4E8-3470-9240-8C4895C3288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29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3814D-01B9-FA3B-4404-739C333FB01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2235200"/>
            <a:ext cx="11160127" cy="4110038"/>
          </a:xfrm>
        </p:spPr>
        <p:txBody>
          <a:bodyPr/>
          <a:lstStyle/>
          <a:p>
            <a:r>
              <a:rPr lang="nl-BE" sz="2400">
                <a:highlight>
                  <a:srgbClr val="FFFF00"/>
                </a:highlight>
              </a:rPr>
              <a:t>Variables</a:t>
            </a:r>
            <a:r>
              <a:rPr lang="nl-BE" sz="2400"/>
              <a:t> / </a:t>
            </a:r>
            <a:r>
              <a:rPr lang="nl-BE" sz="2400">
                <a:highlight>
                  <a:srgbClr val="FFFF00"/>
                </a:highlight>
              </a:rPr>
              <a:t>Domains</a:t>
            </a:r>
            <a:r>
              <a:rPr lang="nl-BE" sz="2400"/>
              <a:t> / </a:t>
            </a:r>
            <a:r>
              <a:rPr lang="nl-BE" sz="2400">
                <a:highlight>
                  <a:srgbClr val="FFFF00"/>
                </a:highlight>
              </a:rPr>
              <a:t>Constraints</a:t>
            </a:r>
            <a:r>
              <a:rPr lang="nl-BE" sz="2400"/>
              <a:t> </a:t>
            </a:r>
            <a:r>
              <a:rPr lang="nl-BE">
                <a:sym typeface="Wingdings" panose="05000000000000000000" pitchFamily="2" charset="2"/>
              </a:rPr>
              <a:t>		   </a:t>
            </a:r>
            <a:r>
              <a:rPr lang="nl-BE" sz="2400">
                <a:sym typeface="Wingdings" panose="05000000000000000000" pitchFamily="2" charset="2"/>
              </a:rPr>
              <a:t>Constraint Graphs</a:t>
            </a:r>
            <a:endParaRPr lang="en-US"/>
          </a:p>
          <a:p>
            <a:endParaRPr lang="en-US"/>
          </a:p>
        </p:txBody>
      </p:sp>
      <p:pic>
        <p:nvPicPr>
          <p:cNvPr id="8" name="Picture 2" descr="Cisco details RF planning for enterprise wireless networks">
            <a:extLst>
              <a:ext uri="{FF2B5EF4-FFF2-40B4-BE49-F238E27FC236}">
                <a16:creationId xmlns:a16="http://schemas.microsoft.com/office/drawing/2014/main" id="{07E3D272-8757-A46C-7D22-AABF5966E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625" y="68378"/>
            <a:ext cx="1991544" cy="1299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onstraint satisfaction dual problem - Wikipedia">
            <a:extLst>
              <a:ext uri="{FF2B5EF4-FFF2-40B4-BE49-F238E27FC236}">
                <a16:creationId xmlns:a16="http://schemas.microsoft.com/office/drawing/2014/main" id="{108E8DDB-AE16-9CD3-7542-D07828184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6" y="3484934"/>
            <a:ext cx="4270819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Chapter 3. Constraint-satisfaction problems - Classic Computer Science  Problems in Swift: Essential techniques for practicing programmers">
            <a:extLst>
              <a:ext uri="{FF2B5EF4-FFF2-40B4-BE49-F238E27FC236}">
                <a16:creationId xmlns:a16="http://schemas.microsoft.com/office/drawing/2014/main" id="{CF6B23F9-5271-31FC-6C47-09B79BB8C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9491" y="3404306"/>
            <a:ext cx="1940012" cy="3176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Constraint Satisfaction Problems - ppt download">
            <a:extLst>
              <a:ext uri="{FF2B5EF4-FFF2-40B4-BE49-F238E27FC236}">
                <a16:creationId xmlns:a16="http://schemas.microsoft.com/office/drawing/2014/main" id="{9E61B603-7ACD-7F1C-5477-9F0AD57D2D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11" b="5424"/>
          <a:stretch/>
        </p:blipFill>
        <p:spPr bwMode="auto">
          <a:xfrm>
            <a:off x="6765812" y="3404307"/>
            <a:ext cx="5303913" cy="3176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74835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4174-E023-FA03-515C-E0D34B4B9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48C935-09DE-F005-D3F2-A0F1D223692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30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232481-79E2-5606-476B-3DE91946737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F8EDC-EE68-6F62-BFAA-039DE33525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4750"/>
          <a:stretch/>
        </p:blipFill>
        <p:spPr>
          <a:xfrm>
            <a:off x="0" y="0"/>
            <a:ext cx="7761058" cy="42930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A39A33-2F2A-2F06-D9B3-4F7FBB40FB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44" t="55649"/>
          <a:stretch/>
        </p:blipFill>
        <p:spPr>
          <a:xfrm>
            <a:off x="4295800" y="3296814"/>
            <a:ext cx="7896200" cy="356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1805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8D5E8-9E5F-C47E-93A0-3C36E02B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Region Coloring Problem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F8F966-4593-E1DA-CAF6-BB61EA90679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31</a:t>
            </a:fld>
            <a:endParaRPr lang="en-BE"/>
          </a:p>
        </p:txBody>
      </p:sp>
      <p:pic>
        <p:nvPicPr>
          <p:cNvPr id="5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3EEE784E-B996-F635-A88A-907496F1C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912" y="1323005"/>
            <a:ext cx="4063700" cy="24300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4DF1C1-E64A-10C0-A85D-D0F93E452E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7416"/>
          <a:stretch/>
        </p:blipFill>
        <p:spPr>
          <a:xfrm>
            <a:off x="1462329" y="1727279"/>
            <a:ext cx="4858428" cy="15577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2C3C87-C8BE-D8FE-F3CD-AA064C09D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329" y="3933056"/>
            <a:ext cx="6068272" cy="19052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57DDF5-F5AA-E03B-129C-A5A6CB8724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1912" y="4070597"/>
            <a:ext cx="4172532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7159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C889F-1FAA-855D-7F80-28500847F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applications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B9EE5D-06A6-C5A3-7E11-B9F0FC2B148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32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BF283-AC3A-30F9-2AC8-04D4CB6792F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Sudoku</a:t>
            </a:r>
          </a:p>
          <a:p>
            <a:r>
              <a:rPr lang="en-US"/>
              <a:t>Cryptarithmetic Puzzles</a:t>
            </a:r>
          </a:p>
          <a:p>
            <a:r>
              <a:rPr lang="en-US"/>
              <a:t>Maze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91347A-70D7-DE5F-BB15-CFFDC535D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2612" y="4366654"/>
            <a:ext cx="2808312" cy="1978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B29495-72DD-C903-9BF1-CADDC0B25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13" y="4210660"/>
            <a:ext cx="3254675" cy="19889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BA126C-2F07-E142-2E68-73909316F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612" y="1868349"/>
            <a:ext cx="1962270" cy="1988968"/>
          </a:xfrm>
          <a:prstGeom prst="rect">
            <a:avLst/>
          </a:prstGeom>
        </p:spPr>
      </p:pic>
      <p:pic>
        <p:nvPicPr>
          <p:cNvPr id="8" name="Picture 2" descr="Optimization - Constraint Satisfaction Problem - Masud028">
            <a:extLst>
              <a:ext uri="{FF2B5EF4-FFF2-40B4-BE49-F238E27FC236}">
                <a16:creationId xmlns:a16="http://schemas.microsoft.com/office/drawing/2014/main" id="{5E114CA7-E824-33A2-4640-C84277A70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0843" y="1838017"/>
            <a:ext cx="3810000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10516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B28B-ED24-AE1A-D785-B8605FBA1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Crypto-Arithmetic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A91630-54B8-EA85-9C78-7DE3193C0D8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33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31C59-8C17-FF55-739B-BD1A9DA3B13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6480E6-4B86-2B87-5F11-BE3D4192A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301" y="2170445"/>
            <a:ext cx="4582164" cy="2391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08FBBE-2D14-7E6F-94A6-B261207AE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465" y="23032"/>
            <a:ext cx="57232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7277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8778A-C28B-F00B-33E8-095C6D376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Extra: Computerphile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BEE578-4058-EE24-36F9-D8FAE4DC28C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34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56BA5-59C7-8F4C-8DCA-31DE3B42A2E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nline Media 5" title="Python Sudoku Solver - Computerphile">
            <a:hlinkClick r:id="" action="ppaction://media"/>
            <a:extLst>
              <a:ext uri="{FF2B5EF4-FFF2-40B4-BE49-F238E27FC236}">
                <a16:creationId xmlns:a16="http://schemas.microsoft.com/office/drawing/2014/main" id="{069CC709-510A-7398-124A-80E09C0187A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63352" y="1916832"/>
            <a:ext cx="5535538" cy="3127759"/>
          </a:xfrm>
          <a:prstGeom prst="rect">
            <a:avLst/>
          </a:prstGeom>
        </p:spPr>
      </p:pic>
      <p:pic>
        <p:nvPicPr>
          <p:cNvPr id="6" name="Online Media 8" title="Maze Solving - Computerphile">
            <a:hlinkClick r:id="" action="ppaction://media"/>
            <a:extLst>
              <a:ext uri="{FF2B5EF4-FFF2-40B4-BE49-F238E27FC236}">
                <a16:creationId xmlns:a16="http://schemas.microsoft.com/office/drawing/2014/main" id="{DA6006F2-5ED8-AE5E-A3D8-E78699EF7145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6240016" y="1916832"/>
            <a:ext cx="5535857" cy="312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188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F5B2C-0AA5-FF13-19B6-CFE6D4395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 to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04D9B7-FDEC-00F5-23EF-C630571BF42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35</a:t>
            </a:fld>
            <a:endParaRPr lang="en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9B0B04-4B47-E7C5-AEC0-4E509A4C3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094" y="2479656"/>
            <a:ext cx="2995050" cy="2736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9D2A61-DA5E-83E3-7652-E33DC6447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814" y="2490042"/>
            <a:ext cx="2656862" cy="2736080"/>
          </a:xfrm>
          <a:prstGeom prst="rect">
            <a:avLst/>
          </a:prstGeom>
        </p:spPr>
      </p:pic>
      <p:pic>
        <p:nvPicPr>
          <p:cNvPr id="1026" name="Picture 2" descr="Create Interactive Presentations with Wooclap and engage Your Audience">
            <a:extLst>
              <a:ext uri="{FF2B5EF4-FFF2-40B4-BE49-F238E27FC236}">
                <a16:creationId xmlns:a16="http://schemas.microsoft.com/office/drawing/2014/main" id="{4E5F28FD-CD75-83B7-EC5D-C2D2952C2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72" y="3429000"/>
            <a:ext cx="3739053" cy="83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8511644"/>
      </p:ext>
    </p:extLst>
  </p:cSld>
  <p:clrMapOvr>
    <a:masterClrMapping/>
  </p:clrMapOvr>
</p:sld>
</file>

<file path=ppt/theme/theme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54ef4c1-7c04-4bd8-aace-2dac36451d1b" xsi:nil="true"/>
    <lcf76f155ced4ddcb4097134ff3c332f xmlns="1946ab53-a53d-4984-8df3-e4b9666a144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D3E55A3DCE2A4A8BC759CAA7D96FE2" ma:contentTypeVersion="12" ma:contentTypeDescription="Create a new document." ma:contentTypeScope="" ma:versionID="c3b87d41c71445f2c7cb767049c78ec0">
  <xsd:schema xmlns:xsd="http://www.w3.org/2001/XMLSchema" xmlns:xs="http://www.w3.org/2001/XMLSchema" xmlns:p="http://schemas.microsoft.com/office/2006/metadata/properties" xmlns:ns2="254ef4c1-7c04-4bd8-aace-2dac36451d1b" xmlns:ns3="1946ab53-a53d-4984-8df3-e4b9666a144b" targetNamespace="http://schemas.microsoft.com/office/2006/metadata/properties" ma:root="true" ma:fieldsID="ff554c3c8e4329415e1c50f5978e6a47" ns2:_="" ns3:_="">
    <xsd:import namespace="254ef4c1-7c04-4bd8-aace-2dac36451d1b"/>
    <xsd:import namespace="1946ab53-a53d-4984-8df3-e4b9666a144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ef4c1-7c04-4bd8-aace-2dac36451d1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721e9acf-806b-4a87-936d-d2c26601fefc}" ma:internalName="TaxCatchAll" ma:showField="CatchAllData" ma:web="254ef4c1-7c04-4bd8-aace-2dac36451d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6ab53-a53d-4984-8df3-e4b9666a14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9b243c3-5758-488d-a165-3d321439e8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B92E74-0DAA-4211-914A-CE18DD5C2D9B}">
  <ds:schemaRefs>
    <ds:schemaRef ds:uri="http://schemas.microsoft.com/office/2006/metadata/properties"/>
    <ds:schemaRef ds:uri="http://schemas.microsoft.com/office/infopath/2007/PartnerControls"/>
    <ds:schemaRef ds:uri="254ef4c1-7c04-4bd8-aace-2dac36451d1b"/>
    <ds:schemaRef ds:uri="1946ab53-a53d-4984-8df3-e4b9666a144b"/>
  </ds:schemaRefs>
</ds:datastoreItem>
</file>

<file path=customXml/itemProps2.xml><?xml version="1.0" encoding="utf-8"?>
<ds:datastoreItem xmlns:ds="http://schemas.openxmlformats.org/officeDocument/2006/customXml" ds:itemID="{D1EF84DE-A9E1-41BA-A1A9-89715600EE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4ef4c1-7c04-4bd8-aace-2dac36451d1b"/>
    <ds:schemaRef ds:uri="1946ab53-a53d-4984-8df3-e4b9666a14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04AA5A-D616-471A-B8C7-7CF6F028EFF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5713</TotalTime>
  <Words>680</Words>
  <Application>Microsoft Office PowerPoint</Application>
  <PresentationFormat>Widescreen</PresentationFormat>
  <Paragraphs>129</Paragraphs>
  <Slides>35</Slides>
  <Notes>1</Notes>
  <HiddenSlides>0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Century Gothic</vt:lpstr>
      <vt:lpstr>Wingdings</vt:lpstr>
      <vt:lpstr>WIT</vt:lpstr>
      <vt:lpstr>ORANJE</vt:lpstr>
      <vt:lpstr>BLAUW</vt:lpstr>
      <vt:lpstr>Artificial Intelligence</vt:lpstr>
      <vt:lpstr>Recap – History, Weak-Strong AI</vt:lpstr>
      <vt:lpstr>Recap – Recursion</vt:lpstr>
      <vt:lpstr>Recap – Recursion</vt:lpstr>
      <vt:lpstr>Artificial Intelligence</vt:lpstr>
      <vt:lpstr>Knowledge represented as graph</vt:lpstr>
      <vt:lpstr>Sidenote Neo4j – Knowledge representation with graph DB</vt:lpstr>
      <vt:lpstr>Graph Jargon</vt:lpstr>
      <vt:lpstr>Types of Graphs</vt:lpstr>
      <vt:lpstr>Implementation of graph datastructure</vt:lpstr>
      <vt:lpstr>Artificial Intelligence</vt:lpstr>
      <vt:lpstr>Searching Graph…from start to goal</vt:lpstr>
      <vt:lpstr>Uninformed: Dept-First Search (DFS)</vt:lpstr>
      <vt:lpstr>DFS - Algorithm</vt:lpstr>
      <vt:lpstr>Link to recursion</vt:lpstr>
      <vt:lpstr>Let’s Try: https://www.cs.usfca.edu/~galles/visualization/DFS.html</vt:lpstr>
      <vt:lpstr>Uninformed: Breadth-First Search (BFS)</vt:lpstr>
      <vt:lpstr>BFS - Algorithm</vt:lpstr>
      <vt:lpstr>Let’s Try: https://www.cs.usfca.edu/~galles/visualization/BFS.html</vt:lpstr>
      <vt:lpstr>Add ‘Intelligence’  (but still uninformed about goal node)</vt:lpstr>
      <vt:lpstr>Dijkstra – Weighted Graph</vt:lpstr>
      <vt:lpstr>Let’s Try: https://www.cs.usfca.edu/~galles/visualization/Dijkstra.html</vt:lpstr>
      <vt:lpstr>Informed Search (add intel about goal node) A* Algorithm</vt:lpstr>
      <vt:lpstr>Greedy Algorithm</vt:lpstr>
      <vt:lpstr>PowerPoint Presentation</vt:lpstr>
      <vt:lpstr>Extra: Computerphile</vt:lpstr>
      <vt:lpstr>Artificial Intelligence</vt:lpstr>
      <vt:lpstr>Constraint Satisfaction Problems</vt:lpstr>
      <vt:lpstr>CSP Solving</vt:lpstr>
      <vt:lpstr>PowerPoint Presentation</vt:lpstr>
      <vt:lpstr>Region Coloring Problem</vt:lpstr>
      <vt:lpstr>Some applications</vt:lpstr>
      <vt:lpstr>Crypto-Arithmetic</vt:lpstr>
      <vt:lpstr>Extra: Computerphile</vt:lpstr>
      <vt:lpstr>Over to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Media Comm</dc:creator>
  <cp:lastModifiedBy>Stef Van Wolputte</cp:lastModifiedBy>
  <cp:revision>1871</cp:revision>
  <cp:lastPrinted>2023-01-03T10:29:33Z</cp:lastPrinted>
  <dcterms:created xsi:type="dcterms:W3CDTF">2022-09-05T06:43:33Z</dcterms:created>
  <dcterms:modified xsi:type="dcterms:W3CDTF">2026-02-16T10:18:30Z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0x01010039D3E55A3DCE2A4A8BC759CAA7D96FE2</vt:lpwstr>
  </property>
  <property fmtid="{D5CDD505-2E9C-101B-9397-08002B2CF9AE}" pid="3" name="MediaServiceImageTags">
    <vt:lpwstr/>
  </property>
  <property fmtid="{D5CDD505-2E9C-101B-9397-08002B2CF9AE}" pid="4" name="MSIP_Label_c337be75-dfbb-4261-9834-ac247c7dde13_Enabled">
    <vt:lpwstr>true</vt:lpwstr>
  </property>
  <property fmtid="{D5CDD505-2E9C-101B-9397-08002B2CF9AE}" pid="5" name="MSIP_Label_c337be75-dfbb-4261-9834-ac247c7dde13_SetDate">
    <vt:lpwstr>2023-07-26T10:00:37Z</vt:lpwstr>
  </property>
  <property fmtid="{D5CDD505-2E9C-101B-9397-08002B2CF9AE}" pid="6" name="MSIP_Label_c337be75-dfbb-4261-9834-ac247c7dde13_Method">
    <vt:lpwstr>Standard</vt:lpwstr>
  </property>
  <property fmtid="{D5CDD505-2E9C-101B-9397-08002B2CF9AE}" pid="7" name="MSIP_Label_c337be75-dfbb-4261-9834-ac247c7dde13_Name">
    <vt:lpwstr>Algemeen</vt:lpwstr>
  </property>
  <property fmtid="{D5CDD505-2E9C-101B-9397-08002B2CF9AE}" pid="8" name="MSIP_Label_c337be75-dfbb-4261-9834-ac247c7dde13_SiteId">
    <vt:lpwstr>77d33cc5-c9b4-4766-95c7-ed5b515e1cce</vt:lpwstr>
  </property>
  <property fmtid="{D5CDD505-2E9C-101B-9397-08002B2CF9AE}" pid="9" name="MSIP_Label_c337be75-dfbb-4261-9834-ac247c7dde13_ActionId">
    <vt:lpwstr>f7b68f83-8ae1-441f-892d-75981bb0c885</vt:lpwstr>
  </property>
  <property fmtid="{D5CDD505-2E9C-101B-9397-08002B2CF9AE}" pid="10" name="MSIP_Label_c337be75-dfbb-4261-9834-ac247c7dde13_ContentBits">
    <vt:lpwstr>0</vt:lpwstr>
  </property>
</Properties>
</file>